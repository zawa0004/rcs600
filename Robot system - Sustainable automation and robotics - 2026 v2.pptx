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7"/>
  </p:notesMasterIdLst>
  <p:sldIdLst>
    <p:sldId id="256" r:id="rId5"/>
    <p:sldId id="315" r:id="rId6"/>
    <p:sldId id="289" r:id="rId7"/>
    <p:sldId id="317" r:id="rId8"/>
    <p:sldId id="312" r:id="rId9"/>
    <p:sldId id="261" r:id="rId10"/>
    <p:sldId id="382" r:id="rId11"/>
    <p:sldId id="383" r:id="rId12"/>
    <p:sldId id="384" r:id="rId13"/>
    <p:sldId id="385" r:id="rId14"/>
    <p:sldId id="355" r:id="rId15"/>
    <p:sldId id="356" r:id="rId16"/>
    <p:sldId id="301" r:id="rId17"/>
    <p:sldId id="357" r:id="rId18"/>
    <p:sldId id="306" r:id="rId19"/>
    <p:sldId id="309" r:id="rId20"/>
    <p:sldId id="307" r:id="rId21"/>
    <p:sldId id="308" r:id="rId22"/>
    <p:sldId id="978" r:id="rId23"/>
    <p:sldId id="358" r:id="rId24"/>
    <p:sldId id="359" r:id="rId25"/>
    <p:sldId id="288" r:id="rId26"/>
    <p:sldId id="302" r:id="rId27"/>
    <p:sldId id="304" r:id="rId28"/>
    <p:sldId id="300" r:id="rId29"/>
    <p:sldId id="361" r:id="rId30"/>
    <p:sldId id="257" r:id="rId31"/>
    <p:sldId id="362" r:id="rId32"/>
    <p:sldId id="363" r:id="rId33"/>
    <p:sldId id="299" r:id="rId34"/>
    <p:sldId id="970" r:id="rId35"/>
    <p:sldId id="971" r:id="rId36"/>
    <p:sldId id="973" r:id="rId37"/>
    <p:sldId id="974" r:id="rId38"/>
    <p:sldId id="258" r:id="rId39"/>
    <p:sldId id="364" r:id="rId40"/>
    <p:sldId id="366" r:id="rId41"/>
    <p:sldId id="367" r:id="rId42"/>
    <p:sldId id="975" r:id="rId43"/>
    <p:sldId id="381" r:id="rId44"/>
    <p:sldId id="373" r:id="rId45"/>
    <p:sldId id="387" r:id="rId46"/>
    <p:sldId id="374" r:id="rId47"/>
    <p:sldId id="375" r:id="rId48"/>
    <p:sldId id="327" r:id="rId49"/>
    <p:sldId id="376" r:id="rId50"/>
    <p:sldId id="377" r:id="rId51"/>
    <p:sldId id="378" r:id="rId52"/>
    <p:sldId id="379" r:id="rId53"/>
    <p:sldId id="976" r:id="rId54"/>
    <p:sldId id="977" r:id="rId55"/>
    <p:sldId id="262" r:id="rId56"/>
  </p:sldIdLst>
  <p:sldSz cx="12192000" cy="6858000"/>
  <p:notesSz cx="6858000" cy="9144000"/>
  <p:defaultTextStyle>
    <a:defPPr>
      <a:defRPr lang="sv-S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F1F8"/>
    <a:srgbClr val="E3EFD1"/>
    <a:srgbClr val="FCEBC7"/>
    <a:srgbClr val="F7DCEA"/>
    <a:srgbClr val="F9DEDA"/>
    <a:srgbClr val="E3D9E6"/>
    <a:srgbClr val="00757E"/>
    <a:srgbClr val="81BA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635109-FD40-4232-8F01-BEA481C3A790}" v="3" dt="2026-10-08T08:08:44.533"/>
    <p1510:client id="{C24C9FF4-27DD-4F0A-8793-A62D8E73EA52}" v="45" dt="2026-10-07T21:51:17.457"/>
    <p1510:client id="{D18ED23B-0941-4D62-8677-5A1C7FB5C1D9}" v="17" dt="2026-10-08T07:24:07.7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57"/>
  </p:normalViewPr>
  <p:slideViewPr>
    <p:cSldViewPr snapToGrid="0" snapToObjects="1">
      <p:cViewPr varScale="1">
        <p:scale>
          <a:sx n="119" d="100"/>
          <a:sy n="119" d="100"/>
        </p:scale>
        <p:origin x="228" y="96"/>
      </p:cViewPr>
      <p:guideLst/>
    </p:cSldViewPr>
  </p:slid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ael Ericsson (HV)" userId="8506a6f4-de41-4831-9818-e418b33149bf" providerId="ADAL" clId="{D5A5C133-24A7-4A0E-A251-1D8DE3EC073B}"/>
    <pc:docChg chg="addSld modSld sldOrd">
      <pc:chgData name="Mikael Ericsson (HV)" userId="8506a6f4-de41-4831-9818-e418b33149bf" providerId="ADAL" clId="{D5A5C133-24A7-4A0E-A251-1D8DE3EC073B}" dt="2026-10-08T08:08:44.531" v="4"/>
      <pc:docMkLst>
        <pc:docMk/>
      </pc:docMkLst>
      <pc:sldChg chg="add ord">
        <pc:chgData name="Mikael Ericsson (HV)" userId="8506a6f4-de41-4831-9818-e418b33149bf" providerId="ADAL" clId="{D5A5C133-24A7-4A0E-A251-1D8DE3EC073B}" dt="2026-10-08T08:07:58.455" v="3"/>
        <pc:sldMkLst>
          <pc:docMk/>
          <pc:sldMk cId="0" sldId="257"/>
        </pc:sldMkLst>
      </pc:sldChg>
      <pc:sldChg chg="add">
        <pc:chgData name="Mikael Ericsson (HV)" userId="8506a6f4-de41-4831-9818-e418b33149bf" providerId="ADAL" clId="{D5A5C133-24A7-4A0E-A251-1D8DE3EC073B}" dt="2026-10-08T08:08:44.531" v="4"/>
        <pc:sldMkLst>
          <pc:docMk/>
          <pc:sldMk cId="0" sldId="258"/>
        </pc:sldMkLst>
      </pc:sldChg>
      <pc:sldChg chg="add">
        <pc:chgData name="Mikael Ericsson (HV)" userId="8506a6f4-de41-4831-9818-e418b33149bf" providerId="ADAL" clId="{D5A5C133-24A7-4A0E-A251-1D8DE3EC073B}" dt="2026-10-08T08:07:12.890" v="0"/>
        <pc:sldMkLst>
          <pc:docMk/>
          <pc:sldMk cId="0" sldId="9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A607014A-D5D8-47E4-6682-090442012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sv-SE"/>
          </a:p>
        </p:txBody>
      </p:sp>
      <p:sp>
        <p:nvSpPr>
          <p:cNvPr id="3" name="Platshållare för datum 2">
            <a:extLst>
              <a:ext uri="{FF2B5EF4-FFF2-40B4-BE49-F238E27FC236}">
                <a16:creationId xmlns:a16="http://schemas.microsoft.com/office/drawing/2014/main" id="{53971D66-2EDB-701E-51DC-D39D2DCADA46}"/>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F0ADDB4D-A80E-442F-B01E-49AEA3E81CB5}" type="datetimeFigureOut">
              <a:rPr lang="sv-SE"/>
              <a:pPr>
                <a:defRPr/>
              </a:pPr>
              <a:t>2026-10-08</a:t>
            </a:fld>
            <a:endParaRPr lang="sv-SE"/>
          </a:p>
        </p:txBody>
      </p:sp>
      <p:sp>
        <p:nvSpPr>
          <p:cNvPr id="4" name="Platshållare för bildobjekt 3">
            <a:extLst>
              <a:ext uri="{FF2B5EF4-FFF2-40B4-BE49-F238E27FC236}">
                <a16:creationId xmlns:a16="http://schemas.microsoft.com/office/drawing/2014/main" id="{74A7281A-41C9-EFE3-E9EF-82C15152820F}"/>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sv-SE" noProof="0"/>
          </a:p>
        </p:txBody>
      </p:sp>
      <p:sp>
        <p:nvSpPr>
          <p:cNvPr id="5" name="Platshållare för anteckningar 4">
            <a:extLst>
              <a:ext uri="{FF2B5EF4-FFF2-40B4-BE49-F238E27FC236}">
                <a16:creationId xmlns:a16="http://schemas.microsoft.com/office/drawing/2014/main" id="{568FD398-2716-13A5-2E6D-0D089C9395D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noProof="0"/>
              <a:t>Klicka här för att ändra format på bakgrundstexten</a:t>
            </a:r>
          </a:p>
          <a:p>
            <a:pPr lvl="1"/>
            <a:r>
              <a:rPr lang="sv-SE" noProof="0"/>
              <a:t>Nivå två</a:t>
            </a:r>
          </a:p>
          <a:p>
            <a:pPr lvl="2"/>
            <a:r>
              <a:rPr lang="sv-SE" noProof="0"/>
              <a:t>Nivå tre</a:t>
            </a:r>
          </a:p>
          <a:p>
            <a:pPr lvl="3"/>
            <a:r>
              <a:rPr lang="sv-SE" noProof="0"/>
              <a:t>Nivå fyra</a:t>
            </a:r>
          </a:p>
          <a:p>
            <a:pPr lvl="4"/>
            <a:r>
              <a:rPr lang="sv-SE" noProof="0"/>
              <a:t>Nivå fem</a:t>
            </a:r>
          </a:p>
        </p:txBody>
      </p:sp>
      <p:sp>
        <p:nvSpPr>
          <p:cNvPr id="6" name="Platshållare för sidfot 5">
            <a:extLst>
              <a:ext uri="{FF2B5EF4-FFF2-40B4-BE49-F238E27FC236}">
                <a16:creationId xmlns:a16="http://schemas.microsoft.com/office/drawing/2014/main" id="{D3323872-71A2-3F7A-B37A-B521E881E63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sv-SE"/>
          </a:p>
        </p:txBody>
      </p:sp>
      <p:sp>
        <p:nvSpPr>
          <p:cNvPr id="7" name="Platshållare för bildnummer 6">
            <a:extLst>
              <a:ext uri="{FF2B5EF4-FFF2-40B4-BE49-F238E27FC236}">
                <a16:creationId xmlns:a16="http://schemas.microsoft.com/office/drawing/2014/main" id="{88BE2432-5C57-8C4A-66D9-76309160A8AA}"/>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539C6B45-5011-489D-BDC7-826E5A315B0E}" type="slidenum">
              <a:rPr lang="sv-SE"/>
              <a:pPr>
                <a:defRPr/>
              </a:pPr>
              <a:t>‹#›</a:t>
            </a:fld>
            <a:endParaRPr lang="sv-SE"/>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3</a:t>
            </a:fld>
            <a:endParaRPr lang="sv-SE"/>
          </a:p>
        </p:txBody>
      </p:sp>
    </p:spTree>
    <p:extLst>
      <p:ext uri="{BB962C8B-B14F-4D97-AF65-F5344CB8AC3E}">
        <p14:creationId xmlns:p14="http://schemas.microsoft.com/office/powerpoint/2010/main" val="2788311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4</a:t>
            </a:fld>
            <a:endParaRPr lang="sv-SE"/>
          </a:p>
        </p:txBody>
      </p:sp>
    </p:spTree>
    <p:extLst>
      <p:ext uri="{BB962C8B-B14F-4D97-AF65-F5344CB8AC3E}">
        <p14:creationId xmlns:p14="http://schemas.microsoft.com/office/powerpoint/2010/main" val="224773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6</a:t>
            </a:fld>
            <a:endParaRPr lang="sv-SE"/>
          </a:p>
        </p:txBody>
      </p:sp>
    </p:spTree>
    <p:extLst>
      <p:ext uri="{BB962C8B-B14F-4D97-AF65-F5344CB8AC3E}">
        <p14:creationId xmlns:p14="http://schemas.microsoft.com/office/powerpoint/2010/main" val="3778230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11</a:t>
            </a:fld>
            <a:endParaRPr lang="sv-SE"/>
          </a:p>
        </p:txBody>
      </p:sp>
    </p:spTree>
    <p:extLst>
      <p:ext uri="{BB962C8B-B14F-4D97-AF65-F5344CB8AC3E}">
        <p14:creationId xmlns:p14="http://schemas.microsoft.com/office/powerpoint/2010/main" val="196965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12</a:t>
            </a:fld>
            <a:endParaRPr lang="sv-SE"/>
          </a:p>
        </p:txBody>
      </p:sp>
    </p:spTree>
    <p:extLst>
      <p:ext uri="{BB962C8B-B14F-4D97-AF65-F5344CB8AC3E}">
        <p14:creationId xmlns:p14="http://schemas.microsoft.com/office/powerpoint/2010/main" val="418028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13</a:t>
            </a:fld>
            <a:endParaRPr lang="sv-SE"/>
          </a:p>
        </p:txBody>
      </p:sp>
    </p:spTree>
    <p:extLst>
      <p:ext uri="{BB962C8B-B14F-4D97-AF65-F5344CB8AC3E}">
        <p14:creationId xmlns:p14="http://schemas.microsoft.com/office/powerpoint/2010/main" val="174976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14</a:t>
            </a:fld>
            <a:endParaRPr lang="sv-SE"/>
          </a:p>
        </p:txBody>
      </p:sp>
    </p:spTree>
    <p:extLst>
      <p:ext uri="{BB962C8B-B14F-4D97-AF65-F5344CB8AC3E}">
        <p14:creationId xmlns:p14="http://schemas.microsoft.com/office/powerpoint/2010/main" val="3127308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15</a:t>
            </a:fld>
            <a:endParaRPr lang="sv-SE"/>
          </a:p>
        </p:txBody>
      </p:sp>
    </p:spTree>
    <p:extLst>
      <p:ext uri="{BB962C8B-B14F-4D97-AF65-F5344CB8AC3E}">
        <p14:creationId xmlns:p14="http://schemas.microsoft.com/office/powerpoint/2010/main" val="4912427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16</a:t>
            </a:fld>
            <a:endParaRPr lang="sv-SE"/>
          </a:p>
        </p:txBody>
      </p:sp>
    </p:spTree>
    <p:extLst>
      <p:ext uri="{BB962C8B-B14F-4D97-AF65-F5344CB8AC3E}">
        <p14:creationId xmlns:p14="http://schemas.microsoft.com/office/powerpoint/2010/main" val="3820668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https://flex.com/resources/3-ways-industry-4-is-driving-sustainability-in-manufacturing</a:t>
            </a:r>
          </a:p>
          <a:p>
            <a:endParaRPr lang="en-US" dirty="0"/>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18</a:t>
            </a:fld>
            <a:endParaRPr lang="sv-SE"/>
          </a:p>
        </p:txBody>
      </p:sp>
    </p:spTree>
    <p:extLst>
      <p:ext uri="{BB962C8B-B14F-4D97-AF65-F5344CB8AC3E}">
        <p14:creationId xmlns:p14="http://schemas.microsoft.com/office/powerpoint/2010/main" val="2815937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Visual on this slide was generated with Microsoft Copilot.</a:t>
            </a:r>
          </a:p>
          <a:p>
            <a:r>
              <a:t>Case content is an illustrative teaching example.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20</a:t>
            </a:fld>
            <a:endParaRPr lang="sv-SE"/>
          </a:p>
        </p:txBody>
      </p:sp>
    </p:spTree>
    <p:extLst>
      <p:ext uri="{BB962C8B-B14F-4D97-AF65-F5344CB8AC3E}">
        <p14:creationId xmlns:p14="http://schemas.microsoft.com/office/powerpoint/2010/main" val="2228681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22</a:t>
            </a:fld>
            <a:endParaRPr lang="sv-SE"/>
          </a:p>
        </p:txBody>
      </p:sp>
    </p:spTree>
    <p:extLst>
      <p:ext uri="{BB962C8B-B14F-4D97-AF65-F5344CB8AC3E}">
        <p14:creationId xmlns:p14="http://schemas.microsoft.com/office/powerpoint/2010/main" val="2679252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200" dirty="0"/>
              <a:t>1 – </a:t>
            </a:r>
            <a:r>
              <a:rPr lang="sv-SE" sz="1200" dirty="0" err="1"/>
              <a:t>introduction</a:t>
            </a:r>
            <a:r>
              <a:rPr lang="sv-SE" sz="1200" dirty="0"/>
              <a:t> </a:t>
            </a:r>
            <a:r>
              <a:rPr lang="sv-SE" sz="1200" dirty="0" err="1"/>
              <a:t>of</a:t>
            </a:r>
            <a:r>
              <a:rPr lang="sv-SE" sz="1200" dirty="0"/>
              <a:t> </a:t>
            </a:r>
            <a:r>
              <a:rPr lang="sv-SE" sz="1200" dirty="0" err="1"/>
              <a:t>mechanical</a:t>
            </a:r>
            <a:r>
              <a:rPr lang="sv-SE" sz="1200" dirty="0"/>
              <a:t> </a:t>
            </a:r>
            <a:r>
              <a:rPr lang="sv-SE" sz="1200" dirty="0" err="1"/>
              <a:t>production</a:t>
            </a:r>
            <a:r>
              <a:rPr lang="sv-SE" sz="1200" dirty="0"/>
              <a:t> </a:t>
            </a:r>
            <a:r>
              <a:rPr lang="sv-SE" sz="1200" dirty="0" err="1"/>
              <a:t>line</a:t>
            </a:r>
            <a:r>
              <a:rPr lang="sv-SE" sz="1200" dirty="0"/>
              <a:t> (late 18th </a:t>
            </a:r>
            <a:r>
              <a:rPr lang="sv-SE" sz="1200" dirty="0" err="1"/>
              <a:t>century</a:t>
            </a:r>
            <a:r>
              <a:rPr lang="sv-SE" sz="12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sv-SE" sz="1200" dirty="0"/>
              <a:t>2-  </a:t>
            </a:r>
            <a:r>
              <a:rPr lang="sv-SE" sz="1200" dirty="0" err="1"/>
              <a:t>technologies</a:t>
            </a:r>
            <a:r>
              <a:rPr lang="sv-SE" sz="1200" dirty="0"/>
              <a:t> </a:t>
            </a:r>
            <a:r>
              <a:rPr lang="sv-SE" sz="1200" dirty="0" err="1"/>
              <a:t>of</a:t>
            </a:r>
            <a:r>
              <a:rPr lang="sv-SE" sz="1200" dirty="0"/>
              <a:t> </a:t>
            </a:r>
            <a:r>
              <a:rPr lang="sv-SE" sz="1200" dirty="0" err="1"/>
              <a:t>mass</a:t>
            </a:r>
            <a:r>
              <a:rPr lang="sv-SE" sz="1200" dirty="0"/>
              <a:t> </a:t>
            </a:r>
            <a:r>
              <a:rPr lang="sv-SE" sz="1200" dirty="0" err="1"/>
              <a:t>production</a:t>
            </a:r>
            <a:r>
              <a:rPr lang="sv-SE" sz="1200" dirty="0"/>
              <a:t> (late 19th and </a:t>
            </a:r>
            <a:r>
              <a:rPr lang="sv-SE" sz="1200" dirty="0" err="1"/>
              <a:t>early</a:t>
            </a:r>
            <a:r>
              <a:rPr lang="sv-SE" sz="1200" dirty="0"/>
              <a:t> 20th </a:t>
            </a:r>
            <a:r>
              <a:rPr lang="sv-SE" sz="1200" dirty="0" err="1"/>
              <a:t>century</a:t>
            </a:r>
            <a:r>
              <a:rPr lang="sv-SE"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sv-SE" sz="1200" dirty="0"/>
              <a:t>3- automation </a:t>
            </a:r>
            <a:r>
              <a:rPr lang="sv-SE" sz="1200" dirty="0" err="1"/>
              <a:t>of</a:t>
            </a:r>
            <a:r>
              <a:rPr lang="sv-SE" sz="1200" dirty="0"/>
              <a:t> </a:t>
            </a:r>
            <a:r>
              <a:rPr lang="sv-SE" sz="1200" dirty="0" err="1"/>
              <a:t>production</a:t>
            </a:r>
            <a:r>
              <a:rPr lang="sv-SE" sz="1200" dirty="0"/>
              <a:t> </a:t>
            </a:r>
            <a:r>
              <a:rPr lang="sv-SE" sz="1200" dirty="0" err="1"/>
              <a:t>through</a:t>
            </a:r>
            <a:r>
              <a:rPr lang="sv-SE" sz="1200" dirty="0"/>
              <a:t> </a:t>
            </a:r>
            <a:r>
              <a:rPr lang="sv-SE" sz="1200" dirty="0" err="1"/>
              <a:t>electronics</a:t>
            </a:r>
            <a:r>
              <a:rPr lang="sv-SE" sz="1200" dirty="0"/>
              <a:t> and IT</a:t>
            </a:r>
          </a:p>
          <a:p>
            <a:pPr marL="0" marR="0" lvl="0" indent="0" algn="l" defTabSz="914400" rtl="0" eaLnBrk="1" fontAlgn="auto" latinLnBrk="0" hangingPunct="1">
              <a:lnSpc>
                <a:spcPct val="100000"/>
              </a:lnSpc>
              <a:spcBef>
                <a:spcPts val="0"/>
              </a:spcBef>
              <a:spcAft>
                <a:spcPts val="0"/>
              </a:spcAft>
              <a:buClrTx/>
              <a:buSzTx/>
              <a:buFontTx/>
              <a:buNone/>
              <a:tabLst/>
              <a:defRPr/>
            </a:pPr>
            <a:r>
              <a:rPr lang="sv-SE" sz="1200" dirty="0"/>
              <a:t>4- </a:t>
            </a:r>
            <a:r>
              <a:rPr lang="sv-SE" sz="1200" dirty="0" err="1"/>
              <a:t>autonomous</a:t>
            </a:r>
            <a:r>
              <a:rPr lang="sv-SE" sz="1200" dirty="0"/>
              <a:t> </a:t>
            </a:r>
            <a:r>
              <a:rPr lang="sv-SE" sz="1200" dirty="0" err="1"/>
              <a:t>products</a:t>
            </a:r>
            <a:r>
              <a:rPr lang="sv-SE" sz="1200" dirty="0"/>
              <a:t> and decision </a:t>
            </a:r>
            <a:r>
              <a:rPr lang="sv-SE" sz="1200" dirty="0" err="1"/>
              <a:t>making</a:t>
            </a:r>
            <a:r>
              <a:rPr lang="sv-SE" sz="1200" dirty="0"/>
              <a:t> </a:t>
            </a:r>
            <a:r>
              <a:rPr lang="sv-SE" sz="1200" dirty="0" err="1"/>
              <a:t>processes</a:t>
            </a:r>
            <a:r>
              <a:rPr lang="sv-SE" sz="1200" dirty="0"/>
              <a:t>, </a:t>
            </a:r>
            <a:r>
              <a:rPr lang="sv-SE" sz="1200" dirty="0" err="1"/>
              <a:t>control</a:t>
            </a:r>
            <a:r>
              <a:rPr lang="sv-SE" sz="1200" dirty="0"/>
              <a:t> </a:t>
            </a:r>
            <a:r>
              <a:rPr lang="sv-SE" sz="1200" dirty="0" err="1"/>
              <a:t>value-added</a:t>
            </a:r>
            <a:r>
              <a:rPr lang="sv-SE" sz="1200" dirty="0"/>
              <a:t> </a:t>
            </a:r>
            <a:r>
              <a:rPr lang="sv-SE" sz="1200" dirty="0" err="1"/>
              <a:t>network</a:t>
            </a:r>
            <a:r>
              <a:rPr lang="sv-SE" sz="1200" dirty="0"/>
              <a:t> in </a:t>
            </a:r>
            <a:r>
              <a:rPr lang="sv-SE" sz="1200" dirty="0" err="1"/>
              <a:t>near</a:t>
            </a:r>
            <a:r>
              <a:rPr lang="sv-SE" sz="1200" dirty="0"/>
              <a:t> real-</a:t>
            </a:r>
            <a:r>
              <a:rPr lang="sv-SE" sz="1200" dirty="0" err="1"/>
              <a:t>time</a:t>
            </a:r>
            <a:r>
              <a:rPr lang="sv-SE" sz="1200" dirty="0"/>
              <a:t>.</a:t>
            </a:r>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23</a:t>
            </a:fld>
            <a:endParaRPr lang="sv-SE"/>
          </a:p>
        </p:txBody>
      </p:sp>
    </p:spTree>
    <p:extLst>
      <p:ext uri="{BB962C8B-B14F-4D97-AF65-F5344CB8AC3E}">
        <p14:creationId xmlns:p14="http://schemas.microsoft.com/office/powerpoint/2010/main" val="39197290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24</a:t>
            </a:fld>
            <a:endParaRPr lang="sv-SE"/>
          </a:p>
        </p:txBody>
      </p:sp>
    </p:spTree>
    <p:extLst>
      <p:ext uri="{BB962C8B-B14F-4D97-AF65-F5344CB8AC3E}">
        <p14:creationId xmlns:p14="http://schemas.microsoft.com/office/powerpoint/2010/main" val="1223134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25</a:t>
            </a:fld>
            <a:endParaRPr lang="sv-SE"/>
          </a:p>
        </p:txBody>
      </p:sp>
    </p:spTree>
    <p:extLst>
      <p:ext uri="{BB962C8B-B14F-4D97-AF65-F5344CB8AC3E}">
        <p14:creationId xmlns:p14="http://schemas.microsoft.com/office/powerpoint/2010/main" val="1033963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26</a:t>
            </a:fld>
            <a:endParaRPr lang="sv-SE"/>
          </a:p>
        </p:txBody>
      </p:sp>
    </p:spTree>
    <p:extLst>
      <p:ext uri="{BB962C8B-B14F-4D97-AF65-F5344CB8AC3E}">
        <p14:creationId xmlns:p14="http://schemas.microsoft.com/office/powerpoint/2010/main" val="1797525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Visual on this slide was generated with Microsoft Copilot.</a:t>
            </a:r>
          </a:p>
          <a:p>
            <a:r>
              <a:t>Case content is an illustrative teaching example.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28</a:t>
            </a:fld>
            <a:endParaRPr lang="sv-SE"/>
          </a:p>
        </p:txBody>
      </p:sp>
    </p:spTree>
    <p:extLst>
      <p:ext uri="{BB962C8B-B14F-4D97-AF65-F5344CB8AC3E}">
        <p14:creationId xmlns:p14="http://schemas.microsoft.com/office/powerpoint/2010/main" val="2327202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29</a:t>
            </a:fld>
            <a:endParaRPr lang="sv-SE"/>
          </a:p>
        </p:txBody>
      </p:sp>
    </p:spTree>
    <p:extLst>
      <p:ext uri="{BB962C8B-B14F-4D97-AF65-F5344CB8AC3E}">
        <p14:creationId xmlns:p14="http://schemas.microsoft.com/office/powerpoint/2010/main" val="6596609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https://blogs.sap.com/2022/04/11/industry-4.0-helps-manufacturing-companies-accelerate-their-sustainability-journey/</a:t>
            </a:r>
          </a:p>
          <a:p>
            <a:endParaRPr lang="en-US" dirty="0"/>
          </a:p>
          <a:p>
            <a:endParaRPr lang="en-US" dirty="0"/>
          </a:p>
          <a:p>
            <a:r>
              <a:rPr lang="en-US" dirty="0"/>
              <a:t>https://www.unido.org/unido-industry-40</a:t>
            </a:r>
          </a:p>
          <a:p>
            <a:endParaRPr lang="en-US" dirty="0"/>
          </a:p>
          <a:p>
            <a:endParaRPr lang="en-US" dirty="0"/>
          </a:p>
          <a:p>
            <a:r>
              <a:rPr lang="en-US" dirty="0"/>
              <a:t>https://blogs.sap.com/2022/04/11/industry-4.0-helps-manufacturing-companies-accelerate-their-sustainability-journey/</a:t>
            </a:r>
          </a:p>
        </p:txBody>
      </p:sp>
      <p:sp>
        <p:nvSpPr>
          <p:cNvPr id="4" name="Slide Number Placeholder 3"/>
          <p:cNvSpPr>
            <a:spLocks noGrp="1"/>
          </p:cNvSpPr>
          <p:nvPr>
            <p:ph type="sldNum" sz="quarter" idx="5"/>
          </p:nvPr>
        </p:nvSpPr>
        <p:spPr/>
        <p:txBody>
          <a:bodyPr/>
          <a:lstStyle/>
          <a:p>
            <a:fld id="{2884235D-22AC-6342-A031-DEBB350D156D}" type="slidenum">
              <a:rPr lang="sv-SE" smtClean="0"/>
              <a:t>30</a:t>
            </a:fld>
            <a:endParaRPr lang="sv-SE"/>
          </a:p>
        </p:txBody>
      </p:sp>
    </p:spTree>
    <p:extLst>
      <p:ext uri="{BB962C8B-B14F-4D97-AF65-F5344CB8AC3E}">
        <p14:creationId xmlns:p14="http://schemas.microsoft.com/office/powerpoint/2010/main" val="4159096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https://single-market-economy.ec.europa.eu/single-market/digital-product-passport_en</a:t>
            </a:r>
          </a:p>
          <a:p>
            <a:r>
              <a:t>Visual on this slide was generated with Microsoft Copilot.</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37</a:t>
            </a:fld>
            <a:endParaRPr lang="sv-SE"/>
          </a:p>
        </p:txBody>
      </p:sp>
    </p:spTree>
    <p:extLst>
      <p:ext uri="{BB962C8B-B14F-4D97-AF65-F5344CB8AC3E}">
        <p14:creationId xmlns:p14="http://schemas.microsoft.com/office/powerpoint/2010/main" val="19696598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38</a:t>
            </a:fld>
            <a:endParaRPr lang="sv-SE"/>
          </a:p>
        </p:txBody>
      </p:sp>
    </p:spTree>
    <p:extLst>
      <p:ext uri="{BB962C8B-B14F-4D97-AF65-F5344CB8AC3E}">
        <p14:creationId xmlns:p14="http://schemas.microsoft.com/office/powerpoint/2010/main" val="33496599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41</a:t>
            </a:fld>
            <a:endParaRPr lang="sv-SE"/>
          </a:p>
        </p:txBody>
      </p:sp>
    </p:spTree>
    <p:extLst>
      <p:ext uri="{BB962C8B-B14F-4D97-AF65-F5344CB8AC3E}">
        <p14:creationId xmlns:p14="http://schemas.microsoft.com/office/powerpoint/2010/main" val="31652117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914AF-27BE-886D-2884-D8E7BA8AF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7DA24-CC75-6A99-D0B2-4844ED0368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45A54-90FA-7A25-A6D7-6D402E30E5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FA40C-F871-4899-A02C-0EC23AE6B8D1}"/>
              </a:ext>
            </a:extLst>
          </p:cNvPr>
          <p:cNvSpPr>
            <a:spLocks noGrp="1"/>
          </p:cNvSpPr>
          <p:nvPr>
            <p:ph type="sldNum" sz="quarter" idx="5"/>
          </p:nvPr>
        </p:nvSpPr>
        <p:spPr/>
        <p:txBody>
          <a:bodyPr/>
          <a:lstStyle/>
          <a:p>
            <a:fld id="{2884235D-22AC-6342-A031-DEBB350D156D}" type="slidenum">
              <a:rPr lang="sv-SE" smtClean="0"/>
              <a:t>42</a:t>
            </a:fld>
            <a:endParaRPr lang="sv-SE"/>
          </a:p>
        </p:txBody>
      </p:sp>
    </p:spTree>
    <p:extLst>
      <p:ext uri="{BB962C8B-B14F-4D97-AF65-F5344CB8AC3E}">
        <p14:creationId xmlns:p14="http://schemas.microsoft.com/office/powerpoint/2010/main" val="34895473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43</a:t>
            </a:fld>
            <a:endParaRPr lang="sv-SE"/>
          </a:p>
        </p:txBody>
      </p:sp>
    </p:spTree>
    <p:extLst>
      <p:ext uri="{BB962C8B-B14F-4D97-AF65-F5344CB8AC3E}">
        <p14:creationId xmlns:p14="http://schemas.microsoft.com/office/powerpoint/2010/main" val="12906443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44</a:t>
            </a:fld>
            <a:endParaRPr lang="sv-SE"/>
          </a:p>
        </p:txBody>
      </p:sp>
    </p:spTree>
    <p:extLst>
      <p:ext uri="{BB962C8B-B14F-4D97-AF65-F5344CB8AC3E}">
        <p14:creationId xmlns:p14="http://schemas.microsoft.com/office/powerpoint/2010/main" val="34888130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45</a:t>
            </a:fld>
            <a:endParaRPr lang="sv-SE"/>
          </a:p>
        </p:txBody>
      </p:sp>
    </p:spTree>
    <p:extLst>
      <p:ext uri="{BB962C8B-B14F-4D97-AF65-F5344CB8AC3E}">
        <p14:creationId xmlns:p14="http://schemas.microsoft.com/office/powerpoint/2010/main" val="17062399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46</a:t>
            </a:fld>
            <a:endParaRPr lang="sv-SE"/>
          </a:p>
        </p:txBody>
      </p:sp>
    </p:spTree>
    <p:extLst>
      <p:ext uri="{BB962C8B-B14F-4D97-AF65-F5344CB8AC3E}">
        <p14:creationId xmlns:p14="http://schemas.microsoft.com/office/powerpoint/2010/main" val="10503554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47</a:t>
            </a:fld>
            <a:endParaRPr lang="sv-SE"/>
          </a:p>
        </p:txBody>
      </p:sp>
    </p:spTree>
    <p:extLst>
      <p:ext uri="{BB962C8B-B14F-4D97-AF65-F5344CB8AC3E}">
        <p14:creationId xmlns:p14="http://schemas.microsoft.com/office/powerpoint/2010/main" val="30427818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48</a:t>
            </a:fld>
            <a:endParaRPr lang="sv-SE"/>
          </a:p>
        </p:txBody>
      </p:sp>
    </p:spTree>
    <p:extLst>
      <p:ext uri="{BB962C8B-B14F-4D97-AF65-F5344CB8AC3E}">
        <p14:creationId xmlns:p14="http://schemas.microsoft.com/office/powerpoint/2010/main" val="15902486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84235D-22AC-6342-A031-DEBB350D156D}" type="slidenum">
              <a:rPr lang="sv-SE" smtClean="0"/>
              <a:t>49</a:t>
            </a:fld>
            <a:endParaRPr lang="sv-SE"/>
          </a:p>
        </p:txBody>
      </p:sp>
    </p:spTree>
    <p:extLst>
      <p:ext uri="{BB962C8B-B14F-4D97-AF65-F5344CB8AC3E}">
        <p14:creationId xmlns:p14="http://schemas.microsoft.com/office/powerpoint/2010/main" val="30898914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Platshållare för bildobjekt 1">
            <a:extLst>
              <a:ext uri="{FF2B5EF4-FFF2-40B4-BE49-F238E27FC236}">
                <a16:creationId xmlns:a16="http://schemas.microsoft.com/office/drawing/2014/main" id="{B080A086-03F0-5AB6-AB8B-3DCC05926D7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Platshållare för anteckningar 2">
            <a:extLst>
              <a:ext uri="{FF2B5EF4-FFF2-40B4-BE49-F238E27FC236}">
                <a16:creationId xmlns:a16="http://schemas.microsoft.com/office/drawing/2014/main" id="{81AB6211-1D0E-5DFB-2A9B-F98DB50AFA5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sv-SE" altLang="sv-SE"/>
          </a:p>
        </p:txBody>
      </p:sp>
      <p:sp>
        <p:nvSpPr>
          <p:cNvPr id="95236" name="Platshållare för bildnummer 3">
            <a:extLst>
              <a:ext uri="{FF2B5EF4-FFF2-40B4-BE49-F238E27FC236}">
                <a16:creationId xmlns:a16="http://schemas.microsoft.com/office/drawing/2014/main" id="{5578A663-8CE6-CD33-3F60-94CDE0A932D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285DFFB1-F6EB-4946-9024-64370E779615}" type="slidenum">
              <a:rPr lang="sv-SE" altLang="sv-SE">
                <a:latin typeface="Calibri" panose="020F0502020204030204" pitchFamily="34" charset="0"/>
              </a:rPr>
              <a:pPr fontAlgn="base">
                <a:spcBef>
                  <a:spcPct val="0"/>
                </a:spcBef>
                <a:spcAft>
                  <a:spcPct val="0"/>
                </a:spcAft>
              </a:pPr>
              <a:t>52</a:t>
            </a:fld>
            <a:endParaRPr lang="sv-SE" altLang="sv-SE">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bild 1">
    <p:spTree>
      <p:nvGrpSpPr>
        <p:cNvPr id="1" name=""/>
        <p:cNvGrpSpPr/>
        <p:nvPr/>
      </p:nvGrpSpPr>
      <p:grpSpPr>
        <a:xfrm>
          <a:off x="0" y="0"/>
          <a:ext cx="0" cy="0"/>
          <a:chOff x="0" y="0"/>
          <a:chExt cx="0" cy="0"/>
        </a:xfrm>
      </p:grpSpPr>
      <p:pic>
        <p:nvPicPr>
          <p:cNvPr id="2" name="Bildobjekt 1">
            <a:extLst>
              <a:ext uri="{FF2B5EF4-FFF2-40B4-BE49-F238E27FC236}">
                <a16:creationId xmlns:a16="http://schemas.microsoft.com/office/drawing/2014/main" id="{9CABB5C8-340B-9E9E-122C-97AB716EBD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6032500"/>
            <a:ext cx="1752600" cy="13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ktangel 3">
            <a:extLst>
              <a:ext uri="{FF2B5EF4-FFF2-40B4-BE49-F238E27FC236}">
                <a16:creationId xmlns:a16="http://schemas.microsoft.com/office/drawing/2014/main" id="{EF93EA58-B3FB-B108-B550-51FA3A9D610E}"/>
              </a:ext>
            </a:extLst>
          </p:cNvPr>
          <p:cNvSpPr/>
          <p:nvPr/>
        </p:nvSpPr>
        <p:spPr>
          <a:xfrm>
            <a:off x="10169525" y="5610225"/>
            <a:ext cx="2022475" cy="1247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5" name="Bildobjekt 5" descr="En bild som visar skärmbild, Grafik, mönster, design&#10;&#10;Automatiskt genererad beskrivning">
            <a:extLst>
              <a:ext uri="{FF2B5EF4-FFF2-40B4-BE49-F238E27FC236}">
                <a16:creationId xmlns:a16="http://schemas.microsoft.com/office/drawing/2014/main" id="{58410208-3A3D-D6BD-BA17-6FFADA98E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3813" y="4678363"/>
            <a:ext cx="1984375"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Underrubrik 2"/>
          <p:cNvSpPr>
            <a:spLocks noGrp="1"/>
          </p:cNvSpPr>
          <p:nvPr>
            <p:ph type="subTitle" idx="1"/>
          </p:nvPr>
        </p:nvSpPr>
        <p:spPr>
          <a:xfrm>
            <a:off x="604435" y="2899692"/>
            <a:ext cx="10934052" cy="820544"/>
          </a:xfrm>
        </p:spPr>
        <p:txBody>
          <a:bodyPr>
            <a:noAutofit/>
          </a:bodyPr>
          <a:lstStyle>
            <a:lvl1pPr marL="0" indent="0" algn="ctr">
              <a:lnSpc>
                <a:spcPts val="24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dirty="0"/>
          </a:p>
        </p:txBody>
      </p:sp>
      <p:sp>
        <p:nvSpPr>
          <p:cNvPr id="14" name="Rubrik 13"/>
          <p:cNvSpPr>
            <a:spLocks noGrp="1"/>
          </p:cNvSpPr>
          <p:nvPr>
            <p:ph type="title"/>
          </p:nvPr>
        </p:nvSpPr>
        <p:spPr>
          <a:xfrm>
            <a:off x="604434" y="2121078"/>
            <a:ext cx="10934053" cy="757638"/>
          </a:xfrm>
          <a:prstGeom prst="rect">
            <a:avLst/>
          </a:prstGeom>
        </p:spPr>
        <p:txBody>
          <a:bodyPr anchor="b"/>
          <a:lstStyle>
            <a:lvl1pPr algn="ctr">
              <a:defRPr sz="4000"/>
            </a:lvl1pPr>
          </a:lstStyle>
          <a:p>
            <a:r>
              <a:rPr lang="en-US"/>
              <a:t>Click to edit Master title style</a:t>
            </a:r>
            <a:endParaRPr lang="sv-SE" dirty="0"/>
          </a:p>
        </p:txBody>
      </p:sp>
    </p:spTree>
    <p:extLst>
      <p:ext uri="{BB962C8B-B14F-4D97-AF65-F5344CB8AC3E}">
        <p14:creationId xmlns:p14="http://schemas.microsoft.com/office/powerpoint/2010/main" val="1515492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bild 2">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4969AB7-7904-F03E-A52B-47EFDDBE95BB}"/>
              </a:ext>
            </a:extLst>
          </p:cNvPr>
          <p:cNvSpPr/>
          <p:nvPr/>
        </p:nvSpPr>
        <p:spPr>
          <a:xfrm>
            <a:off x="200025" y="180975"/>
            <a:ext cx="11799888" cy="647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4" name="Bildobjekt 4">
            <a:extLst>
              <a:ext uri="{FF2B5EF4-FFF2-40B4-BE49-F238E27FC236}">
                <a16:creationId xmlns:a16="http://schemas.microsoft.com/office/drawing/2014/main" id="{FC0813F0-A0C2-267B-E537-8B04227EC4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1763" y="6026150"/>
            <a:ext cx="17780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Bildobjekt 5" descr="En bild som visar text, skärmbild, Teckensnitt, Grafik&#10;&#10;Automatiskt genererad beskrivning">
            <a:extLst>
              <a:ext uri="{FF2B5EF4-FFF2-40B4-BE49-F238E27FC236}">
                <a16:creationId xmlns:a16="http://schemas.microsoft.com/office/drawing/2014/main" id="{B0D56339-838D-6645-D58C-54919E634F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4802188"/>
            <a:ext cx="1828800"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Underrubrik 2"/>
          <p:cNvSpPr>
            <a:spLocks noGrp="1"/>
          </p:cNvSpPr>
          <p:nvPr>
            <p:ph type="subTitle" idx="1"/>
          </p:nvPr>
        </p:nvSpPr>
        <p:spPr>
          <a:xfrm>
            <a:off x="604435" y="2899692"/>
            <a:ext cx="10934052" cy="820544"/>
          </a:xfrm>
        </p:spPr>
        <p:txBody>
          <a:bodyPr>
            <a:noAutofit/>
          </a:bodyPr>
          <a:lstStyle>
            <a:lvl1pPr marL="0" indent="0" algn="ctr">
              <a:lnSpc>
                <a:spcPts val="24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dirty="0"/>
          </a:p>
        </p:txBody>
      </p:sp>
      <p:sp>
        <p:nvSpPr>
          <p:cNvPr id="7" name="Rubrik 13"/>
          <p:cNvSpPr>
            <a:spLocks noGrp="1"/>
          </p:cNvSpPr>
          <p:nvPr>
            <p:ph type="title"/>
          </p:nvPr>
        </p:nvSpPr>
        <p:spPr>
          <a:xfrm>
            <a:off x="604434" y="2121078"/>
            <a:ext cx="10934053" cy="757638"/>
          </a:xfrm>
          <a:prstGeom prst="rect">
            <a:avLst/>
          </a:prstGeom>
        </p:spPr>
        <p:txBody>
          <a:bodyPr anchor="b"/>
          <a:lstStyle>
            <a:lvl1pPr algn="ctr">
              <a:defRPr sz="4000">
                <a:solidFill>
                  <a:schemeClr val="bg1"/>
                </a:solidFill>
              </a:defRPr>
            </a:lvl1pPr>
          </a:lstStyle>
          <a:p>
            <a:r>
              <a:rPr lang="en-US"/>
              <a:t>Click to edit Master title style</a:t>
            </a:r>
            <a:endParaRPr lang="sv-SE" dirty="0"/>
          </a:p>
        </p:txBody>
      </p:sp>
    </p:spTree>
    <p:extLst>
      <p:ext uri="{BB962C8B-B14F-4D97-AF65-F5344CB8AC3E}">
        <p14:creationId xmlns:p14="http://schemas.microsoft.com/office/powerpoint/2010/main" val="3756626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 blå bakgr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DDB5AE-8DCA-F8A8-E760-2F1AB041ADE6}"/>
              </a:ext>
            </a:extLst>
          </p:cNvPr>
          <p:cNvSpPr/>
          <p:nvPr/>
        </p:nvSpPr>
        <p:spPr>
          <a:xfrm>
            <a:off x="200025" y="180975"/>
            <a:ext cx="11799888" cy="647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solidFill>
                <a:schemeClr val="tx2"/>
              </a:solidFill>
            </a:endParaRPr>
          </a:p>
        </p:txBody>
      </p:sp>
      <p:pic>
        <p:nvPicPr>
          <p:cNvPr id="5" name="Bildobjekt 4">
            <a:extLst>
              <a:ext uri="{FF2B5EF4-FFF2-40B4-BE49-F238E27FC236}">
                <a16:creationId xmlns:a16="http://schemas.microsoft.com/office/drawing/2014/main" id="{48E872D3-5370-953E-4FE3-7BD3107ED3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text, skärmbild, Teckensnitt, Grafik&#10;&#10;Automatiskt genererad beskrivning">
            <a:extLst>
              <a:ext uri="{FF2B5EF4-FFF2-40B4-BE49-F238E27FC236}">
                <a16:creationId xmlns:a16="http://schemas.microsoft.com/office/drawing/2014/main" id="{63FA4C47-413F-E596-28AE-474BECE032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6" y="2107768"/>
            <a:ext cx="9838516" cy="1305733"/>
          </a:xfrm>
          <a:prstGeom prst="rect">
            <a:avLst/>
          </a:prstGeom>
        </p:spPr>
        <p:txBody>
          <a:bodyPr anchor="b">
            <a:noAutofit/>
          </a:bodyPr>
          <a:lstStyle>
            <a:lvl1pPr>
              <a:defRPr sz="4000">
                <a:solidFill>
                  <a:schemeClr val="bg1"/>
                </a:solidFill>
              </a:defRPr>
            </a:lvl1pPr>
          </a:lstStyle>
          <a:p>
            <a:r>
              <a:rPr lang="en-US"/>
              <a:t>Click to edit Master title style</a:t>
            </a:r>
            <a:endParaRPr lang="sv-SE" dirty="0"/>
          </a:p>
        </p:txBody>
      </p:sp>
      <p:sp>
        <p:nvSpPr>
          <p:cNvPr id="3" name="Platshållare för text 2"/>
          <p:cNvSpPr>
            <a:spLocks noGrp="1"/>
          </p:cNvSpPr>
          <p:nvPr>
            <p:ph type="body" idx="1"/>
          </p:nvPr>
        </p:nvSpPr>
        <p:spPr>
          <a:xfrm>
            <a:off x="1204026" y="3401568"/>
            <a:ext cx="9838516" cy="1500187"/>
          </a:xfrm>
        </p:spPr>
        <p:txBody>
          <a:bodyPr>
            <a:noAutofit/>
          </a:bodyPr>
          <a:lstStyle>
            <a:lvl1pPr marL="0" indent="0">
              <a:lnSpc>
                <a:spcPts val="2900"/>
              </a:lnSpc>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Platshållare för datum 3">
            <a:extLst>
              <a:ext uri="{FF2B5EF4-FFF2-40B4-BE49-F238E27FC236}">
                <a16:creationId xmlns:a16="http://schemas.microsoft.com/office/drawing/2014/main" id="{D9B02A48-3507-A213-A64C-AA56CDABE5EF}"/>
              </a:ext>
            </a:extLst>
          </p:cNvPr>
          <p:cNvSpPr>
            <a:spLocks noGrp="1"/>
          </p:cNvSpPr>
          <p:nvPr>
            <p:ph type="dt" sz="half" idx="10"/>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A8EBAADE-C99E-D97A-3C9D-48C792D34CD8}"/>
              </a:ext>
            </a:extLst>
          </p:cNvPr>
          <p:cNvSpPr>
            <a:spLocks noGrp="1"/>
          </p:cNvSpPr>
          <p:nvPr>
            <p:ph type="sldNum" sz="quarter" idx="11"/>
          </p:nvPr>
        </p:nvSpPr>
        <p:spPr/>
        <p:txBody>
          <a:bodyPr/>
          <a:lstStyle>
            <a:lvl1pPr algn="l">
              <a:defRPr sz="700" b="0" i="0" smtClean="0">
                <a:solidFill>
                  <a:schemeClr val="bg1"/>
                </a:solidFill>
                <a:latin typeface="Arial" panose="020B0604020202020204" pitchFamily="34" charset="0"/>
              </a:defRPr>
            </a:lvl1pPr>
          </a:lstStyle>
          <a:p>
            <a:pPr>
              <a:defRPr/>
            </a:pPr>
            <a:fld id="{0DD00C6A-390C-40C6-BE46-A8A21CCB25A0}" type="slidenum">
              <a:rPr lang="sv-SE"/>
              <a:pPr>
                <a:defRPr/>
              </a:pPr>
              <a:t>‹#›</a:t>
            </a:fld>
            <a:endParaRPr lang="sv-SE" dirty="0"/>
          </a:p>
        </p:txBody>
      </p:sp>
    </p:spTree>
    <p:extLst>
      <p:ext uri="{BB962C8B-B14F-4D97-AF65-F5344CB8AC3E}">
        <p14:creationId xmlns:p14="http://schemas.microsoft.com/office/powerpoint/2010/main" val="2910922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Avsnittsrubrik – blå bakgr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107C8D-B169-5A35-4D87-665501223838}"/>
              </a:ext>
            </a:extLst>
          </p:cNvPr>
          <p:cNvSpPr/>
          <p:nvPr/>
        </p:nvSpPr>
        <p:spPr>
          <a:xfrm>
            <a:off x="200025" y="180975"/>
            <a:ext cx="11799888" cy="647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solidFill>
                <a:schemeClr val="tx2"/>
              </a:solidFill>
            </a:endParaRPr>
          </a:p>
        </p:txBody>
      </p:sp>
      <p:pic>
        <p:nvPicPr>
          <p:cNvPr id="5" name="Bildobjekt 4">
            <a:extLst>
              <a:ext uri="{FF2B5EF4-FFF2-40B4-BE49-F238E27FC236}">
                <a16:creationId xmlns:a16="http://schemas.microsoft.com/office/drawing/2014/main" id="{BE689E16-F433-6A62-F863-7572C5C42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text, skärmbild, Teckensnitt, Grafik&#10;&#10;Automatiskt genererad beskrivning">
            <a:extLst>
              <a:ext uri="{FF2B5EF4-FFF2-40B4-BE49-F238E27FC236}">
                <a16:creationId xmlns:a16="http://schemas.microsoft.com/office/drawing/2014/main" id="{7A2178A4-E12F-3377-7E1A-DCCDAE4418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6" y="2107768"/>
            <a:ext cx="9838516" cy="1305733"/>
          </a:xfrm>
          <a:prstGeom prst="rect">
            <a:avLst/>
          </a:prstGeom>
        </p:spPr>
        <p:txBody>
          <a:bodyPr anchor="b">
            <a:noAutofit/>
          </a:bodyPr>
          <a:lstStyle>
            <a:lvl1pPr>
              <a:defRPr sz="4000">
                <a:solidFill>
                  <a:schemeClr val="bg1"/>
                </a:solidFill>
              </a:defRPr>
            </a:lvl1pPr>
          </a:lstStyle>
          <a:p>
            <a:r>
              <a:rPr lang="en-US"/>
              <a:t>Click to edit Master title style</a:t>
            </a:r>
            <a:endParaRPr lang="sv-SE" dirty="0"/>
          </a:p>
        </p:txBody>
      </p:sp>
      <p:sp>
        <p:nvSpPr>
          <p:cNvPr id="3" name="Platshållare för text 2"/>
          <p:cNvSpPr>
            <a:spLocks noGrp="1"/>
          </p:cNvSpPr>
          <p:nvPr>
            <p:ph type="body" idx="1"/>
          </p:nvPr>
        </p:nvSpPr>
        <p:spPr>
          <a:xfrm>
            <a:off x="1204026" y="3401568"/>
            <a:ext cx="9838516" cy="1500187"/>
          </a:xfrm>
        </p:spPr>
        <p:txBody>
          <a:bodyPr>
            <a:noAutofit/>
          </a:bodyPr>
          <a:lstStyle>
            <a:lvl1pPr marL="0" indent="0">
              <a:lnSpc>
                <a:spcPts val="2900"/>
              </a:lnSpc>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Platshållare för datum 3">
            <a:extLst>
              <a:ext uri="{FF2B5EF4-FFF2-40B4-BE49-F238E27FC236}">
                <a16:creationId xmlns:a16="http://schemas.microsoft.com/office/drawing/2014/main" id="{FAFAC6D6-11C0-BFB0-29FC-7CED40B6C9DE}"/>
              </a:ext>
            </a:extLst>
          </p:cNvPr>
          <p:cNvSpPr>
            <a:spLocks noGrp="1"/>
          </p:cNvSpPr>
          <p:nvPr>
            <p:ph type="dt" sz="half" idx="10"/>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191C2DB8-BA5B-9E9D-8B31-469F800BE0A8}"/>
              </a:ext>
            </a:extLst>
          </p:cNvPr>
          <p:cNvSpPr>
            <a:spLocks noGrp="1"/>
          </p:cNvSpPr>
          <p:nvPr>
            <p:ph type="sldNum" sz="quarter" idx="11"/>
          </p:nvPr>
        </p:nvSpPr>
        <p:spPr/>
        <p:txBody>
          <a:bodyPr/>
          <a:lstStyle>
            <a:lvl1pPr algn="l">
              <a:defRPr sz="700" b="0" i="0" smtClean="0">
                <a:solidFill>
                  <a:schemeClr val="bg1"/>
                </a:solidFill>
                <a:latin typeface="Arial" panose="020B0604020202020204" pitchFamily="34" charset="0"/>
              </a:defRPr>
            </a:lvl1pPr>
          </a:lstStyle>
          <a:p>
            <a:pPr>
              <a:defRPr/>
            </a:pPr>
            <a:fld id="{C43C6192-FFF1-4301-8996-65EB2DAA520C}" type="slidenum">
              <a:rPr lang="sv-SE"/>
              <a:pPr>
                <a:defRPr/>
              </a:pPr>
              <a:t>‹#›</a:t>
            </a:fld>
            <a:endParaRPr lang="sv-SE" dirty="0"/>
          </a:p>
        </p:txBody>
      </p:sp>
    </p:spTree>
    <p:extLst>
      <p:ext uri="{BB962C8B-B14F-4D97-AF65-F5344CB8AC3E}">
        <p14:creationId xmlns:p14="http://schemas.microsoft.com/office/powerpoint/2010/main" val="3118726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Avsnittsrubrik – bildbakgr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6333DF-AA7D-6D9A-B436-40D55F28B2EA}"/>
              </a:ext>
            </a:extLst>
          </p:cNvPr>
          <p:cNvSpPr/>
          <p:nvPr/>
        </p:nvSpPr>
        <p:spPr>
          <a:xfrm>
            <a:off x="200025" y="180975"/>
            <a:ext cx="11799888" cy="647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solidFill>
                <a:schemeClr val="tx2"/>
              </a:solidFill>
            </a:endParaRPr>
          </a:p>
        </p:txBody>
      </p:sp>
      <p:pic>
        <p:nvPicPr>
          <p:cNvPr id="5" name="Bildobjekt 4">
            <a:extLst>
              <a:ext uri="{FF2B5EF4-FFF2-40B4-BE49-F238E27FC236}">
                <a16:creationId xmlns:a16="http://schemas.microsoft.com/office/drawing/2014/main" id="{0C87EE27-4AB0-407C-2CFD-D0CB76BC1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skärmbild, Grafik, mönster, design&#10;&#10;Automatiskt genererad beskrivning">
            <a:extLst>
              <a:ext uri="{FF2B5EF4-FFF2-40B4-BE49-F238E27FC236}">
                <a16:creationId xmlns:a16="http://schemas.microsoft.com/office/drawing/2014/main" id="{B0C7A4AE-599E-268D-C1A4-ECF583A2F0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6" y="2162014"/>
            <a:ext cx="9838516" cy="1251488"/>
          </a:xfrm>
          <a:prstGeom prst="rect">
            <a:avLst/>
          </a:prstGeom>
        </p:spPr>
        <p:txBody>
          <a:bodyPr anchor="b">
            <a:noAutofit/>
          </a:bodyPr>
          <a:lstStyle>
            <a:lvl1pPr>
              <a:defRPr sz="4000">
                <a:solidFill>
                  <a:schemeClr val="tx2"/>
                </a:solidFill>
              </a:defRPr>
            </a:lvl1pPr>
          </a:lstStyle>
          <a:p>
            <a:r>
              <a:rPr lang="en-US"/>
              <a:t>Click to edit Master title style</a:t>
            </a:r>
            <a:endParaRPr lang="sv-SE" dirty="0"/>
          </a:p>
        </p:txBody>
      </p:sp>
      <p:sp>
        <p:nvSpPr>
          <p:cNvPr id="3" name="Platshållare för text 2"/>
          <p:cNvSpPr>
            <a:spLocks noGrp="1"/>
          </p:cNvSpPr>
          <p:nvPr>
            <p:ph type="body" idx="1"/>
          </p:nvPr>
        </p:nvSpPr>
        <p:spPr>
          <a:xfrm>
            <a:off x="1204026" y="3429000"/>
            <a:ext cx="9838516" cy="1500187"/>
          </a:xfrm>
        </p:spPr>
        <p:txBody>
          <a:bodyPr>
            <a:noAutofit/>
          </a:bodyPr>
          <a:lstStyle>
            <a:lvl1pPr marL="0" indent="0">
              <a:lnSpc>
                <a:spcPts val="2900"/>
              </a:lnSpc>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Platshållare för datum 3">
            <a:extLst>
              <a:ext uri="{FF2B5EF4-FFF2-40B4-BE49-F238E27FC236}">
                <a16:creationId xmlns:a16="http://schemas.microsoft.com/office/drawing/2014/main" id="{51AB873E-1DF4-29CF-489E-EA768236ECDB}"/>
              </a:ext>
            </a:extLst>
          </p:cNvPr>
          <p:cNvSpPr>
            <a:spLocks noGrp="1"/>
          </p:cNvSpPr>
          <p:nvPr>
            <p:ph type="dt" sz="half" idx="10"/>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786C4311-892A-DAD5-D704-48A6A8DE1AAC}"/>
              </a:ext>
            </a:extLst>
          </p:cNvPr>
          <p:cNvSpPr>
            <a:spLocks noGrp="1"/>
          </p:cNvSpPr>
          <p:nvPr>
            <p:ph type="sldNum" sz="quarter" idx="11"/>
          </p:nvPr>
        </p:nvSpPr>
        <p:spPr/>
        <p:txBody>
          <a:bodyPr/>
          <a:lstStyle>
            <a:lvl1pPr algn="l">
              <a:defRPr sz="700" b="0" i="0" smtClean="0">
                <a:solidFill>
                  <a:schemeClr val="tx2"/>
                </a:solidFill>
                <a:latin typeface="Arial" panose="020B0604020202020204" pitchFamily="34" charset="0"/>
              </a:defRPr>
            </a:lvl1pPr>
          </a:lstStyle>
          <a:p>
            <a:pPr>
              <a:defRPr/>
            </a:pPr>
            <a:fld id="{3918AF36-B8A2-4543-9C83-9CF41F87FACD}" type="slidenum">
              <a:rPr lang="sv-SE"/>
              <a:pPr>
                <a:defRPr/>
              </a:pPr>
              <a:t>‹#›</a:t>
            </a:fld>
            <a:endParaRPr lang="sv-SE" dirty="0"/>
          </a:p>
        </p:txBody>
      </p:sp>
    </p:spTree>
    <p:extLst>
      <p:ext uri="{BB962C8B-B14F-4D97-AF65-F5344CB8AC3E}">
        <p14:creationId xmlns:p14="http://schemas.microsoft.com/office/powerpoint/2010/main" val="1258334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Avsnittsrubrik – bildbakgr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197768-E3A9-BC96-147C-E0D7C670CB3E}"/>
              </a:ext>
            </a:extLst>
          </p:cNvPr>
          <p:cNvSpPr/>
          <p:nvPr/>
        </p:nvSpPr>
        <p:spPr>
          <a:xfrm>
            <a:off x="200025" y="180975"/>
            <a:ext cx="11799888" cy="64770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solidFill>
                <a:schemeClr val="tx2"/>
              </a:solidFill>
            </a:endParaRPr>
          </a:p>
        </p:txBody>
      </p:sp>
      <p:pic>
        <p:nvPicPr>
          <p:cNvPr id="5" name="Bildobjekt 4">
            <a:extLst>
              <a:ext uri="{FF2B5EF4-FFF2-40B4-BE49-F238E27FC236}">
                <a16:creationId xmlns:a16="http://schemas.microsoft.com/office/drawing/2014/main" id="{1A57F4E7-260E-D4EF-E115-E07446ADD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skärmbild, Grafik, mönster, design&#10;&#10;Automatiskt genererad beskrivning">
            <a:extLst>
              <a:ext uri="{FF2B5EF4-FFF2-40B4-BE49-F238E27FC236}">
                <a16:creationId xmlns:a16="http://schemas.microsoft.com/office/drawing/2014/main" id="{4506F34B-ADFE-496D-8D55-A602D2033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6" y="2162014"/>
            <a:ext cx="9838516" cy="1251488"/>
          </a:xfrm>
          <a:prstGeom prst="rect">
            <a:avLst/>
          </a:prstGeom>
        </p:spPr>
        <p:txBody>
          <a:bodyPr anchor="b">
            <a:noAutofit/>
          </a:bodyPr>
          <a:lstStyle>
            <a:lvl1pPr>
              <a:defRPr sz="4000">
                <a:solidFill>
                  <a:schemeClr val="tx2"/>
                </a:solidFill>
              </a:defRPr>
            </a:lvl1pPr>
          </a:lstStyle>
          <a:p>
            <a:r>
              <a:rPr lang="en-US"/>
              <a:t>Click to edit Master title style</a:t>
            </a:r>
            <a:endParaRPr lang="sv-SE" dirty="0"/>
          </a:p>
        </p:txBody>
      </p:sp>
      <p:sp>
        <p:nvSpPr>
          <p:cNvPr id="3" name="Platshållare för text 2"/>
          <p:cNvSpPr>
            <a:spLocks noGrp="1"/>
          </p:cNvSpPr>
          <p:nvPr>
            <p:ph type="body" idx="1"/>
          </p:nvPr>
        </p:nvSpPr>
        <p:spPr>
          <a:xfrm>
            <a:off x="1204026" y="3429000"/>
            <a:ext cx="9838516" cy="1500187"/>
          </a:xfrm>
        </p:spPr>
        <p:txBody>
          <a:bodyPr>
            <a:noAutofit/>
          </a:bodyPr>
          <a:lstStyle>
            <a:lvl1pPr marL="0" indent="0">
              <a:lnSpc>
                <a:spcPts val="2900"/>
              </a:lnSpc>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Platshållare för datum 3">
            <a:extLst>
              <a:ext uri="{FF2B5EF4-FFF2-40B4-BE49-F238E27FC236}">
                <a16:creationId xmlns:a16="http://schemas.microsoft.com/office/drawing/2014/main" id="{3756AC6A-F318-9FB7-2463-B87E809AC78D}"/>
              </a:ext>
            </a:extLst>
          </p:cNvPr>
          <p:cNvSpPr>
            <a:spLocks noGrp="1"/>
          </p:cNvSpPr>
          <p:nvPr>
            <p:ph type="dt" sz="half" idx="10"/>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C2AAD270-EBEB-2B60-1EA4-3F5EFFA18CD0}"/>
              </a:ext>
            </a:extLst>
          </p:cNvPr>
          <p:cNvSpPr>
            <a:spLocks noGrp="1"/>
          </p:cNvSpPr>
          <p:nvPr>
            <p:ph type="sldNum" sz="quarter" idx="11"/>
          </p:nvPr>
        </p:nvSpPr>
        <p:spPr/>
        <p:txBody>
          <a:bodyPr/>
          <a:lstStyle>
            <a:lvl1pPr algn="l">
              <a:defRPr sz="700" b="0" i="0" smtClean="0">
                <a:solidFill>
                  <a:schemeClr val="tx2"/>
                </a:solidFill>
                <a:latin typeface="Arial" panose="020B0604020202020204" pitchFamily="34" charset="0"/>
              </a:defRPr>
            </a:lvl1pPr>
          </a:lstStyle>
          <a:p>
            <a:pPr>
              <a:defRPr/>
            </a:pPr>
            <a:fld id="{DCBEFC39-6316-4C5F-AA1F-57961B198AA2}" type="slidenum">
              <a:rPr lang="sv-SE"/>
              <a:pPr>
                <a:defRPr/>
              </a:pPr>
              <a:t>‹#›</a:t>
            </a:fld>
            <a:endParaRPr lang="sv-SE" dirty="0"/>
          </a:p>
        </p:txBody>
      </p:sp>
    </p:spTree>
    <p:extLst>
      <p:ext uri="{BB962C8B-B14F-4D97-AF65-F5344CB8AC3E}">
        <p14:creationId xmlns:p14="http://schemas.microsoft.com/office/powerpoint/2010/main" val="1336116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vsnittsrubrik – bildbakgrund">
    <p:spTree>
      <p:nvGrpSpPr>
        <p:cNvPr id="1" name=""/>
        <p:cNvGrpSpPr/>
        <p:nvPr/>
      </p:nvGrpSpPr>
      <p:grpSpPr>
        <a:xfrm>
          <a:off x="0" y="0"/>
          <a:ext cx="0" cy="0"/>
          <a:chOff x="0" y="0"/>
          <a:chExt cx="0" cy="0"/>
        </a:xfrm>
      </p:grpSpPr>
      <p:pic>
        <p:nvPicPr>
          <p:cNvPr id="4" name="Bildobjekt 1">
            <a:extLst>
              <a:ext uri="{FF2B5EF4-FFF2-40B4-BE49-F238E27FC236}">
                <a16:creationId xmlns:a16="http://schemas.microsoft.com/office/drawing/2014/main" id="{61F4D4C5-15A7-572B-200C-BD58756C94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4" descr="En bild som visar skärmbild, Grafik, mönster, design&#10;&#10;Automatiskt genererad beskrivning">
            <a:extLst>
              <a:ext uri="{FF2B5EF4-FFF2-40B4-BE49-F238E27FC236}">
                <a16:creationId xmlns:a16="http://schemas.microsoft.com/office/drawing/2014/main" id="{BB6BD613-E5AD-EC81-9A1E-3056817886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latshållare för bild 4"/>
          <p:cNvSpPr>
            <a:spLocks noGrp="1"/>
          </p:cNvSpPr>
          <p:nvPr>
            <p:ph type="pic" sz="quarter" idx="10"/>
          </p:nvPr>
        </p:nvSpPr>
        <p:spPr>
          <a:xfrm>
            <a:off x="0" y="0"/>
            <a:ext cx="12192000" cy="6858000"/>
          </a:xfrm>
          <a:solidFill>
            <a:schemeClr val="bg1">
              <a:lumMod val="85000"/>
            </a:schemeClr>
          </a:solid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2" name="Rubrik 1"/>
          <p:cNvSpPr>
            <a:spLocks noGrp="1"/>
          </p:cNvSpPr>
          <p:nvPr>
            <p:ph type="title"/>
          </p:nvPr>
        </p:nvSpPr>
        <p:spPr>
          <a:xfrm>
            <a:off x="1204026" y="2162014"/>
            <a:ext cx="9838516" cy="1251488"/>
          </a:xfrm>
          <a:prstGeom prst="rect">
            <a:avLst/>
          </a:prstGeom>
        </p:spPr>
        <p:txBody>
          <a:bodyPr anchor="b">
            <a:noAutofit/>
          </a:bodyPr>
          <a:lstStyle>
            <a:lvl1pPr>
              <a:defRPr sz="4000">
                <a:solidFill>
                  <a:schemeClr val="tx1"/>
                </a:solidFill>
              </a:defRPr>
            </a:lvl1pPr>
          </a:lstStyle>
          <a:p>
            <a:r>
              <a:rPr lang="en-US"/>
              <a:t>Click to edit Master title style</a:t>
            </a:r>
            <a:endParaRPr lang="sv-SE" dirty="0"/>
          </a:p>
        </p:txBody>
      </p:sp>
      <p:sp>
        <p:nvSpPr>
          <p:cNvPr id="3" name="Platshållare för text 2"/>
          <p:cNvSpPr>
            <a:spLocks noGrp="1"/>
          </p:cNvSpPr>
          <p:nvPr>
            <p:ph type="body" idx="1"/>
          </p:nvPr>
        </p:nvSpPr>
        <p:spPr>
          <a:xfrm>
            <a:off x="1204026" y="3429000"/>
            <a:ext cx="9838516" cy="1500187"/>
          </a:xfrm>
        </p:spPr>
        <p:txBody>
          <a:bodyPr>
            <a:noAutofit/>
          </a:bodyPr>
          <a:lstStyle>
            <a:lvl1pPr marL="0" indent="0">
              <a:lnSpc>
                <a:spcPts val="2900"/>
              </a:lnSpc>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101647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ubrik, text i 2-spalt - vit">
    <p:spTree>
      <p:nvGrpSpPr>
        <p:cNvPr id="1" name=""/>
        <p:cNvGrpSpPr/>
        <p:nvPr/>
      </p:nvGrpSpPr>
      <p:grpSpPr>
        <a:xfrm>
          <a:off x="0" y="0"/>
          <a:ext cx="0" cy="0"/>
          <a:chOff x="0" y="0"/>
          <a:chExt cx="0" cy="0"/>
        </a:xfrm>
      </p:grpSpPr>
      <p:pic>
        <p:nvPicPr>
          <p:cNvPr id="3" name="Bildobjekt 1">
            <a:extLst>
              <a:ext uri="{FF2B5EF4-FFF2-40B4-BE49-F238E27FC236}">
                <a16:creationId xmlns:a16="http://schemas.microsoft.com/office/drawing/2014/main" id="{7EF68D48-A400-841D-552E-371667050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6" y="1040607"/>
            <a:ext cx="9470598" cy="1600200"/>
          </a:xfrm>
          <a:prstGeom prst="rect">
            <a:avLst/>
          </a:prstGeom>
        </p:spPr>
        <p:txBody>
          <a:bodyPr anchor="b">
            <a:noAutofit/>
          </a:bodyPr>
          <a:lstStyle>
            <a:lvl1pPr>
              <a:defRPr sz="3600" b="1"/>
            </a:lvl1pPr>
          </a:lstStyle>
          <a:p>
            <a:r>
              <a:rPr lang="en-US"/>
              <a:t>Click to edit Master title style</a:t>
            </a:r>
            <a:endParaRPr lang="sv-SE" dirty="0"/>
          </a:p>
        </p:txBody>
      </p:sp>
      <p:sp>
        <p:nvSpPr>
          <p:cNvPr id="7" name="Platshållare för text 2"/>
          <p:cNvSpPr>
            <a:spLocks noGrp="1"/>
          </p:cNvSpPr>
          <p:nvPr>
            <p:ph type="body" idx="1"/>
          </p:nvPr>
        </p:nvSpPr>
        <p:spPr>
          <a:xfrm>
            <a:off x="1204026" y="2688609"/>
            <a:ext cx="9838516" cy="2902424"/>
          </a:xfrm>
        </p:spPr>
        <p:txBody>
          <a:bodyPr numCol="2" spcCol="360000">
            <a:noAutofit/>
          </a:bodyPr>
          <a:lstStyle>
            <a:lvl1pPr marL="0" indent="0">
              <a:lnSpc>
                <a:spcPts val="2500"/>
              </a:lnSpc>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E45FBD42-6C42-57BC-5F4F-CF6ED064A672}"/>
              </a:ext>
            </a:extLst>
          </p:cNvPr>
          <p:cNvSpPr>
            <a:spLocks noGrp="1"/>
          </p:cNvSpPr>
          <p:nvPr>
            <p:ph type="dt" sz="half" idx="10"/>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5" name="Platshållare för bildnummer 5">
            <a:extLst>
              <a:ext uri="{FF2B5EF4-FFF2-40B4-BE49-F238E27FC236}">
                <a16:creationId xmlns:a16="http://schemas.microsoft.com/office/drawing/2014/main" id="{1D5E4E06-DF50-D0BD-4D98-2C91B5F54765}"/>
              </a:ext>
            </a:extLst>
          </p:cNvPr>
          <p:cNvSpPr>
            <a:spLocks noGrp="1"/>
          </p:cNvSpPr>
          <p:nvPr>
            <p:ph type="sldNum" sz="quarter" idx="11"/>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5D53AC6D-AA17-467C-8E61-9A5AB4BA3BC5}" type="slidenum">
              <a:rPr lang="sv-SE"/>
              <a:pPr>
                <a:defRPr/>
              </a:pPr>
              <a:t>‹#›</a:t>
            </a:fld>
            <a:endParaRPr lang="sv-SE" dirty="0"/>
          </a:p>
        </p:txBody>
      </p:sp>
    </p:spTree>
    <p:extLst>
      <p:ext uri="{BB962C8B-B14F-4D97-AF65-F5344CB8AC3E}">
        <p14:creationId xmlns:p14="http://schemas.microsoft.com/office/powerpoint/2010/main" val="12409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Rubrik, text i 2-spalt - grå">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49BDB35-5D4A-8E80-5057-91C1D5230708}"/>
              </a:ext>
            </a:extLst>
          </p:cNvPr>
          <p:cNvSpPr/>
          <p:nvPr/>
        </p:nvSpPr>
        <p:spPr>
          <a:xfrm>
            <a:off x="200025" y="180975"/>
            <a:ext cx="11799888" cy="647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5" name="Bildobjekt 4">
            <a:extLst>
              <a:ext uri="{FF2B5EF4-FFF2-40B4-BE49-F238E27FC236}">
                <a16:creationId xmlns:a16="http://schemas.microsoft.com/office/drawing/2014/main" id="{F81B8D56-78DD-723D-6F76-E5FF568476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text, skärmbild, Teckensnitt, Grafik&#10;&#10;Automatiskt genererad beskrivning">
            <a:extLst>
              <a:ext uri="{FF2B5EF4-FFF2-40B4-BE49-F238E27FC236}">
                <a16:creationId xmlns:a16="http://schemas.microsoft.com/office/drawing/2014/main" id="{F58FCCC6-1867-3E99-A75C-16F0BEC8F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6" y="1125400"/>
            <a:ext cx="9470598" cy="1507646"/>
          </a:xfrm>
          <a:prstGeom prst="rect">
            <a:avLst/>
          </a:prstGeom>
        </p:spPr>
        <p:txBody>
          <a:bodyPr anchor="b">
            <a:noAutofit/>
          </a:bodyPr>
          <a:lstStyle>
            <a:lvl1pPr>
              <a:defRPr sz="3600">
                <a:solidFill>
                  <a:schemeClr val="bg1"/>
                </a:solidFill>
              </a:defRPr>
            </a:lvl1pPr>
          </a:lstStyle>
          <a:p>
            <a:r>
              <a:rPr lang="en-US"/>
              <a:t>Click to edit Master title style</a:t>
            </a:r>
            <a:endParaRPr lang="sv-SE" dirty="0"/>
          </a:p>
        </p:txBody>
      </p:sp>
      <p:sp>
        <p:nvSpPr>
          <p:cNvPr id="3" name="Platshållare för text 2"/>
          <p:cNvSpPr>
            <a:spLocks noGrp="1"/>
          </p:cNvSpPr>
          <p:nvPr>
            <p:ph type="body" idx="1"/>
          </p:nvPr>
        </p:nvSpPr>
        <p:spPr>
          <a:xfrm>
            <a:off x="1204026" y="2688609"/>
            <a:ext cx="9838516" cy="2902424"/>
          </a:xfrm>
        </p:spPr>
        <p:txBody>
          <a:bodyPr numCol="2" spcCol="360000">
            <a:noAutofit/>
          </a:bodyPr>
          <a:lstStyle>
            <a:lvl1pPr marL="0" indent="0">
              <a:lnSpc>
                <a:spcPts val="2500"/>
              </a:lnSpc>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Platshållare för datum 3">
            <a:extLst>
              <a:ext uri="{FF2B5EF4-FFF2-40B4-BE49-F238E27FC236}">
                <a16:creationId xmlns:a16="http://schemas.microsoft.com/office/drawing/2014/main" id="{2E2CBA1B-12C2-4453-EAE6-79E58D774EF0}"/>
              </a:ext>
            </a:extLst>
          </p:cNvPr>
          <p:cNvSpPr>
            <a:spLocks noGrp="1"/>
          </p:cNvSpPr>
          <p:nvPr>
            <p:ph type="dt" sz="half" idx="10"/>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11F955D1-44EF-E3D5-3C9C-52C0E7BFBAD3}"/>
              </a:ext>
            </a:extLst>
          </p:cNvPr>
          <p:cNvSpPr>
            <a:spLocks noGrp="1"/>
          </p:cNvSpPr>
          <p:nvPr>
            <p:ph type="sldNum" sz="quarter" idx="11"/>
          </p:nvPr>
        </p:nvSpPr>
        <p:spPr/>
        <p:txBody>
          <a:bodyPr/>
          <a:lstStyle>
            <a:lvl1pPr algn="l">
              <a:defRPr sz="700" b="0" i="0" smtClean="0">
                <a:solidFill>
                  <a:schemeClr val="bg1"/>
                </a:solidFill>
                <a:latin typeface="Arial" panose="020B0604020202020204" pitchFamily="34" charset="0"/>
              </a:defRPr>
            </a:lvl1pPr>
          </a:lstStyle>
          <a:p>
            <a:pPr>
              <a:defRPr/>
            </a:pPr>
            <a:fld id="{E32E7E73-F5CE-4AF2-BE6E-7D708E348AA6}" type="slidenum">
              <a:rPr lang="sv-SE"/>
              <a:pPr>
                <a:defRPr/>
              </a:pPr>
              <a:t>‹#›</a:t>
            </a:fld>
            <a:endParaRPr lang="sv-SE" dirty="0"/>
          </a:p>
        </p:txBody>
      </p:sp>
    </p:spTree>
    <p:extLst>
      <p:ext uri="{BB962C8B-B14F-4D97-AF65-F5344CB8AC3E}">
        <p14:creationId xmlns:p14="http://schemas.microsoft.com/office/powerpoint/2010/main" val="4070330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Rubrik, text i 2-spalt - grå">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FB38C7-EB09-3D4C-47EB-4BE932DB11E3}"/>
              </a:ext>
            </a:extLst>
          </p:cNvPr>
          <p:cNvSpPr/>
          <p:nvPr/>
        </p:nvSpPr>
        <p:spPr>
          <a:xfrm>
            <a:off x="200025" y="180975"/>
            <a:ext cx="11799888" cy="647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5" name="Bildobjekt 4">
            <a:extLst>
              <a:ext uri="{FF2B5EF4-FFF2-40B4-BE49-F238E27FC236}">
                <a16:creationId xmlns:a16="http://schemas.microsoft.com/office/drawing/2014/main" id="{A06ADA01-F592-7A88-EC3A-8954576703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text, skärmbild, Teckensnitt, Grafik&#10;&#10;Automatiskt genererad beskrivning">
            <a:extLst>
              <a:ext uri="{FF2B5EF4-FFF2-40B4-BE49-F238E27FC236}">
                <a16:creationId xmlns:a16="http://schemas.microsoft.com/office/drawing/2014/main" id="{13A20253-126E-0100-D94F-3EA1AE6BD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6" y="1125400"/>
            <a:ext cx="9470598" cy="1507646"/>
          </a:xfrm>
          <a:prstGeom prst="rect">
            <a:avLst/>
          </a:prstGeom>
        </p:spPr>
        <p:txBody>
          <a:bodyPr anchor="b">
            <a:noAutofit/>
          </a:bodyPr>
          <a:lstStyle>
            <a:lvl1pPr>
              <a:defRPr sz="3600">
                <a:solidFill>
                  <a:schemeClr val="bg1"/>
                </a:solidFill>
              </a:defRPr>
            </a:lvl1pPr>
          </a:lstStyle>
          <a:p>
            <a:r>
              <a:rPr lang="en-US"/>
              <a:t>Click to edit Master title style</a:t>
            </a:r>
            <a:endParaRPr lang="sv-SE" dirty="0"/>
          </a:p>
        </p:txBody>
      </p:sp>
      <p:sp>
        <p:nvSpPr>
          <p:cNvPr id="3" name="Platshållare för text 2"/>
          <p:cNvSpPr>
            <a:spLocks noGrp="1"/>
          </p:cNvSpPr>
          <p:nvPr>
            <p:ph type="body" idx="1"/>
          </p:nvPr>
        </p:nvSpPr>
        <p:spPr>
          <a:xfrm>
            <a:off x="1204026" y="2688609"/>
            <a:ext cx="9838516" cy="2902424"/>
          </a:xfrm>
        </p:spPr>
        <p:txBody>
          <a:bodyPr numCol="2" spcCol="360000">
            <a:noAutofit/>
          </a:bodyPr>
          <a:lstStyle>
            <a:lvl1pPr marL="0" indent="0">
              <a:lnSpc>
                <a:spcPts val="2500"/>
              </a:lnSpc>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Platshållare för datum 3">
            <a:extLst>
              <a:ext uri="{FF2B5EF4-FFF2-40B4-BE49-F238E27FC236}">
                <a16:creationId xmlns:a16="http://schemas.microsoft.com/office/drawing/2014/main" id="{D1227E6D-9189-570E-04A0-8DD5D79A5062}"/>
              </a:ext>
            </a:extLst>
          </p:cNvPr>
          <p:cNvSpPr>
            <a:spLocks noGrp="1"/>
          </p:cNvSpPr>
          <p:nvPr>
            <p:ph type="dt" sz="half" idx="10"/>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D92E67F3-5F0B-4567-23B4-0608088D724E}"/>
              </a:ext>
            </a:extLst>
          </p:cNvPr>
          <p:cNvSpPr>
            <a:spLocks noGrp="1"/>
          </p:cNvSpPr>
          <p:nvPr>
            <p:ph type="sldNum" sz="quarter" idx="11"/>
          </p:nvPr>
        </p:nvSpPr>
        <p:spPr/>
        <p:txBody>
          <a:bodyPr/>
          <a:lstStyle>
            <a:lvl1pPr algn="l">
              <a:defRPr sz="700" b="0" i="0" smtClean="0">
                <a:solidFill>
                  <a:schemeClr val="bg1"/>
                </a:solidFill>
                <a:latin typeface="Arial" panose="020B0604020202020204" pitchFamily="34" charset="0"/>
              </a:defRPr>
            </a:lvl1pPr>
          </a:lstStyle>
          <a:p>
            <a:pPr>
              <a:defRPr/>
            </a:pPr>
            <a:fld id="{E5AA027E-CF57-4E0F-A4EB-74ACCC554461}" type="slidenum">
              <a:rPr lang="sv-SE"/>
              <a:pPr>
                <a:defRPr/>
              </a:pPr>
              <a:t>‹#›</a:t>
            </a:fld>
            <a:endParaRPr lang="sv-SE" dirty="0"/>
          </a:p>
        </p:txBody>
      </p:sp>
    </p:spTree>
    <p:extLst>
      <p:ext uri="{BB962C8B-B14F-4D97-AF65-F5344CB8AC3E}">
        <p14:creationId xmlns:p14="http://schemas.microsoft.com/office/powerpoint/2010/main" val="3040195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brik, text i 2-spalt - grå">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C71033-0092-6F4D-131B-9A62A9BDBCA0}"/>
              </a:ext>
            </a:extLst>
          </p:cNvPr>
          <p:cNvSpPr/>
          <p:nvPr/>
        </p:nvSpPr>
        <p:spPr>
          <a:xfrm>
            <a:off x="200025" y="180975"/>
            <a:ext cx="11799888" cy="647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5" name="Bildobjekt 4">
            <a:extLst>
              <a:ext uri="{FF2B5EF4-FFF2-40B4-BE49-F238E27FC236}">
                <a16:creationId xmlns:a16="http://schemas.microsoft.com/office/drawing/2014/main" id="{AE763879-13F2-F896-17EF-0A756ADBEB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skärmbild, Grafik, mönster, design&#10;&#10;Automatiskt genererad beskrivning">
            <a:extLst>
              <a:ext uri="{FF2B5EF4-FFF2-40B4-BE49-F238E27FC236}">
                <a16:creationId xmlns:a16="http://schemas.microsoft.com/office/drawing/2014/main" id="{4C0078D4-BB0E-56CC-FC82-8E5802BEB5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6" y="1125400"/>
            <a:ext cx="9470598" cy="1507646"/>
          </a:xfrm>
          <a:prstGeom prst="rect">
            <a:avLst/>
          </a:prstGeom>
        </p:spPr>
        <p:txBody>
          <a:bodyPr anchor="b">
            <a:noAutofit/>
          </a:bodyPr>
          <a:lstStyle>
            <a:lvl1pPr>
              <a:defRPr sz="3600">
                <a:solidFill>
                  <a:schemeClr val="tx2"/>
                </a:solidFill>
              </a:defRPr>
            </a:lvl1pPr>
          </a:lstStyle>
          <a:p>
            <a:r>
              <a:rPr lang="en-US"/>
              <a:t>Click to edit Master title style</a:t>
            </a:r>
            <a:endParaRPr lang="sv-SE" dirty="0"/>
          </a:p>
        </p:txBody>
      </p:sp>
      <p:sp>
        <p:nvSpPr>
          <p:cNvPr id="3" name="Platshållare för text 2"/>
          <p:cNvSpPr>
            <a:spLocks noGrp="1"/>
          </p:cNvSpPr>
          <p:nvPr>
            <p:ph type="body" idx="1"/>
          </p:nvPr>
        </p:nvSpPr>
        <p:spPr>
          <a:xfrm>
            <a:off x="1204026" y="2688609"/>
            <a:ext cx="9838516" cy="2902424"/>
          </a:xfrm>
        </p:spPr>
        <p:txBody>
          <a:bodyPr numCol="2" spcCol="360000">
            <a:noAutofit/>
          </a:bodyPr>
          <a:lstStyle>
            <a:lvl1pPr marL="0" indent="0">
              <a:lnSpc>
                <a:spcPts val="2500"/>
              </a:lnSpc>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Platshållare för datum 3">
            <a:extLst>
              <a:ext uri="{FF2B5EF4-FFF2-40B4-BE49-F238E27FC236}">
                <a16:creationId xmlns:a16="http://schemas.microsoft.com/office/drawing/2014/main" id="{5F0BA6E5-FEDC-E47C-A6B1-8DDCC59D52F8}"/>
              </a:ext>
            </a:extLst>
          </p:cNvPr>
          <p:cNvSpPr>
            <a:spLocks noGrp="1"/>
          </p:cNvSpPr>
          <p:nvPr>
            <p:ph type="dt" sz="half" idx="10"/>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DB66D496-2964-318C-D58E-B521F14877FD}"/>
              </a:ext>
            </a:extLst>
          </p:cNvPr>
          <p:cNvSpPr>
            <a:spLocks noGrp="1"/>
          </p:cNvSpPr>
          <p:nvPr>
            <p:ph type="sldNum" sz="quarter" idx="11"/>
          </p:nvPr>
        </p:nvSpPr>
        <p:spPr/>
        <p:txBody>
          <a:bodyPr/>
          <a:lstStyle>
            <a:lvl1pPr algn="l">
              <a:defRPr sz="700" b="0" i="0" smtClean="0">
                <a:solidFill>
                  <a:schemeClr val="tx2"/>
                </a:solidFill>
                <a:latin typeface="Arial" panose="020B0604020202020204" pitchFamily="34" charset="0"/>
              </a:defRPr>
            </a:lvl1pPr>
          </a:lstStyle>
          <a:p>
            <a:pPr>
              <a:defRPr/>
            </a:pPr>
            <a:fld id="{5268C293-DAB8-4B0C-A8C6-20024B513B71}" type="slidenum">
              <a:rPr lang="sv-SE"/>
              <a:pPr>
                <a:defRPr/>
              </a:pPr>
              <a:t>‹#›</a:t>
            </a:fld>
            <a:endParaRPr lang="sv-SE" dirty="0"/>
          </a:p>
        </p:txBody>
      </p:sp>
    </p:spTree>
    <p:extLst>
      <p:ext uri="{BB962C8B-B14F-4D97-AF65-F5344CB8AC3E}">
        <p14:creationId xmlns:p14="http://schemas.microsoft.com/office/powerpoint/2010/main" val="1163648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Rubrik, text i 2-spalt - grå">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ECC389-C793-9CBA-29D8-78C8AB4373D1}"/>
              </a:ext>
            </a:extLst>
          </p:cNvPr>
          <p:cNvSpPr/>
          <p:nvPr/>
        </p:nvSpPr>
        <p:spPr>
          <a:xfrm>
            <a:off x="200025" y="180975"/>
            <a:ext cx="11799888" cy="6477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5" name="Bildobjekt 4">
            <a:extLst>
              <a:ext uri="{FF2B5EF4-FFF2-40B4-BE49-F238E27FC236}">
                <a16:creationId xmlns:a16="http://schemas.microsoft.com/office/drawing/2014/main" id="{90CD6116-CB5C-D0AF-E1EF-A3233A1A1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skärmbild, Grafik, mönster, design&#10;&#10;Automatiskt genererad beskrivning">
            <a:extLst>
              <a:ext uri="{FF2B5EF4-FFF2-40B4-BE49-F238E27FC236}">
                <a16:creationId xmlns:a16="http://schemas.microsoft.com/office/drawing/2014/main" id="{BEBF649D-DEC5-0BA1-1461-0AD99D1FC1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6" y="1125400"/>
            <a:ext cx="9470598" cy="1507646"/>
          </a:xfrm>
          <a:prstGeom prst="rect">
            <a:avLst/>
          </a:prstGeom>
        </p:spPr>
        <p:txBody>
          <a:bodyPr anchor="b">
            <a:noAutofit/>
          </a:bodyPr>
          <a:lstStyle>
            <a:lvl1pPr>
              <a:defRPr sz="3600">
                <a:solidFill>
                  <a:schemeClr val="tx2"/>
                </a:solidFill>
              </a:defRPr>
            </a:lvl1pPr>
          </a:lstStyle>
          <a:p>
            <a:r>
              <a:rPr lang="en-US"/>
              <a:t>Click to edit Master title style</a:t>
            </a:r>
            <a:endParaRPr lang="sv-SE" dirty="0"/>
          </a:p>
        </p:txBody>
      </p:sp>
      <p:sp>
        <p:nvSpPr>
          <p:cNvPr id="3" name="Platshållare för text 2"/>
          <p:cNvSpPr>
            <a:spLocks noGrp="1"/>
          </p:cNvSpPr>
          <p:nvPr>
            <p:ph type="body" idx="1"/>
          </p:nvPr>
        </p:nvSpPr>
        <p:spPr>
          <a:xfrm>
            <a:off x="1204026" y="2688609"/>
            <a:ext cx="9838516" cy="2902424"/>
          </a:xfrm>
        </p:spPr>
        <p:txBody>
          <a:bodyPr numCol="2" spcCol="360000">
            <a:noAutofit/>
          </a:bodyPr>
          <a:lstStyle>
            <a:lvl1pPr marL="0" indent="0">
              <a:lnSpc>
                <a:spcPts val="2500"/>
              </a:lnSpc>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Platshållare för datum 3">
            <a:extLst>
              <a:ext uri="{FF2B5EF4-FFF2-40B4-BE49-F238E27FC236}">
                <a16:creationId xmlns:a16="http://schemas.microsoft.com/office/drawing/2014/main" id="{0993AA17-1D99-EF99-5540-33D5E952833F}"/>
              </a:ext>
            </a:extLst>
          </p:cNvPr>
          <p:cNvSpPr>
            <a:spLocks noGrp="1"/>
          </p:cNvSpPr>
          <p:nvPr>
            <p:ph type="dt" sz="half" idx="10"/>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6181D1EB-9732-94B8-3985-86F84018EBEF}"/>
              </a:ext>
            </a:extLst>
          </p:cNvPr>
          <p:cNvSpPr>
            <a:spLocks noGrp="1"/>
          </p:cNvSpPr>
          <p:nvPr>
            <p:ph type="sldNum" sz="quarter" idx="11"/>
          </p:nvPr>
        </p:nvSpPr>
        <p:spPr/>
        <p:txBody>
          <a:bodyPr/>
          <a:lstStyle>
            <a:lvl1pPr algn="l">
              <a:defRPr sz="700" b="0" i="0" smtClean="0">
                <a:solidFill>
                  <a:schemeClr val="tx2"/>
                </a:solidFill>
                <a:latin typeface="Arial" panose="020B0604020202020204" pitchFamily="34" charset="0"/>
              </a:defRPr>
            </a:lvl1pPr>
          </a:lstStyle>
          <a:p>
            <a:pPr>
              <a:defRPr/>
            </a:pPr>
            <a:fld id="{BE6BA68C-5849-4404-8879-E7834E576B74}" type="slidenum">
              <a:rPr lang="sv-SE"/>
              <a:pPr>
                <a:defRPr/>
              </a:pPr>
              <a:t>‹#›</a:t>
            </a:fld>
            <a:endParaRPr lang="sv-SE" dirty="0"/>
          </a:p>
        </p:txBody>
      </p:sp>
    </p:spTree>
    <p:extLst>
      <p:ext uri="{BB962C8B-B14F-4D97-AF65-F5344CB8AC3E}">
        <p14:creationId xmlns:p14="http://schemas.microsoft.com/office/powerpoint/2010/main" val="2121318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ubrik, text, objekt">
    <p:spTree>
      <p:nvGrpSpPr>
        <p:cNvPr id="1" name=""/>
        <p:cNvGrpSpPr/>
        <p:nvPr/>
      </p:nvGrpSpPr>
      <p:grpSpPr>
        <a:xfrm>
          <a:off x="0" y="0"/>
          <a:ext cx="0" cy="0"/>
          <a:chOff x="0" y="0"/>
          <a:chExt cx="0" cy="0"/>
        </a:xfrm>
      </p:grpSpPr>
      <p:pic>
        <p:nvPicPr>
          <p:cNvPr id="3" name="Bildobjekt 1">
            <a:extLst>
              <a:ext uri="{FF2B5EF4-FFF2-40B4-BE49-F238E27FC236}">
                <a16:creationId xmlns:a16="http://schemas.microsoft.com/office/drawing/2014/main" id="{6DA5BE1B-8A3C-FDD5-85B7-93CF25561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5" y="1303389"/>
            <a:ext cx="6111175" cy="1325563"/>
          </a:xfrm>
          <a:prstGeom prst="rect">
            <a:avLst/>
          </a:prstGeom>
        </p:spPr>
        <p:txBody>
          <a:bodyPr anchor="b">
            <a:noAutofit/>
          </a:bodyPr>
          <a:lstStyle>
            <a:lvl1pPr>
              <a:defRPr sz="3200"/>
            </a:lvl1pPr>
          </a:lstStyle>
          <a:p>
            <a:r>
              <a:rPr lang="en-US"/>
              <a:t>Click to edit Master title style</a:t>
            </a:r>
            <a:endParaRPr lang="sv-SE" dirty="0"/>
          </a:p>
        </p:txBody>
      </p:sp>
      <p:sp>
        <p:nvSpPr>
          <p:cNvPr id="10" name="Platshållare för text 9"/>
          <p:cNvSpPr>
            <a:spLocks noGrp="1"/>
          </p:cNvSpPr>
          <p:nvPr>
            <p:ph type="body" sz="quarter" idx="13"/>
          </p:nvPr>
        </p:nvSpPr>
        <p:spPr>
          <a:xfrm>
            <a:off x="1204026" y="2704991"/>
            <a:ext cx="6111174" cy="2835275"/>
          </a:xfrm>
        </p:spPr>
        <p:txBody>
          <a:bodyPr>
            <a:noAutofit/>
          </a:bodyPr>
          <a:lstStyle>
            <a:lvl1pPr marL="0" indent="0">
              <a:lnSpc>
                <a:spcPts val="2900"/>
              </a:lnSpc>
              <a:spcBef>
                <a:spcPts val="600"/>
              </a:spcBef>
              <a:buNone/>
              <a:defRPr sz="2400"/>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4" name="Platshållare för innehåll 3"/>
          <p:cNvSpPr>
            <a:spLocks noGrp="1"/>
          </p:cNvSpPr>
          <p:nvPr>
            <p:ph sz="quarter" idx="14"/>
          </p:nvPr>
        </p:nvSpPr>
        <p:spPr>
          <a:xfrm>
            <a:off x="7494588" y="1303338"/>
            <a:ext cx="4067175" cy="4237037"/>
          </a:xfrm>
        </p:spPr>
        <p:txBody>
          <a:bodyPr/>
          <a:lstStyle>
            <a:lvl1pPr marL="0" indent="0">
              <a:buNone/>
              <a:defRPr sz="1400" b="1">
                <a:solidFill>
                  <a:schemeClr val="tx1">
                    <a:lumMod val="65000"/>
                    <a:lumOff val="35000"/>
                  </a:schemeClr>
                </a:solidFill>
              </a:defRPr>
            </a:lvl1pPr>
          </a:lstStyle>
          <a:p>
            <a:pPr lvl="0"/>
            <a:r>
              <a:rPr lang="en-US"/>
              <a:t>Click to edit Master text styles</a:t>
            </a:r>
          </a:p>
        </p:txBody>
      </p:sp>
      <p:sp>
        <p:nvSpPr>
          <p:cNvPr id="5" name="Platshållare för datum 3">
            <a:extLst>
              <a:ext uri="{FF2B5EF4-FFF2-40B4-BE49-F238E27FC236}">
                <a16:creationId xmlns:a16="http://schemas.microsoft.com/office/drawing/2014/main" id="{2568AA1A-B5B2-B602-8224-37B62DA085BE}"/>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A5699D86-2974-9F2C-07C5-5EC83BBCF83E}"/>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AFA55DBA-B7E5-487A-8AD3-509AA939A1BD}" type="slidenum">
              <a:rPr lang="sv-SE"/>
              <a:pPr>
                <a:defRPr/>
              </a:pPr>
              <a:t>‹#›</a:t>
            </a:fld>
            <a:endParaRPr lang="sv-SE" dirty="0"/>
          </a:p>
        </p:txBody>
      </p:sp>
    </p:spTree>
    <p:extLst>
      <p:ext uri="{BB962C8B-B14F-4D97-AF65-F5344CB8AC3E}">
        <p14:creationId xmlns:p14="http://schemas.microsoft.com/office/powerpoint/2010/main" val="1311665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Rubrik, text, faktaruta">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0B890D11-45EB-0602-C062-E0B6AD794A0D}"/>
              </a:ext>
            </a:extLst>
          </p:cNvPr>
          <p:cNvSpPr/>
          <p:nvPr/>
        </p:nvSpPr>
        <p:spPr>
          <a:xfrm>
            <a:off x="8502650" y="0"/>
            <a:ext cx="36893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5" name="Bildobjekt 4">
            <a:extLst>
              <a:ext uri="{FF2B5EF4-FFF2-40B4-BE49-F238E27FC236}">
                <a16:creationId xmlns:a16="http://schemas.microsoft.com/office/drawing/2014/main" id="{9439D154-6002-B923-18F0-0C7C208E24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text, skärmbild, Teckensnitt, Grafik&#10;&#10;Automatiskt genererad beskrivning">
            <a:extLst>
              <a:ext uri="{FF2B5EF4-FFF2-40B4-BE49-F238E27FC236}">
                <a16:creationId xmlns:a16="http://schemas.microsoft.com/office/drawing/2014/main" id="{5C1E1388-A13A-739C-81CB-C6E597218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5" y="1303389"/>
            <a:ext cx="6111175" cy="1325563"/>
          </a:xfrm>
          <a:prstGeom prst="rect">
            <a:avLst/>
          </a:prstGeom>
        </p:spPr>
        <p:txBody>
          <a:bodyPr anchor="b">
            <a:noAutofit/>
          </a:bodyPr>
          <a:lstStyle>
            <a:lvl1pPr>
              <a:defRPr sz="3200"/>
            </a:lvl1pPr>
          </a:lstStyle>
          <a:p>
            <a:r>
              <a:rPr lang="en-US"/>
              <a:t>Click to edit Master title style</a:t>
            </a:r>
            <a:endParaRPr lang="sv-SE" dirty="0"/>
          </a:p>
        </p:txBody>
      </p:sp>
      <p:sp>
        <p:nvSpPr>
          <p:cNvPr id="10" name="Platshållare för text 9"/>
          <p:cNvSpPr>
            <a:spLocks noGrp="1"/>
          </p:cNvSpPr>
          <p:nvPr>
            <p:ph type="body" sz="quarter" idx="13"/>
          </p:nvPr>
        </p:nvSpPr>
        <p:spPr>
          <a:xfrm>
            <a:off x="1204026" y="2704991"/>
            <a:ext cx="6111174" cy="2835275"/>
          </a:xfrm>
        </p:spPr>
        <p:txBody>
          <a:bodyPr>
            <a:noAutofit/>
          </a:bodyPr>
          <a:lstStyle>
            <a:lvl1pPr marL="0" indent="0">
              <a:lnSpc>
                <a:spcPts val="2900"/>
              </a:lnSpc>
              <a:spcBef>
                <a:spcPts val="600"/>
              </a:spcBef>
              <a:buNone/>
              <a:defRPr sz="2400"/>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4" name="Platshållare för text 3"/>
          <p:cNvSpPr>
            <a:spLocks noGrp="1"/>
          </p:cNvSpPr>
          <p:nvPr>
            <p:ph type="body" sz="quarter" idx="14"/>
          </p:nvPr>
        </p:nvSpPr>
        <p:spPr>
          <a:xfrm>
            <a:off x="8919327" y="788503"/>
            <a:ext cx="2839536" cy="4973657"/>
          </a:xfrm>
          <a:noFill/>
        </p:spPr>
        <p:txBody>
          <a:bodyPr/>
          <a:lstStyle>
            <a:lvl1pPr marL="0" indent="0">
              <a:lnSpc>
                <a:spcPts val="2400"/>
              </a:lnSpc>
              <a:buNone/>
              <a:defRPr sz="2000" i="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latshållare för datum 3">
            <a:extLst>
              <a:ext uri="{FF2B5EF4-FFF2-40B4-BE49-F238E27FC236}">
                <a16:creationId xmlns:a16="http://schemas.microsoft.com/office/drawing/2014/main" id="{32E733A9-7120-A2CD-2C25-1F71E9A94C29}"/>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13FAFD17-A27C-A580-BBAE-57A3CE7592EE}"/>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9E7A4DDE-F952-43A4-BC8A-E3CA76947DE6}" type="slidenum">
              <a:rPr lang="sv-SE"/>
              <a:pPr>
                <a:defRPr/>
              </a:pPr>
              <a:t>‹#›</a:t>
            </a:fld>
            <a:endParaRPr lang="sv-SE" dirty="0"/>
          </a:p>
        </p:txBody>
      </p:sp>
    </p:spTree>
    <p:extLst>
      <p:ext uri="{BB962C8B-B14F-4D97-AF65-F5344CB8AC3E}">
        <p14:creationId xmlns:p14="http://schemas.microsoft.com/office/powerpoint/2010/main" val="607549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Rubrik, text, faktaruta">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16210DCC-0E85-1EB1-7511-48E1D4022349}"/>
              </a:ext>
            </a:extLst>
          </p:cNvPr>
          <p:cNvSpPr/>
          <p:nvPr/>
        </p:nvSpPr>
        <p:spPr>
          <a:xfrm>
            <a:off x="8502650" y="0"/>
            <a:ext cx="36893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5" name="Bildobjekt 4">
            <a:extLst>
              <a:ext uri="{FF2B5EF4-FFF2-40B4-BE49-F238E27FC236}">
                <a16:creationId xmlns:a16="http://schemas.microsoft.com/office/drawing/2014/main" id="{38D70E9B-A4D6-0B24-5238-4207675F1A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text, skärmbild, Teckensnitt, Grafik&#10;&#10;Automatiskt genererad beskrivning">
            <a:extLst>
              <a:ext uri="{FF2B5EF4-FFF2-40B4-BE49-F238E27FC236}">
                <a16:creationId xmlns:a16="http://schemas.microsoft.com/office/drawing/2014/main" id="{D8670BB1-9810-565D-6B10-C154D7A26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5" y="1303389"/>
            <a:ext cx="6111175" cy="1325563"/>
          </a:xfrm>
          <a:prstGeom prst="rect">
            <a:avLst/>
          </a:prstGeom>
        </p:spPr>
        <p:txBody>
          <a:bodyPr anchor="b">
            <a:noAutofit/>
          </a:bodyPr>
          <a:lstStyle>
            <a:lvl1pPr>
              <a:defRPr sz="3200"/>
            </a:lvl1pPr>
          </a:lstStyle>
          <a:p>
            <a:r>
              <a:rPr lang="en-US"/>
              <a:t>Click to edit Master title style</a:t>
            </a:r>
            <a:endParaRPr lang="sv-SE" dirty="0"/>
          </a:p>
        </p:txBody>
      </p:sp>
      <p:sp>
        <p:nvSpPr>
          <p:cNvPr id="10" name="Platshållare för text 9"/>
          <p:cNvSpPr>
            <a:spLocks noGrp="1"/>
          </p:cNvSpPr>
          <p:nvPr>
            <p:ph type="body" sz="quarter" idx="13"/>
          </p:nvPr>
        </p:nvSpPr>
        <p:spPr>
          <a:xfrm>
            <a:off x="1204026" y="2704991"/>
            <a:ext cx="6111174" cy="2835275"/>
          </a:xfrm>
        </p:spPr>
        <p:txBody>
          <a:bodyPr>
            <a:noAutofit/>
          </a:bodyPr>
          <a:lstStyle>
            <a:lvl1pPr marL="0" indent="0">
              <a:lnSpc>
                <a:spcPts val="2900"/>
              </a:lnSpc>
              <a:spcBef>
                <a:spcPts val="600"/>
              </a:spcBef>
              <a:buNone/>
              <a:defRPr sz="2400"/>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4" name="Platshållare för text 3"/>
          <p:cNvSpPr>
            <a:spLocks noGrp="1"/>
          </p:cNvSpPr>
          <p:nvPr>
            <p:ph type="body" sz="quarter" idx="14"/>
          </p:nvPr>
        </p:nvSpPr>
        <p:spPr>
          <a:xfrm>
            <a:off x="8919327" y="788503"/>
            <a:ext cx="2839536" cy="4973657"/>
          </a:xfrm>
          <a:noFill/>
        </p:spPr>
        <p:txBody>
          <a:bodyPr/>
          <a:lstStyle>
            <a:lvl1pPr marL="0" indent="0">
              <a:lnSpc>
                <a:spcPts val="2400"/>
              </a:lnSpc>
              <a:buNone/>
              <a:defRPr sz="2000" i="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latshållare för datum 3">
            <a:extLst>
              <a:ext uri="{FF2B5EF4-FFF2-40B4-BE49-F238E27FC236}">
                <a16:creationId xmlns:a16="http://schemas.microsoft.com/office/drawing/2014/main" id="{18C0E406-2C5B-A0F1-848A-3A67064E6EE4}"/>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CDBDE0B1-349B-33D9-4A8A-6EBBB2203154}"/>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5DFC723F-543C-4B20-8B7F-8FEA45394ECA}" type="slidenum">
              <a:rPr lang="sv-SE"/>
              <a:pPr>
                <a:defRPr/>
              </a:pPr>
              <a:t>‹#›</a:t>
            </a:fld>
            <a:endParaRPr lang="sv-SE" dirty="0"/>
          </a:p>
        </p:txBody>
      </p:sp>
    </p:spTree>
    <p:extLst>
      <p:ext uri="{BB962C8B-B14F-4D97-AF65-F5344CB8AC3E}">
        <p14:creationId xmlns:p14="http://schemas.microsoft.com/office/powerpoint/2010/main" val="39744241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ubrik, text, faktaruta">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257A6385-220F-4E98-B8A1-93B786432C97}"/>
              </a:ext>
            </a:extLst>
          </p:cNvPr>
          <p:cNvSpPr/>
          <p:nvPr/>
        </p:nvSpPr>
        <p:spPr>
          <a:xfrm>
            <a:off x="8502650" y="0"/>
            <a:ext cx="368935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5" name="Bildobjekt 4">
            <a:extLst>
              <a:ext uri="{FF2B5EF4-FFF2-40B4-BE49-F238E27FC236}">
                <a16:creationId xmlns:a16="http://schemas.microsoft.com/office/drawing/2014/main" id="{D52B80F8-39F3-08B6-BF79-9886C26E69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skärmbild, Grafik, mönster, design&#10;&#10;Automatiskt genererad beskrivning">
            <a:extLst>
              <a:ext uri="{FF2B5EF4-FFF2-40B4-BE49-F238E27FC236}">
                <a16:creationId xmlns:a16="http://schemas.microsoft.com/office/drawing/2014/main" id="{01AF7F78-4601-21FE-B5DB-1A9CBEBFB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5" y="1303389"/>
            <a:ext cx="6111175" cy="1325563"/>
          </a:xfrm>
          <a:prstGeom prst="rect">
            <a:avLst/>
          </a:prstGeom>
        </p:spPr>
        <p:txBody>
          <a:bodyPr anchor="b">
            <a:noAutofit/>
          </a:bodyPr>
          <a:lstStyle>
            <a:lvl1pPr>
              <a:defRPr sz="3200"/>
            </a:lvl1pPr>
          </a:lstStyle>
          <a:p>
            <a:r>
              <a:rPr lang="en-US"/>
              <a:t>Click to edit Master title style</a:t>
            </a:r>
            <a:endParaRPr lang="sv-SE" dirty="0"/>
          </a:p>
        </p:txBody>
      </p:sp>
      <p:sp>
        <p:nvSpPr>
          <p:cNvPr id="10" name="Platshållare för text 9"/>
          <p:cNvSpPr>
            <a:spLocks noGrp="1"/>
          </p:cNvSpPr>
          <p:nvPr>
            <p:ph type="body" sz="quarter" idx="13"/>
          </p:nvPr>
        </p:nvSpPr>
        <p:spPr>
          <a:xfrm>
            <a:off x="1204026" y="2704991"/>
            <a:ext cx="6111174" cy="2835275"/>
          </a:xfrm>
        </p:spPr>
        <p:txBody>
          <a:bodyPr>
            <a:noAutofit/>
          </a:bodyPr>
          <a:lstStyle>
            <a:lvl1pPr marL="0" indent="0">
              <a:lnSpc>
                <a:spcPts val="2900"/>
              </a:lnSpc>
              <a:spcBef>
                <a:spcPts val="600"/>
              </a:spcBef>
              <a:buNone/>
              <a:defRPr sz="2400"/>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4" name="Platshållare för text 3"/>
          <p:cNvSpPr>
            <a:spLocks noGrp="1"/>
          </p:cNvSpPr>
          <p:nvPr>
            <p:ph type="body" sz="quarter" idx="14"/>
          </p:nvPr>
        </p:nvSpPr>
        <p:spPr>
          <a:xfrm>
            <a:off x="8919327" y="788503"/>
            <a:ext cx="2839536" cy="4973657"/>
          </a:xfrm>
        </p:spPr>
        <p:txBody>
          <a:bodyPr/>
          <a:lstStyle>
            <a:lvl1pPr marL="0" indent="0">
              <a:lnSpc>
                <a:spcPts val="2400"/>
              </a:lnSpc>
              <a:buNone/>
              <a:defRPr sz="2000" i="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latshållare för datum 3">
            <a:extLst>
              <a:ext uri="{FF2B5EF4-FFF2-40B4-BE49-F238E27FC236}">
                <a16:creationId xmlns:a16="http://schemas.microsoft.com/office/drawing/2014/main" id="{A47748BB-8EEC-6E1F-1BE8-6EE2F367BB41}"/>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BDA6F4AB-F6F1-027B-2895-B566695722B6}"/>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A2C301CE-CC1D-4003-B3E3-3473FF6B6DF7}" type="slidenum">
              <a:rPr lang="sv-SE"/>
              <a:pPr>
                <a:defRPr/>
              </a:pPr>
              <a:t>‹#›</a:t>
            </a:fld>
            <a:endParaRPr lang="sv-SE" dirty="0"/>
          </a:p>
        </p:txBody>
      </p:sp>
    </p:spTree>
    <p:extLst>
      <p:ext uri="{BB962C8B-B14F-4D97-AF65-F5344CB8AC3E}">
        <p14:creationId xmlns:p14="http://schemas.microsoft.com/office/powerpoint/2010/main" val="2944035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Rubrik, text, faktaruta">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729CA432-4F7B-8E8F-189F-E8C3AE3F2016}"/>
              </a:ext>
            </a:extLst>
          </p:cNvPr>
          <p:cNvSpPr/>
          <p:nvPr/>
        </p:nvSpPr>
        <p:spPr>
          <a:xfrm>
            <a:off x="8502650" y="0"/>
            <a:ext cx="368935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5" name="Bildobjekt 4">
            <a:extLst>
              <a:ext uri="{FF2B5EF4-FFF2-40B4-BE49-F238E27FC236}">
                <a16:creationId xmlns:a16="http://schemas.microsoft.com/office/drawing/2014/main" id="{ED20AB41-459F-81CC-F195-58C59975F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5" descr="En bild som visar skärmbild, Grafik, mönster, design&#10;&#10;Automatiskt genererad beskrivning">
            <a:extLst>
              <a:ext uri="{FF2B5EF4-FFF2-40B4-BE49-F238E27FC236}">
                <a16:creationId xmlns:a16="http://schemas.microsoft.com/office/drawing/2014/main" id="{D14AAA45-900D-CFF1-0A9F-CE43EAFFB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1204025" y="1303389"/>
            <a:ext cx="6111175" cy="1325563"/>
          </a:xfrm>
          <a:prstGeom prst="rect">
            <a:avLst/>
          </a:prstGeom>
        </p:spPr>
        <p:txBody>
          <a:bodyPr anchor="b">
            <a:noAutofit/>
          </a:bodyPr>
          <a:lstStyle>
            <a:lvl1pPr>
              <a:defRPr sz="3200"/>
            </a:lvl1pPr>
          </a:lstStyle>
          <a:p>
            <a:r>
              <a:rPr lang="en-US"/>
              <a:t>Click to edit Master title style</a:t>
            </a:r>
            <a:endParaRPr lang="sv-SE" dirty="0"/>
          </a:p>
        </p:txBody>
      </p:sp>
      <p:sp>
        <p:nvSpPr>
          <p:cNvPr id="10" name="Platshållare för text 9"/>
          <p:cNvSpPr>
            <a:spLocks noGrp="1"/>
          </p:cNvSpPr>
          <p:nvPr>
            <p:ph type="body" sz="quarter" idx="13"/>
          </p:nvPr>
        </p:nvSpPr>
        <p:spPr>
          <a:xfrm>
            <a:off x="1204026" y="2704991"/>
            <a:ext cx="6111174" cy="2835275"/>
          </a:xfrm>
        </p:spPr>
        <p:txBody>
          <a:bodyPr>
            <a:noAutofit/>
          </a:bodyPr>
          <a:lstStyle>
            <a:lvl1pPr marL="0" indent="0">
              <a:lnSpc>
                <a:spcPts val="2900"/>
              </a:lnSpc>
              <a:spcBef>
                <a:spcPts val="600"/>
              </a:spcBef>
              <a:buNone/>
              <a:defRPr sz="2400"/>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4" name="Platshållare för text 3"/>
          <p:cNvSpPr>
            <a:spLocks noGrp="1"/>
          </p:cNvSpPr>
          <p:nvPr>
            <p:ph type="body" sz="quarter" idx="14"/>
          </p:nvPr>
        </p:nvSpPr>
        <p:spPr>
          <a:xfrm>
            <a:off x="8919327" y="788503"/>
            <a:ext cx="2839536" cy="4973657"/>
          </a:xfrm>
        </p:spPr>
        <p:txBody>
          <a:bodyPr/>
          <a:lstStyle>
            <a:lvl1pPr marL="0" indent="0">
              <a:lnSpc>
                <a:spcPts val="2400"/>
              </a:lnSpc>
              <a:buNone/>
              <a:defRPr sz="2000" i="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latshållare för datum 3">
            <a:extLst>
              <a:ext uri="{FF2B5EF4-FFF2-40B4-BE49-F238E27FC236}">
                <a16:creationId xmlns:a16="http://schemas.microsoft.com/office/drawing/2014/main" id="{9977406D-A541-B389-66B9-17FA97D263CF}"/>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26A0275C-C654-5927-8E0A-D79F8A8EEFF0}"/>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FE0AAFA6-5782-4B91-A166-1599BE72B4F1}" type="slidenum">
              <a:rPr lang="sv-SE"/>
              <a:pPr>
                <a:defRPr/>
              </a:pPr>
              <a:t>‹#›</a:t>
            </a:fld>
            <a:endParaRPr lang="sv-SE" dirty="0"/>
          </a:p>
        </p:txBody>
      </p:sp>
    </p:spTree>
    <p:extLst>
      <p:ext uri="{BB962C8B-B14F-4D97-AF65-F5344CB8AC3E}">
        <p14:creationId xmlns:p14="http://schemas.microsoft.com/office/powerpoint/2010/main" val="10693477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ubrik, kortare text">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7DF4A8B6-A8FC-4E16-73F8-6EFDCB3F879B}"/>
              </a:ext>
            </a:extLst>
          </p:cNvPr>
          <p:cNvSpPr/>
          <p:nvPr/>
        </p:nvSpPr>
        <p:spPr>
          <a:xfrm>
            <a:off x="200025" y="180975"/>
            <a:ext cx="11799888" cy="647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cxnSp>
        <p:nvCxnSpPr>
          <p:cNvPr id="4" name="Rak 10">
            <a:extLst>
              <a:ext uri="{FF2B5EF4-FFF2-40B4-BE49-F238E27FC236}">
                <a16:creationId xmlns:a16="http://schemas.microsoft.com/office/drawing/2014/main" id="{F8F11C23-DB71-8667-EE23-825DF66DADBC}"/>
              </a:ext>
            </a:extLst>
          </p:cNvPr>
          <p:cNvCxnSpPr/>
          <p:nvPr/>
        </p:nvCxnSpPr>
        <p:spPr>
          <a:xfrm>
            <a:off x="3859213" y="2341563"/>
            <a:ext cx="0" cy="19018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Bildobjekt 5">
            <a:extLst>
              <a:ext uri="{FF2B5EF4-FFF2-40B4-BE49-F238E27FC236}">
                <a16:creationId xmlns:a16="http://schemas.microsoft.com/office/drawing/2014/main" id="{9F43DDF5-D7C3-00A7-A2EE-69DEE8243B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7" descr="En bild som visar text, skärmbild, Teckensnitt, Grafik&#10;&#10;Automatiskt genererad beskrivning">
            <a:extLst>
              <a:ext uri="{FF2B5EF4-FFF2-40B4-BE49-F238E27FC236}">
                <a16:creationId xmlns:a16="http://schemas.microsoft.com/office/drawing/2014/main" id="{7B932B5A-4A3F-2A86-23AE-0CEF4EF7D6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672021" y="2299715"/>
            <a:ext cx="2999232" cy="1901952"/>
          </a:xfrm>
          <a:prstGeom prst="rect">
            <a:avLst/>
          </a:prstGeom>
        </p:spPr>
        <p:txBody>
          <a:bodyPr>
            <a:noAutofit/>
          </a:bodyPr>
          <a:lstStyle>
            <a:lvl1pPr algn="r">
              <a:lnSpc>
                <a:spcPts val="3600"/>
              </a:lnSpc>
              <a:defRPr sz="3000">
                <a:solidFill>
                  <a:schemeClr val="bg1"/>
                </a:solidFill>
              </a:defRPr>
            </a:lvl1pPr>
          </a:lstStyle>
          <a:p>
            <a:r>
              <a:rPr lang="en-US"/>
              <a:t>Click to edit Master title style</a:t>
            </a:r>
            <a:endParaRPr lang="sv-SE" dirty="0"/>
          </a:p>
        </p:txBody>
      </p:sp>
      <p:sp>
        <p:nvSpPr>
          <p:cNvPr id="7" name="Platshållare för text 2"/>
          <p:cNvSpPr>
            <a:spLocks noGrp="1"/>
          </p:cNvSpPr>
          <p:nvPr>
            <p:ph type="body" idx="1"/>
          </p:nvPr>
        </p:nvSpPr>
        <p:spPr>
          <a:xfrm>
            <a:off x="4039057" y="2299715"/>
            <a:ext cx="6715379" cy="1943101"/>
          </a:xfrm>
        </p:spPr>
        <p:txBody>
          <a:bodyPr spcCol="360000" anchor="ctr">
            <a:noAutofit/>
          </a:bodyPr>
          <a:lstStyle>
            <a:lvl1pPr marL="0" indent="0">
              <a:lnSpc>
                <a:spcPts val="2500"/>
              </a:lnSpc>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a:p>
            <a:pPr lvl="1"/>
            <a:r>
              <a:rPr lang="en-US"/>
              <a:t>Second level</a:t>
            </a:r>
          </a:p>
        </p:txBody>
      </p:sp>
      <p:sp>
        <p:nvSpPr>
          <p:cNvPr id="8" name="Platshållare för datum 3">
            <a:extLst>
              <a:ext uri="{FF2B5EF4-FFF2-40B4-BE49-F238E27FC236}">
                <a16:creationId xmlns:a16="http://schemas.microsoft.com/office/drawing/2014/main" id="{4F9DAD25-D68B-7212-06BC-F8261A5AF72C}"/>
              </a:ext>
            </a:extLst>
          </p:cNvPr>
          <p:cNvSpPr>
            <a:spLocks noGrp="1"/>
          </p:cNvSpPr>
          <p:nvPr>
            <p:ph type="dt" sz="half" idx="10"/>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9" name="Platshållare för bildnummer 5">
            <a:extLst>
              <a:ext uri="{FF2B5EF4-FFF2-40B4-BE49-F238E27FC236}">
                <a16:creationId xmlns:a16="http://schemas.microsoft.com/office/drawing/2014/main" id="{551DFFD1-E3F1-09C0-D10A-44305255CD45}"/>
              </a:ext>
            </a:extLst>
          </p:cNvPr>
          <p:cNvSpPr>
            <a:spLocks noGrp="1"/>
          </p:cNvSpPr>
          <p:nvPr>
            <p:ph type="sldNum" sz="quarter" idx="11"/>
          </p:nvPr>
        </p:nvSpPr>
        <p:spPr/>
        <p:txBody>
          <a:bodyPr/>
          <a:lstStyle>
            <a:lvl1pPr algn="l">
              <a:defRPr sz="700" b="0" i="0" smtClean="0">
                <a:solidFill>
                  <a:schemeClr val="bg1"/>
                </a:solidFill>
                <a:latin typeface="Arial" panose="020B0604020202020204" pitchFamily="34" charset="0"/>
              </a:defRPr>
            </a:lvl1pPr>
          </a:lstStyle>
          <a:p>
            <a:pPr>
              <a:defRPr/>
            </a:pPr>
            <a:fld id="{84DBB884-41D8-4AA1-A482-499D9F784ECC}" type="slidenum">
              <a:rPr lang="sv-SE"/>
              <a:pPr>
                <a:defRPr/>
              </a:pPr>
              <a:t>‹#›</a:t>
            </a:fld>
            <a:endParaRPr lang="sv-SE" dirty="0"/>
          </a:p>
        </p:txBody>
      </p:sp>
    </p:spTree>
    <p:extLst>
      <p:ext uri="{BB962C8B-B14F-4D97-AF65-F5344CB8AC3E}">
        <p14:creationId xmlns:p14="http://schemas.microsoft.com/office/powerpoint/2010/main" val="2777240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Rubrik, kortare text">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452A2BD8-5589-6919-2B4A-5FEC1E217DFE}"/>
              </a:ext>
            </a:extLst>
          </p:cNvPr>
          <p:cNvSpPr/>
          <p:nvPr/>
        </p:nvSpPr>
        <p:spPr>
          <a:xfrm>
            <a:off x="200025" y="180975"/>
            <a:ext cx="11799888" cy="647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cxnSp>
        <p:nvCxnSpPr>
          <p:cNvPr id="4" name="Rak 10">
            <a:extLst>
              <a:ext uri="{FF2B5EF4-FFF2-40B4-BE49-F238E27FC236}">
                <a16:creationId xmlns:a16="http://schemas.microsoft.com/office/drawing/2014/main" id="{0137FEB2-53C1-A603-4A4E-2C10593E6F84}"/>
              </a:ext>
            </a:extLst>
          </p:cNvPr>
          <p:cNvCxnSpPr/>
          <p:nvPr/>
        </p:nvCxnSpPr>
        <p:spPr>
          <a:xfrm>
            <a:off x="3859213" y="2341563"/>
            <a:ext cx="0" cy="19018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Bildobjekt 5">
            <a:extLst>
              <a:ext uri="{FF2B5EF4-FFF2-40B4-BE49-F238E27FC236}">
                <a16:creationId xmlns:a16="http://schemas.microsoft.com/office/drawing/2014/main" id="{09E52492-F627-A1B4-2E6E-E5EDF8524D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7" descr="En bild som visar text, skärmbild, Teckensnitt, Grafik&#10;&#10;Automatiskt genererad beskrivning">
            <a:extLst>
              <a:ext uri="{FF2B5EF4-FFF2-40B4-BE49-F238E27FC236}">
                <a16:creationId xmlns:a16="http://schemas.microsoft.com/office/drawing/2014/main" id="{F82A512E-9139-55E7-C95B-2FFC113A31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672021" y="2299715"/>
            <a:ext cx="2999232" cy="1901952"/>
          </a:xfrm>
          <a:prstGeom prst="rect">
            <a:avLst/>
          </a:prstGeom>
        </p:spPr>
        <p:txBody>
          <a:bodyPr>
            <a:noAutofit/>
          </a:bodyPr>
          <a:lstStyle>
            <a:lvl1pPr algn="r">
              <a:lnSpc>
                <a:spcPts val="3600"/>
              </a:lnSpc>
              <a:defRPr sz="3000">
                <a:solidFill>
                  <a:schemeClr val="bg1"/>
                </a:solidFill>
              </a:defRPr>
            </a:lvl1pPr>
          </a:lstStyle>
          <a:p>
            <a:r>
              <a:rPr lang="en-US"/>
              <a:t>Click to edit Master title style</a:t>
            </a:r>
            <a:endParaRPr lang="sv-SE" dirty="0"/>
          </a:p>
        </p:txBody>
      </p:sp>
      <p:sp>
        <p:nvSpPr>
          <p:cNvPr id="7" name="Platshållare för text 2"/>
          <p:cNvSpPr>
            <a:spLocks noGrp="1"/>
          </p:cNvSpPr>
          <p:nvPr>
            <p:ph type="body" idx="1"/>
          </p:nvPr>
        </p:nvSpPr>
        <p:spPr>
          <a:xfrm>
            <a:off x="4039057" y="2299715"/>
            <a:ext cx="6715379" cy="1943101"/>
          </a:xfrm>
        </p:spPr>
        <p:txBody>
          <a:bodyPr spcCol="360000" anchor="ctr">
            <a:noAutofit/>
          </a:bodyPr>
          <a:lstStyle>
            <a:lvl1pPr marL="0" indent="0">
              <a:lnSpc>
                <a:spcPts val="2500"/>
              </a:lnSpc>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a:p>
            <a:pPr lvl="1"/>
            <a:r>
              <a:rPr lang="en-US"/>
              <a:t>Second level</a:t>
            </a:r>
          </a:p>
        </p:txBody>
      </p:sp>
      <p:sp>
        <p:nvSpPr>
          <p:cNvPr id="8" name="Platshållare för datum 3">
            <a:extLst>
              <a:ext uri="{FF2B5EF4-FFF2-40B4-BE49-F238E27FC236}">
                <a16:creationId xmlns:a16="http://schemas.microsoft.com/office/drawing/2014/main" id="{1CD2C563-CAEB-8AA6-63AB-4198064BDC6A}"/>
              </a:ext>
            </a:extLst>
          </p:cNvPr>
          <p:cNvSpPr>
            <a:spLocks noGrp="1"/>
          </p:cNvSpPr>
          <p:nvPr>
            <p:ph type="dt" sz="half" idx="10"/>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9" name="Platshållare för bildnummer 5">
            <a:extLst>
              <a:ext uri="{FF2B5EF4-FFF2-40B4-BE49-F238E27FC236}">
                <a16:creationId xmlns:a16="http://schemas.microsoft.com/office/drawing/2014/main" id="{FBCA779A-96EB-74F7-8C29-A9287BCA7074}"/>
              </a:ext>
            </a:extLst>
          </p:cNvPr>
          <p:cNvSpPr>
            <a:spLocks noGrp="1"/>
          </p:cNvSpPr>
          <p:nvPr>
            <p:ph type="sldNum" sz="quarter" idx="11"/>
          </p:nvPr>
        </p:nvSpPr>
        <p:spPr/>
        <p:txBody>
          <a:bodyPr/>
          <a:lstStyle>
            <a:lvl1pPr algn="l">
              <a:defRPr sz="700" b="0" i="0" smtClean="0">
                <a:solidFill>
                  <a:schemeClr val="bg1"/>
                </a:solidFill>
                <a:latin typeface="Arial" panose="020B0604020202020204" pitchFamily="34" charset="0"/>
              </a:defRPr>
            </a:lvl1pPr>
          </a:lstStyle>
          <a:p>
            <a:pPr>
              <a:defRPr/>
            </a:pPr>
            <a:fld id="{F01C19D2-FA80-4C6E-A463-0C3E7BC96A26}" type="slidenum">
              <a:rPr lang="sv-SE"/>
              <a:pPr>
                <a:defRPr/>
              </a:pPr>
              <a:t>‹#›</a:t>
            </a:fld>
            <a:endParaRPr lang="sv-SE" dirty="0"/>
          </a:p>
        </p:txBody>
      </p:sp>
    </p:spTree>
    <p:extLst>
      <p:ext uri="{BB962C8B-B14F-4D97-AF65-F5344CB8AC3E}">
        <p14:creationId xmlns:p14="http://schemas.microsoft.com/office/powerpoint/2010/main" val="1539632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Rubrik, kortare text">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9AE989D4-147D-8D4A-F7E6-D34CBEA547DC}"/>
              </a:ext>
            </a:extLst>
          </p:cNvPr>
          <p:cNvSpPr/>
          <p:nvPr/>
        </p:nvSpPr>
        <p:spPr>
          <a:xfrm>
            <a:off x="200025" y="180975"/>
            <a:ext cx="11799888" cy="6477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cxnSp>
        <p:nvCxnSpPr>
          <p:cNvPr id="4" name="Rak 10">
            <a:extLst>
              <a:ext uri="{FF2B5EF4-FFF2-40B4-BE49-F238E27FC236}">
                <a16:creationId xmlns:a16="http://schemas.microsoft.com/office/drawing/2014/main" id="{79638172-73B6-60BA-6B79-FF6E14F79CAF}"/>
              </a:ext>
            </a:extLst>
          </p:cNvPr>
          <p:cNvCxnSpPr/>
          <p:nvPr/>
        </p:nvCxnSpPr>
        <p:spPr>
          <a:xfrm>
            <a:off x="3859213" y="2341563"/>
            <a:ext cx="0" cy="190182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5" name="Bildobjekt 5">
            <a:extLst>
              <a:ext uri="{FF2B5EF4-FFF2-40B4-BE49-F238E27FC236}">
                <a16:creationId xmlns:a16="http://schemas.microsoft.com/office/drawing/2014/main" id="{66ECD3EB-8A9F-F912-7144-922D0FB6C5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7" descr="En bild som visar skärmbild, Grafik, mönster, design&#10;&#10;Automatiskt genererad beskrivning">
            <a:extLst>
              <a:ext uri="{FF2B5EF4-FFF2-40B4-BE49-F238E27FC236}">
                <a16:creationId xmlns:a16="http://schemas.microsoft.com/office/drawing/2014/main" id="{82729E3F-B9FB-3305-6613-63234BFF3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672021" y="2299715"/>
            <a:ext cx="2999232" cy="1901952"/>
          </a:xfrm>
          <a:prstGeom prst="rect">
            <a:avLst/>
          </a:prstGeom>
        </p:spPr>
        <p:txBody>
          <a:bodyPr>
            <a:noAutofit/>
          </a:bodyPr>
          <a:lstStyle>
            <a:lvl1pPr algn="r">
              <a:lnSpc>
                <a:spcPts val="3600"/>
              </a:lnSpc>
              <a:defRPr sz="3000">
                <a:solidFill>
                  <a:schemeClr val="tx2"/>
                </a:solidFill>
              </a:defRPr>
            </a:lvl1pPr>
          </a:lstStyle>
          <a:p>
            <a:r>
              <a:rPr lang="en-US"/>
              <a:t>Click to edit Master title style</a:t>
            </a:r>
            <a:endParaRPr lang="sv-SE" dirty="0"/>
          </a:p>
        </p:txBody>
      </p:sp>
      <p:sp>
        <p:nvSpPr>
          <p:cNvPr id="7" name="Platshållare för text 2"/>
          <p:cNvSpPr>
            <a:spLocks noGrp="1"/>
          </p:cNvSpPr>
          <p:nvPr>
            <p:ph type="body" idx="1"/>
          </p:nvPr>
        </p:nvSpPr>
        <p:spPr>
          <a:xfrm>
            <a:off x="4039057" y="2299715"/>
            <a:ext cx="6715379" cy="1943101"/>
          </a:xfrm>
        </p:spPr>
        <p:txBody>
          <a:bodyPr spcCol="360000" anchor="ctr">
            <a:noAutofit/>
          </a:bodyPr>
          <a:lstStyle>
            <a:lvl1pPr marL="0" indent="0">
              <a:lnSpc>
                <a:spcPts val="2500"/>
              </a:lnSpc>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a:p>
            <a:pPr lvl="1"/>
            <a:r>
              <a:rPr lang="en-US"/>
              <a:t>Second level</a:t>
            </a:r>
          </a:p>
        </p:txBody>
      </p:sp>
      <p:sp>
        <p:nvSpPr>
          <p:cNvPr id="8" name="Platshållare för datum 3">
            <a:extLst>
              <a:ext uri="{FF2B5EF4-FFF2-40B4-BE49-F238E27FC236}">
                <a16:creationId xmlns:a16="http://schemas.microsoft.com/office/drawing/2014/main" id="{679590F8-EA25-4868-2E6F-E567130A3437}"/>
              </a:ext>
            </a:extLst>
          </p:cNvPr>
          <p:cNvSpPr>
            <a:spLocks noGrp="1"/>
          </p:cNvSpPr>
          <p:nvPr>
            <p:ph type="dt" sz="half" idx="10"/>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9" name="Platshållare för bildnummer 5">
            <a:extLst>
              <a:ext uri="{FF2B5EF4-FFF2-40B4-BE49-F238E27FC236}">
                <a16:creationId xmlns:a16="http://schemas.microsoft.com/office/drawing/2014/main" id="{8CE779A7-D82D-D9D9-A73B-DC2F16F2E727}"/>
              </a:ext>
            </a:extLst>
          </p:cNvPr>
          <p:cNvSpPr>
            <a:spLocks noGrp="1"/>
          </p:cNvSpPr>
          <p:nvPr>
            <p:ph type="sldNum" sz="quarter" idx="11"/>
          </p:nvPr>
        </p:nvSpPr>
        <p:spPr/>
        <p:txBody>
          <a:bodyPr/>
          <a:lstStyle>
            <a:lvl1pPr algn="l">
              <a:defRPr sz="700" b="0" i="0" smtClean="0">
                <a:solidFill>
                  <a:schemeClr val="tx2"/>
                </a:solidFill>
                <a:latin typeface="Arial" panose="020B0604020202020204" pitchFamily="34" charset="0"/>
              </a:defRPr>
            </a:lvl1pPr>
          </a:lstStyle>
          <a:p>
            <a:pPr>
              <a:defRPr/>
            </a:pPr>
            <a:fld id="{1E63230E-5DF3-4872-918C-88A5C5FD4841}" type="slidenum">
              <a:rPr lang="sv-SE"/>
              <a:pPr>
                <a:defRPr/>
              </a:pPr>
              <a:t>‹#›</a:t>
            </a:fld>
            <a:endParaRPr lang="sv-SE" dirty="0"/>
          </a:p>
        </p:txBody>
      </p:sp>
    </p:spTree>
    <p:extLst>
      <p:ext uri="{BB962C8B-B14F-4D97-AF65-F5344CB8AC3E}">
        <p14:creationId xmlns:p14="http://schemas.microsoft.com/office/powerpoint/2010/main" val="41140660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Rubrik, kortare text">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7911B11D-A615-0A62-9B1B-B981E77DB2A7}"/>
              </a:ext>
            </a:extLst>
          </p:cNvPr>
          <p:cNvSpPr/>
          <p:nvPr/>
        </p:nvSpPr>
        <p:spPr>
          <a:xfrm>
            <a:off x="200025" y="180975"/>
            <a:ext cx="11799888" cy="647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cxnSp>
        <p:nvCxnSpPr>
          <p:cNvPr id="4" name="Rak 10">
            <a:extLst>
              <a:ext uri="{FF2B5EF4-FFF2-40B4-BE49-F238E27FC236}">
                <a16:creationId xmlns:a16="http://schemas.microsoft.com/office/drawing/2014/main" id="{218C6AEF-864B-BA34-B9F6-85ED1BCFD92B}"/>
              </a:ext>
            </a:extLst>
          </p:cNvPr>
          <p:cNvCxnSpPr/>
          <p:nvPr/>
        </p:nvCxnSpPr>
        <p:spPr>
          <a:xfrm>
            <a:off x="3859213" y="2341563"/>
            <a:ext cx="0" cy="190182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5" name="Bildobjekt 5">
            <a:extLst>
              <a:ext uri="{FF2B5EF4-FFF2-40B4-BE49-F238E27FC236}">
                <a16:creationId xmlns:a16="http://schemas.microsoft.com/office/drawing/2014/main" id="{05DEFF8B-63F6-E15A-B5F4-1137EB197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7" descr="En bild som visar skärmbild, Grafik, mönster, design&#10;&#10;Automatiskt genererad beskrivning">
            <a:extLst>
              <a:ext uri="{FF2B5EF4-FFF2-40B4-BE49-F238E27FC236}">
                <a16:creationId xmlns:a16="http://schemas.microsoft.com/office/drawing/2014/main" id="{E38525AD-27D7-ED74-55B0-F8D18A7484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672021" y="2299715"/>
            <a:ext cx="2999232" cy="1901952"/>
          </a:xfrm>
          <a:prstGeom prst="rect">
            <a:avLst/>
          </a:prstGeom>
        </p:spPr>
        <p:txBody>
          <a:bodyPr>
            <a:noAutofit/>
          </a:bodyPr>
          <a:lstStyle>
            <a:lvl1pPr algn="r">
              <a:lnSpc>
                <a:spcPts val="3600"/>
              </a:lnSpc>
              <a:defRPr sz="3000">
                <a:solidFill>
                  <a:schemeClr val="tx2"/>
                </a:solidFill>
              </a:defRPr>
            </a:lvl1pPr>
          </a:lstStyle>
          <a:p>
            <a:r>
              <a:rPr lang="en-US"/>
              <a:t>Click to edit Master title style</a:t>
            </a:r>
            <a:endParaRPr lang="sv-SE" dirty="0"/>
          </a:p>
        </p:txBody>
      </p:sp>
      <p:sp>
        <p:nvSpPr>
          <p:cNvPr id="7" name="Platshållare för text 2"/>
          <p:cNvSpPr>
            <a:spLocks noGrp="1"/>
          </p:cNvSpPr>
          <p:nvPr>
            <p:ph type="body" idx="1"/>
          </p:nvPr>
        </p:nvSpPr>
        <p:spPr>
          <a:xfrm>
            <a:off x="4039057" y="2299715"/>
            <a:ext cx="6715379" cy="1943101"/>
          </a:xfrm>
        </p:spPr>
        <p:txBody>
          <a:bodyPr spcCol="360000" anchor="ctr">
            <a:noAutofit/>
          </a:bodyPr>
          <a:lstStyle>
            <a:lvl1pPr marL="0" indent="0">
              <a:lnSpc>
                <a:spcPts val="2500"/>
              </a:lnSpc>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a:p>
            <a:pPr lvl="1"/>
            <a:r>
              <a:rPr lang="en-US"/>
              <a:t>Second level</a:t>
            </a:r>
          </a:p>
        </p:txBody>
      </p:sp>
      <p:sp>
        <p:nvSpPr>
          <p:cNvPr id="8" name="Platshållare för datum 3">
            <a:extLst>
              <a:ext uri="{FF2B5EF4-FFF2-40B4-BE49-F238E27FC236}">
                <a16:creationId xmlns:a16="http://schemas.microsoft.com/office/drawing/2014/main" id="{27DF1011-6A40-B441-6D4B-C134207323E2}"/>
              </a:ext>
            </a:extLst>
          </p:cNvPr>
          <p:cNvSpPr>
            <a:spLocks noGrp="1"/>
          </p:cNvSpPr>
          <p:nvPr>
            <p:ph type="dt" sz="half" idx="10"/>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9" name="Platshållare för bildnummer 5">
            <a:extLst>
              <a:ext uri="{FF2B5EF4-FFF2-40B4-BE49-F238E27FC236}">
                <a16:creationId xmlns:a16="http://schemas.microsoft.com/office/drawing/2014/main" id="{BADEB595-29CE-ADB4-64F7-CC764C7507EE}"/>
              </a:ext>
            </a:extLst>
          </p:cNvPr>
          <p:cNvSpPr>
            <a:spLocks noGrp="1"/>
          </p:cNvSpPr>
          <p:nvPr>
            <p:ph type="sldNum" sz="quarter" idx="11"/>
          </p:nvPr>
        </p:nvSpPr>
        <p:spPr/>
        <p:txBody>
          <a:bodyPr/>
          <a:lstStyle>
            <a:lvl1pPr algn="l">
              <a:defRPr sz="700" b="0" i="0" smtClean="0">
                <a:solidFill>
                  <a:schemeClr val="tx2"/>
                </a:solidFill>
                <a:latin typeface="Arial" panose="020B0604020202020204" pitchFamily="34" charset="0"/>
              </a:defRPr>
            </a:lvl1pPr>
          </a:lstStyle>
          <a:p>
            <a:pPr>
              <a:defRPr/>
            </a:pPr>
            <a:fld id="{2651DE45-E979-4375-B78D-683677995D12}" type="slidenum">
              <a:rPr lang="sv-SE"/>
              <a:pPr>
                <a:defRPr/>
              </a:pPr>
              <a:t>‹#›</a:t>
            </a:fld>
            <a:endParaRPr lang="sv-SE" dirty="0"/>
          </a:p>
        </p:txBody>
      </p:sp>
    </p:spTree>
    <p:extLst>
      <p:ext uri="{BB962C8B-B14F-4D97-AF65-F5344CB8AC3E}">
        <p14:creationId xmlns:p14="http://schemas.microsoft.com/office/powerpoint/2010/main" val="10111120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ubrik + stort utrymme">
    <p:spTree>
      <p:nvGrpSpPr>
        <p:cNvPr id="1" name=""/>
        <p:cNvGrpSpPr/>
        <p:nvPr/>
      </p:nvGrpSpPr>
      <p:grpSpPr>
        <a:xfrm>
          <a:off x="0" y="0"/>
          <a:ext cx="0" cy="0"/>
          <a:chOff x="0" y="0"/>
          <a:chExt cx="0" cy="0"/>
        </a:xfrm>
      </p:grpSpPr>
      <p:cxnSp>
        <p:nvCxnSpPr>
          <p:cNvPr id="3" name="Rak 10">
            <a:extLst>
              <a:ext uri="{FF2B5EF4-FFF2-40B4-BE49-F238E27FC236}">
                <a16:creationId xmlns:a16="http://schemas.microsoft.com/office/drawing/2014/main" id="{06B40C58-573E-6459-5D4B-FDBFD445F75C}"/>
              </a:ext>
            </a:extLst>
          </p:cNvPr>
          <p:cNvCxnSpPr>
            <a:cxnSpLocks/>
          </p:cNvCxnSpPr>
          <p:nvPr/>
        </p:nvCxnSpPr>
        <p:spPr>
          <a:xfrm>
            <a:off x="3409950" y="777875"/>
            <a:ext cx="0" cy="5305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Bildobjekt 4">
            <a:extLst>
              <a:ext uri="{FF2B5EF4-FFF2-40B4-BE49-F238E27FC236}">
                <a16:creationId xmlns:a16="http://schemas.microsoft.com/office/drawing/2014/main" id="{26DBE24A-5D8B-2FD1-7692-8D908C66D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210313" y="770793"/>
            <a:ext cx="2999232" cy="1579215"/>
          </a:xfrm>
          <a:prstGeom prst="rect">
            <a:avLst/>
          </a:prstGeom>
        </p:spPr>
        <p:txBody>
          <a:bodyPr anchor="t">
            <a:noAutofit/>
          </a:bodyPr>
          <a:lstStyle>
            <a:lvl1pPr algn="r">
              <a:lnSpc>
                <a:spcPts val="3600"/>
              </a:lnSpc>
              <a:defRPr sz="3000"/>
            </a:lvl1pPr>
          </a:lstStyle>
          <a:p>
            <a:r>
              <a:rPr lang="en-US"/>
              <a:t>Click to edit Master title style</a:t>
            </a:r>
            <a:endParaRPr lang="sv-SE" dirty="0"/>
          </a:p>
        </p:txBody>
      </p:sp>
      <p:sp>
        <p:nvSpPr>
          <p:cNvPr id="7" name="Platshållare för text 2"/>
          <p:cNvSpPr>
            <a:spLocks noGrp="1"/>
          </p:cNvSpPr>
          <p:nvPr>
            <p:ph type="body" idx="1"/>
          </p:nvPr>
        </p:nvSpPr>
        <p:spPr>
          <a:xfrm>
            <a:off x="3611880" y="777240"/>
            <a:ext cx="7483749" cy="5305508"/>
          </a:xfrm>
        </p:spPr>
        <p:txBody>
          <a:bodyPr spcCol="360000">
            <a:noAutofit/>
          </a:bodyPr>
          <a:lstStyle>
            <a:lvl1pPr marL="0" indent="0">
              <a:lnSpc>
                <a:spcPts val="2500"/>
              </a:lnSpc>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a:p>
            <a:pPr lvl="1"/>
            <a:r>
              <a:rPr lang="en-US"/>
              <a:t>Second level</a:t>
            </a:r>
          </a:p>
        </p:txBody>
      </p:sp>
      <p:sp>
        <p:nvSpPr>
          <p:cNvPr id="5" name="Platshållare för datum 3">
            <a:extLst>
              <a:ext uri="{FF2B5EF4-FFF2-40B4-BE49-F238E27FC236}">
                <a16:creationId xmlns:a16="http://schemas.microsoft.com/office/drawing/2014/main" id="{6B2B6F23-A3EB-2A3E-6F6C-2FFAB757C096}"/>
              </a:ext>
            </a:extLst>
          </p:cNvPr>
          <p:cNvSpPr>
            <a:spLocks noGrp="1"/>
          </p:cNvSpPr>
          <p:nvPr>
            <p:ph type="dt" sz="half" idx="10"/>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537804AC-8535-0D2E-056F-34BA721A0F75}"/>
              </a:ext>
            </a:extLst>
          </p:cNvPr>
          <p:cNvSpPr>
            <a:spLocks noGrp="1"/>
          </p:cNvSpPr>
          <p:nvPr>
            <p:ph type="sldNum" sz="quarter" idx="11"/>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015B16EC-C313-4DC4-9E2B-AC9E2332202A}" type="slidenum">
              <a:rPr lang="sv-SE"/>
              <a:pPr>
                <a:defRPr/>
              </a:pPr>
              <a:t>‹#›</a:t>
            </a:fld>
            <a:endParaRPr lang="sv-SE" dirty="0"/>
          </a:p>
        </p:txBody>
      </p:sp>
    </p:spTree>
    <p:extLst>
      <p:ext uri="{BB962C8B-B14F-4D97-AF65-F5344CB8AC3E}">
        <p14:creationId xmlns:p14="http://schemas.microsoft.com/office/powerpoint/2010/main" val="35079443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Rubrik + stort utrymme">
    <p:spTree>
      <p:nvGrpSpPr>
        <p:cNvPr id="1" name=""/>
        <p:cNvGrpSpPr/>
        <p:nvPr/>
      </p:nvGrpSpPr>
      <p:grpSpPr>
        <a:xfrm>
          <a:off x="0" y="0"/>
          <a:ext cx="0" cy="0"/>
          <a:chOff x="0" y="0"/>
          <a:chExt cx="0" cy="0"/>
        </a:xfrm>
      </p:grpSpPr>
      <p:cxnSp>
        <p:nvCxnSpPr>
          <p:cNvPr id="3" name="Rak 10">
            <a:extLst>
              <a:ext uri="{FF2B5EF4-FFF2-40B4-BE49-F238E27FC236}">
                <a16:creationId xmlns:a16="http://schemas.microsoft.com/office/drawing/2014/main" id="{AD22A595-697E-CC7A-6B5D-9F634288EE38}"/>
              </a:ext>
            </a:extLst>
          </p:cNvPr>
          <p:cNvCxnSpPr>
            <a:cxnSpLocks/>
          </p:cNvCxnSpPr>
          <p:nvPr/>
        </p:nvCxnSpPr>
        <p:spPr>
          <a:xfrm>
            <a:off x="3409950" y="777875"/>
            <a:ext cx="0" cy="5305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Bildobjekt 4">
            <a:extLst>
              <a:ext uri="{FF2B5EF4-FFF2-40B4-BE49-F238E27FC236}">
                <a16:creationId xmlns:a16="http://schemas.microsoft.com/office/drawing/2014/main" id="{4D2BD9DF-514C-D45E-8AAE-1446FE6344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210313" y="770793"/>
            <a:ext cx="2999232" cy="1579215"/>
          </a:xfrm>
          <a:prstGeom prst="rect">
            <a:avLst/>
          </a:prstGeom>
        </p:spPr>
        <p:txBody>
          <a:bodyPr anchor="t">
            <a:noAutofit/>
          </a:bodyPr>
          <a:lstStyle>
            <a:lvl1pPr algn="r">
              <a:lnSpc>
                <a:spcPts val="3600"/>
              </a:lnSpc>
              <a:defRPr sz="3000"/>
            </a:lvl1pPr>
          </a:lstStyle>
          <a:p>
            <a:r>
              <a:rPr lang="en-US"/>
              <a:t>Click to edit Master title style</a:t>
            </a:r>
            <a:endParaRPr lang="sv-SE" dirty="0"/>
          </a:p>
        </p:txBody>
      </p:sp>
      <p:sp>
        <p:nvSpPr>
          <p:cNvPr id="7" name="Platshållare för text 2"/>
          <p:cNvSpPr>
            <a:spLocks noGrp="1"/>
          </p:cNvSpPr>
          <p:nvPr>
            <p:ph type="body" idx="1"/>
          </p:nvPr>
        </p:nvSpPr>
        <p:spPr>
          <a:xfrm>
            <a:off x="3611880" y="777240"/>
            <a:ext cx="7483749" cy="5305508"/>
          </a:xfrm>
        </p:spPr>
        <p:txBody>
          <a:bodyPr spcCol="360000">
            <a:noAutofit/>
          </a:bodyPr>
          <a:lstStyle>
            <a:lvl1pPr marL="0" indent="0">
              <a:lnSpc>
                <a:spcPts val="2500"/>
              </a:lnSpc>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a:p>
            <a:pPr lvl="1"/>
            <a:r>
              <a:rPr lang="en-US"/>
              <a:t>Second level</a:t>
            </a:r>
          </a:p>
        </p:txBody>
      </p:sp>
      <p:sp>
        <p:nvSpPr>
          <p:cNvPr id="5" name="Platshållare för datum 3">
            <a:extLst>
              <a:ext uri="{FF2B5EF4-FFF2-40B4-BE49-F238E27FC236}">
                <a16:creationId xmlns:a16="http://schemas.microsoft.com/office/drawing/2014/main" id="{2F2E8538-44A1-4E2B-74A7-F5E0974F1DB9}"/>
              </a:ext>
            </a:extLst>
          </p:cNvPr>
          <p:cNvSpPr>
            <a:spLocks noGrp="1"/>
          </p:cNvSpPr>
          <p:nvPr>
            <p:ph type="dt" sz="half" idx="10"/>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2BA7CC24-0D17-80E1-E703-10AAF38458B5}"/>
              </a:ext>
            </a:extLst>
          </p:cNvPr>
          <p:cNvSpPr>
            <a:spLocks noGrp="1"/>
          </p:cNvSpPr>
          <p:nvPr>
            <p:ph type="sldNum" sz="quarter" idx="11"/>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9AE8B118-B0CC-41D1-9492-41FB09218D8A}" type="slidenum">
              <a:rPr lang="sv-SE"/>
              <a:pPr>
                <a:defRPr/>
              </a:pPr>
              <a:t>‹#›</a:t>
            </a:fld>
            <a:endParaRPr lang="sv-SE" dirty="0"/>
          </a:p>
        </p:txBody>
      </p:sp>
    </p:spTree>
    <p:extLst>
      <p:ext uri="{BB962C8B-B14F-4D97-AF65-F5344CB8AC3E}">
        <p14:creationId xmlns:p14="http://schemas.microsoft.com/office/powerpoint/2010/main" val="368287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aximal yta">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4201F0C0-6B68-C75C-3AFE-AC7F0C58B94E}"/>
              </a:ext>
            </a:extLst>
          </p:cNvPr>
          <p:cNvSpPr/>
          <p:nvPr/>
        </p:nvSpPr>
        <p:spPr>
          <a:xfrm>
            <a:off x="200025" y="180975"/>
            <a:ext cx="11799888" cy="647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sp>
        <p:nvSpPr>
          <p:cNvPr id="4" name="Rektangel 3">
            <a:extLst>
              <a:ext uri="{FF2B5EF4-FFF2-40B4-BE49-F238E27FC236}">
                <a16:creationId xmlns:a16="http://schemas.microsoft.com/office/drawing/2014/main" id="{7D2613A7-A5CD-937A-7F3E-7BB9782B639E}"/>
              </a:ext>
            </a:extLst>
          </p:cNvPr>
          <p:cNvSpPr/>
          <p:nvPr/>
        </p:nvSpPr>
        <p:spPr>
          <a:xfrm>
            <a:off x="798513" y="736600"/>
            <a:ext cx="10607675" cy="5245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5" name="Bildobjekt 5">
            <a:extLst>
              <a:ext uri="{FF2B5EF4-FFF2-40B4-BE49-F238E27FC236}">
                <a16:creationId xmlns:a16="http://schemas.microsoft.com/office/drawing/2014/main" id="{5650630A-B55B-4AAC-98FD-6F84C33EE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ildobjekt 7" descr="En bild som visar skärmbild, Grafik, mönster, design&#10;&#10;Automatiskt genererad beskrivning">
            <a:extLst>
              <a:ext uri="{FF2B5EF4-FFF2-40B4-BE49-F238E27FC236}">
                <a16:creationId xmlns:a16="http://schemas.microsoft.com/office/drawing/2014/main" id="{D9D7C579-1F86-1CC3-58E2-7EC522A6AD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ubrik 1"/>
          <p:cNvSpPr>
            <a:spLocks noGrp="1"/>
          </p:cNvSpPr>
          <p:nvPr>
            <p:ph type="title"/>
          </p:nvPr>
        </p:nvSpPr>
        <p:spPr>
          <a:xfrm>
            <a:off x="914401" y="875655"/>
            <a:ext cx="3739895" cy="1108593"/>
          </a:xfrm>
          <a:prstGeom prst="rect">
            <a:avLst/>
          </a:prstGeom>
        </p:spPr>
        <p:txBody>
          <a:bodyPr anchor="t">
            <a:noAutofit/>
          </a:bodyPr>
          <a:lstStyle>
            <a:lvl1pPr algn="l">
              <a:defRPr sz="2600"/>
            </a:lvl1pPr>
          </a:lstStyle>
          <a:p>
            <a:r>
              <a:rPr lang="en-US"/>
              <a:t>Click to edit Master title style</a:t>
            </a:r>
            <a:endParaRPr lang="sv-SE" dirty="0"/>
          </a:p>
        </p:txBody>
      </p:sp>
      <p:sp>
        <p:nvSpPr>
          <p:cNvPr id="10" name="Platshållare för text 9"/>
          <p:cNvSpPr>
            <a:spLocks noGrp="1"/>
          </p:cNvSpPr>
          <p:nvPr>
            <p:ph type="body" sz="quarter" idx="13"/>
          </p:nvPr>
        </p:nvSpPr>
        <p:spPr>
          <a:xfrm>
            <a:off x="914401" y="5029199"/>
            <a:ext cx="5181599" cy="953147"/>
          </a:xfrm>
        </p:spPr>
        <p:txBody>
          <a:bodyPr>
            <a:noAutofit/>
          </a:bodyPr>
          <a:lstStyle>
            <a:lvl1pPr marL="0" indent="0">
              <a:lnSpc>
                <a:spcPts val="2100"/>
              </a:lnSpc>
              <a:spcBef>
                <a:spcPts val="600"/>
              </a:spcBef>
              <a:buFont typeface="Arial" panose="020B0604020202020204" pitchFamily="34" charset="0"/>
              <a:buNone/>
              <a:defRPr sz="1600"/>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7" name="Platshållare för datum 3">
            <a:extLst>
              <a:ext uri="{FF2B5EF4-FFF2-40B4-BE49-F238E27FC236}">
                <a16:creationId xmlns:a16="http://schemas.microsoft.com/office/drawing/2014/main" id="{79688DA4-00A1-F96B-0C31-36723AECE929}"/>
              </a:ext>
            </a:extLst>
          </p:cNvPr>
          <p:cNvSpPr>
            <a:spLocks noGrp="1"/>
          </p:cNvSpPr>
          <p:nvPr>
            <p:ph type="dt" sz="half" idx="14"/>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8" name="Platshållare för bildnummer 5">
            <a:extLst>
              <a:ext uri="{FF2B5EF4-FFF2-40B4-BE49-F238E27FC236}">
                <a16:creationId xmlns:a16="http://schemas.microsoft.com/office/drawing/2014/main" id="{5DBF7A7E-628A-0985-7501-2143D6060DFF}"/>
              </a:ext>
            </a:extLst>
          </p:cNvPr>
          <p:cNvSpPr>
            <a:spLocks noGrp="1"/>
          </p:cNvSpPr>
          <p:nvPr>
            <p:ph type="sldNum" sz="quarter" idx="15"/>
          </p:nvPr>
        </p:nvSpPr>
        <p:spPr/>
        <p:txBody>
          <a:bodyPr/>
          <a:lstStyle>
            <a:lvl1pPr algn="l">
              <a:defRPr sz="700" b="0" i="0" smtClean="0">
                <a:solidFill>
                  <a:schemeClr val="tx2"/>
                </a:solidFill>
                <a:latin typeface="Arial" panose="020B0604020202020204" pitchFamily="34" charset="0"/>
              </a:defRPr>
            </a:lvl1pPr>
          </a:lstStyle>
          <a:p>
            <a:pPr>
              <a:defRPr/>
            </a:pPr>
            <a:fld id="{A5CD83B8-B7AB-42D2-8070-1013C41BE50B}" type="slidenum">
              <a:rPr lang="sv-SE"/>
              <a:pPr>
                <a:defRPr/>
              </a:pPr>
              <a:t>‹#›</a:t>
            </a:fld>
            <a:endParaRPr lang="sv-SE" dirty="0"/>
          </a:p>
        </p:txBody>
      </p:sp>
    </p:spTree>
    <p:extLst>
      <p:ext uri="{BB962C8B-B14F-4D97-AF65-F5344CB8AC3E}">
        <p14:creationId xmlns:p14="http://schemas.microsoft.com/office/powerpoint/2010/main" val="38717782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Bild till vänster + text">
    <p:spTree>
      <p:nvGrpSpPr>
        <p:cNvPr id="1" name=""/>
        <p:cNvGrpSpPr/>
        <p:nvPr/>
      </p:nvGrpSpPr>
      <p:grpSpPr>
        <a:xfrm>
          <a:off x="0" y="0"/>
          <a:ext cx="0" cy="0"/>
          <a:chOff x="0" y="0"/>
          <a:chExt cx="0" cy="0"/>
        </a:xfrm>
      </p:grpSpPr>
      <p:pic>
        <p:nvPicPr>
          <p:cNvPr id="2" name="Bildobjekt 1">
            <a:extLst>
              <a:ext uri="{FF2B5EF4-FFF2-40B4-BE49-F238E27FC236}">
                <a16:creationId xmlns:a16="http://schemas.microsoft.com/office/drawing/2014/main" id="{EE92B253-6EC8-62AE-918B-EB99D0F7E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6780006" y="561054"/>
            <a:ext cx="4623337" cy="1559571"/>
          </a:xfrm>
          <a:prstGeom prst="rect">
            <a:avLst/>
          </a:prstGeom>
        </p:spPr>
        <p:txBody>
          <a:bodyPr anchor="b">
            <a:noAutofit/>
          </a:bodyPr>
          <a:lstStyle>
            <a:lvl1pPr>
              <a:defRPr sz="3200">
                <a:solidFill>
                  <a:schemeClr val="tx1"/>
                </a:solidFill>
              </a:defRPr>
            </a:lvl1pPr>
          </a:lstStyle>
          <a:p>
            <a:r>
              <a:rPr lang="en-US"/>
              <a:t>Click to edit Master title style</a:t>
            </a:r>
            <a:endParaRPr lang="sv-SE" dirty="0"/>
          </a:p>
        </p:txBody>
      </p:sp>
      <p:sp>
        <p:nvSpPr>
          <p:cNvPr id="9" name="Platshållare för text 9"/>
          <p:cNvSpPr>
            <a:spLocks noGrp="1"/>
          </p:cNvSpPr>
          <p:nvPr>
            <p:ph type="body" sz="quarter" idx="13"/>
          </p:nvPr>
        </p:nvSpPr>
        <p:spPr>
          <a:xfrm>
            <a:off x="6780006" y="2212161"/>
            <a:ext cx="4623337" cy="3672301"/>
          </a:xfrm>
        </p:spPr>
        <p:txBody>
          <a:bodyPr>
            <a:noAutofit/>
          </a:bodyPr>
          <a:lstStyle>
            <a:lvl1pPr marL="0" indent="0">
              <a:lnSpc>
                <a:spcPts val="2500"/>
              </a:lnSpc>
              <a:spcBef>
                <a:spcPts val="600"/>
              </a:spcBef>
              <a:buNone/>
              <a:defRPr sz="2000">
                <a:solidFill>
                  <a:schemeClr val="tx1"/>
                </a:solidFill>
              </a:defRPr>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12" name="Platshållare för bild 11"/>
          <p:cNvSpPr>
            <a:spLocks noGrp="1"/>
          </p:cNvSpPr>
          <p:nvPr>
            <p:ph type="pic" sz="quarter" idx="14"/>
          </p:nvPr>
        </p:nvSpPr>
        <p:spPr>
          <a:xfrm>
            <a:off x="-1" y="0"/>
            <a:ext cx="6096001"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datum 3">
            <a:extLst>
              <a:ext uri="{FF2B5EF4-FFF2-40B4-BE49-F238E27FC236}">
                <a16:creationId xmlns:a16="http://schemas.microsoft.com/office/drawing/2014/main" id="{31612CD7-8737-91FD-B997-A90646E6D648}"/>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4" name="Platshållare för bildnummer 5">
            <a:extLst>
              <a:ext uri="{FF2B5EF4-FFF2-40B4-BE49-F238E27FC236}">
                <a16:creationId xmlns:a16="http://schemas.microsoft.com/office/drawing/2014/main" id="{9559F06D-2184-1F65-1870-317DCBE092DA}"/>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EFA4DB56-C040-4BDF-B08F-47B751288E50}" type="slidenum">
              <a:rPr lang="sv-SE"/>
              <a:pPr>
                <a:defRPr/>
              </a:pPr>
              <a:t>‹#›</a:t>
            </a:fld>
            <a:endParaRPr lang="sv-SE" dirty="0"/>
          </a:p>
        </p:txBody>
      </p:sp>
    </p:spTree>
    <p:extLst>
      <p:ext uri="{BB962C8B-B14F-4D97-AF65-F5344CB8AC3E}">
        <p14:creationId xmlns:p14="http://schemas.microsoft.com/office/powerpoint/2010/main" val="32672247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ild till vänster +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CA483A24-003D-713B-DA34-C46092CA255C}"/>
              </a:ext>
            </a:extLst>
          </p:cNvPr>
          <p:cNvSpPr/>
          <p:nvPr/>
        </p:nvSpPr>
        <p:spPr>
          <a:xfrm>
            <a:off x="609600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3" name="Bildobjekt 4">
            <a:extLst>
              <a:ext uri="{FF2B5EF4-FFF2-40B4-BE49-F238E27FC236}">
                <a16:creationId xmlns:a16="http://schemas.microsoft.com/office/drawing/2014/main" id="{29D124B0-CCED-1231-FD3F-ACE6D6234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Bildobjekt 5" descr="En bild som visar text, skärmbild, Teckensnitt, Grafik&#10;&#10;Automatiskt genererad beskrivning">
            <a:extLst>
              <a:ext uri="{FF2B5EF4-FFF2-40B4-BE49-F238E27FC236}">
                <a16:creationId xmlns:a16="http://schemas.microsoft.com/office/drawing/2014/main" id="{CE688788-AA15-BECF-F96A-2CF9F034E6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6780006" y="561054"/>
            <a:ext cx="4623337" cy="1559571"/>
          </a:xfrm>
          <a:prstGeom prst="rect">
            <a:avLst/>
          </a:prstGeom>
        </p:spPr>
        <p:txBody>
          <a:bodyPr anchor="b">
            <a:noAutofit/>
          </a:bodyPr>
          <a:lstStyle>
            <a:lvl1pPr>
              <a:defRPr sz="3200">
                <a:solidFill>
                  <a:schemeClr val="bg1"/>
                </a:solidFill>
              </a:defRPr>
            </a:lvl1pPr>
          </a:lstStyle>
          <a:p>
            <a:r>
              <a:rPr lang="en-US"/>
              <a:t>Click to edit Master title style</a:t>
            </a:r>
            <a:endParaRPr lang="sv-SE" dirty="0"/>
          </a:p>
        </p:txBody>
      </p:sp>
      <p:sp>
        <p:nvSpPr>
          <p:cNvPr id="9" name="Platshållare för text 9"/>
          <p:cNvSpPr>
            <a:spLocks noGrp="1"/>
          </p:cNvSpPr>
          <p:nvPr>
            <p:ph type="body" sz="quarter" idx="13"/>
          </p:nvPr>
        </p:nvSpPr>
        <p:spPr>
          <a:xfrm>
            <a:off x="6780006" y="2212161"/>
            <a:ext cx="4623337" cy="3672301"/>
          </a:xfrm>
        </p:spPr>
        <p:txBody>
          <a:bodyPr>
            <a:noAutofit/>
          </a:bodyPr>
          <a:lstStyle>
            <a:lvl1pPr marL="0" indent="0">
              <a:lnSpc>
                <a:spcPts val="2500"/>
              </a:lnSpc>
              <a:spcBef>
                <a:spcPts val="600"/>
              </a:spcBef>
              <a:buNone/>
              <a:defRPr sz="2000">
                <a:solidFill>
                  <a:schemeClr val="bg1"/>
                </a:solidFill>
              </a:defRPr>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12" name="Platshållare för bild 11"/>
          <p:cNvSpPr>
            <a:spLocks noGrp="1"/>
          </p:cNvSpPr>
          <p:nvPr>
            <p:ph type="pic" sz="quarter" idx="14"/>
          </p:nvPr>
        </p:nvSpPr>
        <p:spPr>
          <a:xfrm>
            <a:off x="-1" y="0"/>
            <a:ext cx="6096001"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5" name="Platshållare för datum 3">
            <a:extLst>
              <a:ext uri="{FF2B5EF4-FFF2-40B4-BE49-F238E27FC236}">
                <a16:creationId xmlns:a16="http://schemas.microsoft.com/office/drawing/2014/main" id="{20B67619-8EE7-7377-5A99-C2B47C84CDF5}"/>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40B36387-45A7-C25D-8FFD-86B871124DBD}"/>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9D2EB1FA-08F7-462F-AD61-B794F9A7D897}" type="slidenum">
              <a:rPr lang="sv-SE"/>
              <a:pPr>
                <a:defRPr/>
              </a:pPr>
              <a:t>‹#›</a:t>
            </a:fld>
            <a:endParaRPr lang="sv-SE" dirty="0"/>
          </a:p>
        </p:txBody>
      </p:sp>
    </p:spTree>
    <p:extLst>
      <p:ext uri="{BB962C8B-B14F-4D97-AF65-F5344CB8AC3E}">
        <p14:creationId xmlns:p14="http://schemas.microsoft.com/office/powerpoint/2010/main" val="35243779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Bild till vänster +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F8391A42-F0FC-667E-975A-E972B3C03B3C}"/>
              </a:ext>
            </a:extLst>
          </p:cNvPr>
          <p:cNvSpPr/>
          <p:nvPr/>
        </p:nvSpPr>
        <p:spPr>
          <a:xfrm>
            <a:off x="6096000" y="0"/>
            <a:ext cx="6096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3" name="Bildobjekt 4">
            <a:extLst>
              <a:ext uri="{FF2B5EF4-FFF2-40B4-BE49-F238E27FC236}">
                <a16:creationId xmlns:a16="http://schemas.microsoft.com/office/drawing/2014/main" id="{602DE247-4C14-8EBD-81E4-DFAABA1EE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Bildobjekt 5" descr="En bild som visar text, skärmbild, Teckensnitt, Grafik&#10;&#10;Automatiskt genererad beskrivning">
            <a:extLst>
              <a:ext uri="{FF2B5EF4-FFF2-40B4-BE49-F238E27FC236}">
                <a16:creationId xmlns:a16="http://schemas.microsoft.com/office/drawing/2014/main" id="{A3236386-557E-D76B-9518-CD7E3C0670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6780006" y="561054"/>
            <a:ext cx="4623337" cy="1559571"/>
          </a:xfrm>
          <a:prstGeom prst="rect">
            <a:avLst/>
          </a:prstGeom>
        </p:spPr>
        <p:txBody>
          <a:bodyPr anchor="b">
            <a:noAutofit/>
          </a:bodyPr>
          <a:lstStyle>
            <a:lvl1pPr>
              <a:defRPr sz="3200">
                <a:solidFill>
                  <a:schemeClr val="bg1"/>
                </a:solidFill>
              </a:defRPr>
            </a:lvl1pPr>
          </a:lstStyle>
          <a:p>
            <a:r>
              <a:rPr lang="en-US"/>
              <a:t>Click to edit Master title style</a:t>
            </a:r>
            <a:endParaRPr lang="sv-SE" dirty="0"/>
          </a:p>
        </p:txBody>
      </p:sp>
      <p:sp>
        <p:nvSpPr>
          <p:cNvPr id="9" name="Platshållare för text 9"/>
          <p:cNvSpPr>
            <a:spLocks noGrp="1"/>
          </p:cNvSpPr>
          <p:nvPr>
            <p:ph type="body" sz="quarter" idx="13"/>
          </p:nvPr>
        </p:nvSpPr>
        <p:spPr>
          <a:xfrm>
            <a:off x="6780006" y="2212161"/>
            <a:ext cx="4623337" cy="3672301"/>
          </a:xfrm>
        </p:spPr>
        <p:txBody>
          <a:bodyPr>
            <a:noAutofit/>
          </a:bodyPr>
          <a:lstStyle>
            <a:lvl1pPr marL="0" indent="0">
              <a:lnSpc>
                <a:spcPts val="2500"/>
              </a:lnSpc>
              <a:spcBef>
                <a:spcPts val="600"/>
              </a:spcBef>
              <a:buNone/>
              <a:defRPr sz="2000">
                <a:solidFill>
                  <a:schemeClr val="bg1"/>
                </a:solidFill>
              </a:defRPr>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12" name="Platshållare för bild 11"/>
          <p:cNvSpPr>
            <a:spLocks noGrp="1"/>
          </p:cNvSpPr>
          <p:nvPr>
            <p:ph type="pic" sz="quarter" idx="14"/>
          </p:nvPr>
        </p:nvSpPr>
        <p:spPr>
          <a:xfrm>
            <a:off x="-1" y="0"/>
            <a:ext cx="6096001"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5" name="Platshållare för datum 3">
            <a:extLst>
              <a:ext uri="{FF2B5EF4-FFF2-40B4-BE49-F238E27FC236}">
                <a16:creationId xmlns:a16="http://schemas.microsoft.com/office/drawing/2014/main" id="{86DED435-BFEE-E04A-9145-BFDDD26B86A0}"/>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8B3BCCB0-A129-903E-B540-F6FF5B237F4F}"/>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1330D47A-929B-4A3A-A1C3-321C9F34F20B}" type="slidenum">
              <a:rPr lang="sv-SE"/>
              <a:pPr>
                <a:defRPr/>
              </a:pPr>
              <a:t>‹#›</a:t>
            </a:fld>
            <a:endParaRPr lang="sv-SE" dirty="0"/>
          </a:p>
        </p:txBody>
      </p:sp>
    </p:spTree>
    <p:extLst>
      <p:ext uri="{BB962C8B-B14F-4D97-AF65-F5344CB8AC3E}">
        <p14:creationId xmlns:p14="http://schemas.microsoft.com/office/powerpoint/2010/main" val="34365776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Bild till vänster +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9028B7AC-9C26-045E-4015-35CCBAA5E623}"/>
              </a:ext>
            </a:extLst>
          </p:cNvPr>
          <p:cNvSpPr/>
          <p:nvPr/>
        </p:nvSpPr>
        <p:spPr>
          <a:xfrm>
            <a:off x="6096000" y="0"/>
            <a:ext cx="6096000" cy="6858000"/>
          </a:xfrm>
          <a:prstGeom prst="rect">
            <a:avLst/>
          </a:prstGeom>
          <a:solidFill>
            <a:srgbClr val="E4F1F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3" name="Bildobjekt 4">
            <a:extLst>
              <a:ext uri="{FF2B5EF4-FFF2-40B4-BE49-F238E27FC236}">
                <a16:creationId xmlns:a16="http://schemas.microsoft.com/office/drawing/2014/main" id="{8A77E86D-B76A-8C87-A62C-30CAD3E3B6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Bildobjekt 5" descr="En bild som visar skärmbild, Grafik, mönster, design&#10;&#10;Automatiskt genererad beskrivning">
            <a:extLst>
              <a:ext uri="{FF2B5EF4-FFF2-40B4-BE49-F238E27FC236}">
                <a16:creationId xmlns:a16="http://schemas.microsoft.com/office/drawing/2014/main" id="{53DEBD58-3A12-89CF-4120-9D1F8BA45B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6780006" y="561054"/>
            <a:ext cx="4623337" cy="1559571"/>
          </a:xfrm>
          <a:prstGeom prst="rect">
            <a:avLst/>
          </a:prstGeom>
        </p:spPr>
        <p:txBody>
          <a:bodyPr anchor="b">
            <a:noAutofit/>
          </a:bodyPr>
          <a:lstStyle>
            <a:lvl1pPr>
              <a:defRPr sz="3200">
                <a:solidFill>
                  <a:schemeClr val="tx2"/>
                </a:solidFill>
              </a:defRPr>
            </a:lvl1pPr>
          </a:lstStyle>
          <a:p>
            <a:r>
              <a:rPr lang="en-US"/>
              <a:t>Click to edit Master title style</a:t>
            </a:r>
            <a:endParaRPr lang="sv-SE" dirty="0"/>
          </a:p>
        </p:txBody>
      </p:sp>
      <p:sp>
        <p:nvSpPr>
          <p:cNvPr id="9" name="Platshållare för text 9"/>
          <p:cNvSpPr>
            <a:spLocks noGrp="1"/>
          </p:cNvSpPr>
          <p:nvPr>
            <p:ph type="body" sz="quarter" idx="13"/>
          </p:nvPr>
        </p:nvSpPr>
        <p:spPr>
          <a:xfrm>
            <a:off x="6780006" y="2212161"/>
            <a:ext cx="4623337" cy="3672301"/>
          </a:xfrm>
        </p:spPr>
        <p:txBody>
          <a:bodyPr>
            <a:noAutofit/>
          </a:bodyPr>
          <a:lstStyle>
            <a:lvl1pPr marL="0" indent="0">
              <a:lnSpc>
                <a:spcPts val="2500"/>
              </a:lnSpc>
              <a:spcBef>
                <a:spcPts val="600"/>
              </a:spcBef>
              <a:buNone/>
              <a:defRPr sz="2000">
                <a:solidFill>
                  <a:schemeClr val="tx2"/>
                </a:solidFill>
              </a:defRPr>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12" name="Platshållare för bild 11"/>
          <p:cNvSpPr>
            <a:spLocks noGrp="1"/>
          </p:cNvSpPr>
          <p:nvPr>
            <p:ph type="pic" sz="quarter" idx="14"/>
          </p:nvPr>
        </p:nvSpPr>
        <p:spPr>
          <a:xfrm>
            <a:off x="-1" y="0"/>
            <a:ext cx="6096001"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5" name="Platshållare för datum 3">
            <a:extLst>
              <a:ext uri="{FF2B5EF4-FFF2-40B4-BE49-F238E27FC236}">
                <a16:creationId xmlns:a16="http://schemas.microsoft.com/office/drawing/2014/main" id="{6DAA06A9-7495-0B89-5E53-2A4F3BB45289}"/>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3E449ACC-0EB4-942D-D4E3-8DFC66D89E10}"/>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12CE667F-980A-4260-AE01-C65C2381B2B7}" type="slidenum">
              <a:rPr lang="sv-SE"/>
              <a:pPr>
                <a:defRPr/>
              </a:pPr>
              <a:t>‹#›</a:t>
            </a:fld>
            <a:endParaRPr lang="sv-SE" dirty="0"/>
          </a:p>
        </p:txBody>
      </p:sp>
    </p:spTree>
    <p:extLst>
      <p:ext uri="{BB962C8B-B14F-4D97-AF65-F5344CB8AC3E}">
        <p14:creationId xmlns:p14="http://schemas.microsoft.com/office/powerpoint/2010/main" val="14789290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ild till vänster +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46B8598F-24D8-2A0F-04B2-CDCA12999AE2}"/>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3" name="Bildobjekt 4">
            <a:extLst>
              <a:ext uri="{FF2B5EF4-FFF2-40B4-BE49-F238E27FC236}">
                <a16:creationId xmlns:a16="http://schemas.microsoft.com/office/drawing/2014/main" id="{BCB01E01-4D3C-33C1-2065-156E7F780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Bildobjekt 5" descr="En bild som visar skärmbild, Grafik, mönster, design&#10;&#10;Automatiskt genererad beskrivning">
            <a:extLst>
              <a:ext uri="{FF2B5EF4-FFF2-40B4-BE49-F238E27FC236}">
                <a16:creationId xmlns:a16="http://schemas.microsoft.com/office/drawing/2014/main" id="{2491F087-0F62-749C-2BF9-3477577C2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6780006" y="561054"/>
            <a:ext cx="4623337" cy="1559571"/>
          </a:xfrm>
          <a:prstGeom prst="rect">
            <a:avLst/>
          </a:prstGeom>
        </p:spPr>
        <p:txBody>
          <a:bodyPr anchor="b">
            <a:noAutofit/>
          </a:bodyPr>
          <a:lstStyle>
            <a:lvl1pPr>
              <a:defRPr sz="3200">
                <a:solidFill>
                  <a:schemeClr val="tx2"/>
                </a:solidFill>
              </a:defRPr>
            </a:lvl1pPr>
          </a:lstStyle>
          <a:p>
            <a:r>
              <a:rPr lang="en-US"/>
              <a:t>Click to edit Master title style</a:t>
            </a:r>
            <a:endParaRPr lang="sv-SE" dirty="0"/>
          </a:p>
        </p:txBody>
      </p:sp>
      <p:sp>
        <p:nvSpPr>
          <p:cNvPr id="9" name="Platshållare för text 9"/>
          <p:cNvSpPr>
            <a:spLocks noGrp="1"/>
          </p:cNvSpPr>
          <p:nvPr>
            <p:ph type="body" sz="quarter" idx="13"/>
          </p:nvPr>
        </p:nvSpPr>
        <p:spPr>
          <a:xfrm>
            <a:off x="6780006" y="2212161"/>
            <a:ext cx="4623337" cy="3672301"/>
          </a:xfrm>
        </p:spPr>
        <p:txBody>
          <a:bodyPr>
            <a:noAutofit/>
          </a:bodyPr>
          <a:lstStyle>
            <a:lvl1pPr marL="0" indent="0">
              <a:lnSpc>
                <a:spcPts val="2500"/>
              </a:lnSpc>
              <a:spcBef>
                <a:spcPts val="600"/>
              </a:spcBef>
              <a:buNone/>
              <a:defRPr sz="2000">
                <a:solidFill>
                  <a:schemeClr val="tx2"/>
                </a:solidFill>
              </a:defRPr>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12" name="Platshållare för bild 11"/>
          <p:cNvSpPr>
            <a:spLocks noGrp="1"/>
          </p:cNvSpPr>
          <p:nvPr>
            <p:ph type="pic" sz="quarter" idx="14"/>
          </p:nvPr>
        </p:nvSpPr>
        <p:spPr>
          <a:xfrm>
            <a:off x="-1" y="6928"/>
            <a:ext cx="6096001"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5" name="Platshållare för datum 3">
            <a:extLst>
              <a:ext uri="{FF2B5EF4-FFF2-40B4-BE49-F238E27FC236}">
                <a16:creationId xmlns:a16="http://schemas.microsoft.com/office/drawing/2014/main" id="{C323095E-BEA1-E481-6292-1696C8CCD321}"/>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460281FD-DE18-C76F-F61F-2C2C9FE4735F}"/>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79AFEE74-2FDF-44A8-905C-1995F2928ACB}" type="slidenum">
              <a:rPr lang="sv-SE"/>
              <a:pPr>
                <a:defRPr/>
              </a:pPr>
              <a:t>‹#›</a:t>
            </a:fld>
            <a:endParaRPr lang="sv-SE" dirty="0"/>
          </a:p>
        </p:txBody>
      </p:sp>
    </p:spTree>
    <p:extLst>
      <p:ext uri="{BB962C8B-B14F-4D97-AF65-F5344CB8AC3E}">
        <p14:creationId xmlns:p14="http://schemas.microsoft.com/office/powerpoint/2010/main" val="382680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Bild till höger + text">
    <p:spTree>
      <p:nvGrpSpPr>
        <p:cNvPr id="1" name=""/>
        <p:cNvGrpSpPr/>
        <p:nvPr/>
      </p:nvGrpSpPr>
      <p:grpSpPr>
        <a:xfrm>
          <a:off x="0" y="0"/>
          <a:ext cx="0" cy="0"/>
          <a:chOff x="0" y="0"/>
          <a:chExt cx="0" cy="0"/>
        </a:xfrm>
      </p:grpSpPr>
      <p:pic>
        <p:nvPicPr>
          <p:cNvPr id="2" name="Bildobjekt 1">
            <a:extLst>
              <a:ext uri="{FF2B5EF4-FFF2-40B4-BE49-F238E27FC236}">
                <a16:creationId xmlns:a16="http://schemas.microsoft.com/office/drawing/2014/main" id="{9815C3B6-D316-956F-A408-766AF4CFF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763254" y="561054"/>
            <a:ext cx="4623337" cy="1559571"/>
          </a:xfrm>
          <a:prstGeom prst="rect">
            <a:avLst/>
          </a:prstGeom>
        </p:spPr>
        <p:txBody>
          <a:bodyPr anchor="b">
            <a:noAutofit/>
          </a:bodyPr>
          <a:lstStyle>
            <a:lvl1pPr>
              <a:defRPr sz="3200">
                <a:solidFill>
                  <a:schemeClr val="tx1"/>
                </a:solidFill>
              </a:defRPr>
            </a:lvl1pPr>
          </a:lstStyle>
          <a:p>
            <a:r>
              <a:rPr lang="en-US"/>
              <a:t>Click to edit Master title style</a:t>
            </a:r>
            <a:endParaRPr lang="sv-SE" dirty="0"/>
          </a:p>
        </p:txBody>
      </p:sp>
      <p:sp>
        <p:nvSpPr>
          <p:cNvPr id="9" name="Platshållare för text 9"/>
          <p:cNvSpPr>
            <a:spLocks noGrp="1"/>
          </p:cNvSpPr>
          <p:nvPr>
            <p:ph type="body" sz="quarter" idx="13"/>
          </p:nvPr>
        </p:nvSpPr>
        <p:spPr>
          <a:xfrm>
            <a:off x="763254" y="2212161"/>
            <a:ext cx="4623337" cy="3672301"/>
          </a:xfrm>
        </p:spPr>
        <p:txBody>
          <a:bodyPr>
            <a:noAutofit/>
          </a:bodyPr>
          <a:lstStyle>
            <a:lvl1pPr marL="0" indent="0">
              <a:lnSpc>
                <a:spcPts val="2500"/>
              </a:lnSpc>
              <a:spcBef>
                <a:spcPts val="600"/>
              </a:spcBef>
              <a:buNone/>
              <a:defRPr sz="2000">
                <a:solidFill>
                  <a:schemeClr val="tx1"/>
                </a:solidFill>
              </a:defRPr>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12" name="Platshållare för bild 11"/>
          <p:cNvSpPr>
            <a:spLocks noGrp="1"/>
          </p:cNvSpPr>
          <p:nvPr>
            <p:ph type="pic" sz="quarter" idx="14"/>
          </p:nvPr>
        </p:nvSpPr>
        <p:spPr>
          <a:xfrm>
            <a:off x="6096000" y="0"/>
            <a:ext cx="6096001"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datum 3">
            <a:extLst>
              <a:ext uri="{FF2B5EF4-FFF2-40B4-BE49-F238E27FC236}">
                <a16:creationId xmlns:a16="http://schemas.microsoft.com/office/drawing/2014/main" id="{A896A6B8-9C6D-0AF5-831F-C831A4E0A254}"/>
              </a:ext>
            </a:extLst>
          </p:cNvPr>
          <p:cNvSpPr>
            <a:spLocks noGrp="1"/>
          </p:cNvSpPr>
          <p:nvPr>
            <p:ph type="dt" sz="half" idx="15"/>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4" name="Platshållare för bildnummer 5">
            <a:extLst>
              <a:ext uri="{FF2B5EF4-FFF2-40B4-BE49-F238E27FC236}">
                <a16:creationId xmlns:a16="http://schemas.microsoft.com/office/drawing/2014/main" id="{0AF97CC2-6C40-B514-AC53-F2608EE6E063}"/>
              </a:ext>
            </a:extLst>
          </p:cNvPr>
          <p:cNvSpPr>
            <a:spLocks noGrp="1"/>
          </p:cNvSpPr>
          <p:nvPr>
            <p:ph type="sldNum" sz="quarter" idx="16"/>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6E74B058-04C7-46DA-AFF6-D8B11B4114B7}" type="slidenum">
              <a:rPr lang="sv-SE"/>
              <a:pPr>
                <a:defRPr/>
              </a:pPr>
              <a:t>‹#›</a:t>
            </a:fld>
            <a:endParaRPr lang="sv-SE" dirty="0"/>
          </a:p>
        </p:txBody>
      </p:sp>
    </p:spTree>
    <p:extLst>
      <p:ext uri="{BB962C8B-B14F-4D97-AF65-F5344CB8AC3E}">
        <p14:creationId xmlns:p14="http://schemas.microsoft.com/office/powerpoint/2010/main" val="24808486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Bild till höger +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75AB18A0-94ED-6A39-5AA6-C41C5EAD4661}"/>
              </a:ext>
            </a:extLst>
          </p:cNvPr>
          <p:cNvSpPr/>
          <p:nvPr/>
        </p:nvSpPr>
        <p:spPr>
          <a:xfrm>
            <a:off x="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solidFill>
                <a:schemeClr val="bg1"/>
              </a:solidFill>
            </a:endParaRPr>
          </a:p>
        </p:txBody>
      </p:sp>
      <p:pic>
        <p:nvPicPr>
          <p:cNvPr id="3" name="Bildobjekt 4">
            <a:extLst>
              <a:ext uri="{FF2B5EF4-FFF2-40B4-BE49-F238E27FC236}">
                <a16:creationId xmlns:a16="http://schemas.microsoft.com/office/drawing/2014/main" id="{A07D13B4-5F62-C792-58E6-CABEAB6E84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763254" y="561054"/>
            <a:ext cx="4623337" cy="1559571"/>
          </a:xfrm>
          <a:prstGeom prst="rect">
            <a:avLst/>
          </a:prstGeom>
        </p:spPr>
        <p:txBody>
          <a:bodyPr anchor="b">
            <a:noAutofit/>
          </a:bodyPr>
          <a:lstStyle>
            <a:lvl1pPr>
              <a:defRPr sz="3200">
                <a:solidFill>
                  <a:schemeClr val="bg1"/>
                </a:solidFill>
              </a:defRPr>
            </a:lvl1pPr>
          </a:lstStyle>
          <a:p>
            <a:r>
              <a:rPr lang="en-US"/>
              <a:t>Click to edit Master title style</a:t>
            </a:r>
            <a:endParaRPr lang="sv-SE" dirty="0"/>
          </a:p>
        </p:txBody>
      </p:sp>
      <p:sp>
        <p:nvSpPr>
          <p:cNvPr id="9" name="Platshållare för text 9"/>
          <p:cNvSpPr>
            <a:spLocks noGrp="1"/>
          </p:cNvSpPr>
          <p:nvPr>
            <p:ph type="body" sz="quarter" idx="13"/>
          </p:nvPr>
        </p:nvSpPr>
        <p:spPr>
          <a:xfrm>
            <a:off x="763254" y="2212161"/>
            <a:ext cx="4623337" cy="3672301"/>
          </a:xfrm>
        </p:spPr>
        <p:txBody>
          <a:bodyPr>
            <a:noAutofit/>
          </a:bodyPr>
          <a:lstStyle>
            <a:lvl1pPr marL="0" indent="0">
              <a:lnSpc>
                <a:spcPts val="2500"/>
              </a:lnSpc>
              <a:spcBef>
                <a:spcPts val="600"/>
              </a:spcBef>
              <a:buNone/>
              <a:defRPr sz="2000">
                <a:solidFill>
                  <a:srgbClr val="E4F1F8"/>
                </a:solidFill>
              </a:defRPr>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12" name="Platshållare för bild 11"/>
          <p:cNvSpPr>
            <a:spLocks noGrp="1"/>
          </p:cNvSpPr>
          <p:nvPr>
            <p:ph type="pic" sz="quarter" idx="14"/>
          </p:nvPr>
        </p:nvSpPr>
        <p:spPr>
          <a:xfrm>
            <a:off x="6096000" y="0"/>
            <a:ext cx="6096001"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4" name="Platshållare för datum 3">
            <a:extLst>
              <a:ext uri="{FF2B5EF4-FFF2-40B4-BE49-F238E27FC236}">
                <a16:creationId xmlns:a16="http://schemas.microsoft.com/office/drawing/2014/main" id="{514E1C84-A607-551F-A24E-3E4F2A2A03FF}"/>
              </a:ext>
            </a:extLst>
          </p:cNvPr>
          <p:cNvSpPr>
            <a:spLocks noGrp="1"/>
          </p:cNvSpPr>
          <p:nvPr>
            <p:ph type="dt" sz="half" idx="15"/>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5" name="Platshållare för bildnummer 5">
            <a:extLst>
              <a:ext uri="{FF2B5EF4-FFF2-40B4-BE49-F238E27FC236}">
                <a16:creationId xmlns:a16="http://schemas.microsoft.com/office/drawing/2014/main" id="{48C37520-0726-99BF-1333-89863ECFBE3A}"/>
              </a:ext>
            </a:extLst>
          </p:cNvPr>
          <p:cNvSpPr>
            <a:spLocks noGrp="1"/>
          </p:cNvSpPr>
          <p:nvPr>
            <p:ph type="sldNum" sz="quarter" idx="16"/>
          </p:nvPr>
        </p:nvSpPr>
        <p:spPr/>
        <p:txBody>
          <a:bodyPr/>
          <a:lstStyle>
            <a:lvl1pPr algn="l">
              <a:defRPr sz="700" b="0" i="0" smtClean="0">
                <a:solidFill>
                  <a:schemeClr val="bg1"/>
                </a:solidFill>
                <a:latin typeface="Arial" panose="020B0604020202020204" pitchFamily="34" charset="0"/>
              </a:defRPr>
            </a:lvl1pPr>
          </a:lstStyle>
          <a:p>
            <a:pPr>
              <a:defRPr/>
            </a:pPr>
            <a:fld id="{6CE33C39-BB55-4FF7-9F24-E9F2263D9D18}" type="slidenum">
              <a:rPr lang="sv-SE"/>
              <a:pPr>
                <a:defRPr/>
              </a:pPr>
              <a:t>‹#›</a:t>
            </a:fld>
            <a:endParaRPr lang="sv-SE" dirty="0"/>
          </a:p>
        </p:txBody>
      </p:sp>
    </p:spTree>
    <p:extLst>
      <p:ext uri="{BB962C8B-B14F-4D97-AF65-F5344CB8AC3E}">
        <p14:creationId xmlns:p14="http://schemas.microsoft.com/office/powerpoint/2010/main" val="17450770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Bild till höger +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2CE2456F-D523-039E-FFA4-3E8EE6D7478B}"/>
              </a:ext>
            </a:extLst>
          </p:cNvPr>
          <p:cNvSpPr/>
          <p:nvPr/>
        </p:nvSpPr>
        <p:spPr>
          <a:xfrm>
            <a:off x="0" y="0"/>
            <a:ext cx="6096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solidFill>
                <a:schemeClr val="bg1"/>
              </a:solidFill>
            </a:endParaRPr>
          </a:p>
        </p:txBody>
      </p:sp>
      <p:pic>
        <p:nvPicPr>
          <p:cNvPr id="3" name="Bildobjekt 4">
            <a:extLst>
              <a:ext uri="{FF2B5EF4-FFF2-40B4-BE49-F238E27FC236}">
                <a16:creationId xmlns:a16="http://schemas.microsoft.com/office/drawing/2014/main" id="{CC75C4FB-83F6-1E87-D4F9-32330A0A72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763254" y="561054"/>
            <a:ext cx="4623337" cy="1559571"/>
          </a:xfrm>
          <a:prstGeom prst="rect">
            <a:avLst/>
          </a:prstGeom>
        </p:spPr>
        <p:txBody>
          <a:bodyPr anchor="b">
            <a:noAutofit/>
          </a:bodyPr>
          <a:lstStyle>
            <a:lvl1pPr>
              <a:defRPr sz="3200">
                <a:solidFill>
                  <a:schemeClr val="bg1"/>
                </a:solidFill>
              </a:defRPr>
            </a:lvl1pPr>
          </a:lstStyle>
          <a:p>
            <a:r>
              <a:rPr lang="en-US"/>
              <a:t>Click to edit Master title style</a:t>
            </a:r>
            <a:endParaRPr lang="sv-SE" dirty="0"/>
          </a:p>
        </p:txBody>
      </p:sp>
      <p:sp>
        <p:nvSpPr>
          <p:cNvPr id="9" name="Platshållare för text 9"/>
          <p:cNvSpPr>
            <a:spLocks noGrp="1"/>
          </p:cNvSpPr>
          <p:nvPr>
            <p:ph type="body" sz="quarter" idx="13"/>
          </p:nvPr>
        </p:nvSpPr>
        <p:spPr>
          <a:xfrm>
            <a:off x="763254" y="2212161"/>
            <a:ext cx="4623337" cy="3672301"/>
          </a:xfrm>
        </p:spPr>
        <p:txBody>
          <a:bodyPr>
            <a:noAutofit/>
          </a:bodyPr>
          <a:lstStyle>
            <a:lvl1pPr marL="0" indent="0">
              <a:lnSpc>
                <a:spcPts val="2500"/>
              </a:lnSpc>
              <a:spcBef>
                <a:spcPts val="600"/>
              </a:spcBef>
              <a:buNone/>
              <a:defRPr sz="2000">
                <a:solidFill>
                  <a:srgbClr val="E4F1F8"/>
                </a:solidFill>
              </a:defRPr>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12" name="Platshållare för bild 11"/>
          <p:cNvSpPr>
            <a:spLocks noGrp="1"/>
          </p:cNvSpPr>
          <p:nvPr>
            <p:ph type="pic" sz="quarter" idx="14"/>
          </p:nvPr>
        </p:nvSpPr>
        <p:spPr>
          <a:xfrm>
            <a:off x="6096000" y="0"/>
            <a:ext cx="6096001"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4" name="Platshållare för datum 3">
            <a:extLst>
              <a:ext uri="{FF2B5EF4-FFF2-40B4-BE49-F238E27FC236}">
                <a16:creationId xmlns:a16="http://schemas.microsoft.com/office/drawing/2014/main" id="{6FD9A787-EABC-79D1-26BB-7E40250E9148}"/>
              </a:ext>
            </a:extLst>
          </p:cNvPr>
          <p:cNvSpPr>
            <a:spLocks noGrp="1"/>
          </p:cNvSpPr>
          <p:nvPr>
            <p:ph type="dt" sz="half" idx="15"/>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5" name="Platshållare för bildnummer 5">
            <a:extLst>
              <a:ext uri="{FF2B5EF4-FFF2-40B4-BE49-F238E27FC236}">
                <a16:creationId xmlns:a16="http://schemas.microsoft.com/office/drawing/2014/main" id="{99441FCC-AF32-E389-929F-CF9B4BF6076C}"/>
              </a:ext>
            </a:extLst>
          </p:cNvPr>
          <p:cNvSpPr>
            <a:spLocks noGrp="1"/>
          </p:cNvSpPr>
          <p:nvPr>
            <p:ph type="sldNum" sz="quarter" idx="16"/>
          </p:nvPr>
        </p:nvSpPr>
        <p:spPr/>
        <p:txBody>
          <a:bodyPr/>
          <a:lstStyle>
            <a:lvl1pPr algn="l">
              <a:defRPr sz="700" b="0" i="0" smtClean="0">
                <a:solidFill>
                  <a:schemeClr val="bg1"/>
                </a:solidFill>
                <a:latin typeface="Arial" panose="020B0604020202020204" pitchFamily="34" charset="0"/>
              </a:defRPr>
            </a:lvl1pPr>
          </a:lstStyle>
          <a:p>
            <a:pPr>
              <a:defRPr/>
            </a:pPr>
            <a:fld id="{EF34C24A-2604-437F-9E70-CA2E8426AE76}" type="slidenum">
              <a:rPr lang="sv-SE"/>
              <a:pPr>
                <a:defRPr/>
              </a:pPr>
              <a:t>‹#›</a:t>
            </a:fld>
            <a:endParaRPr lang="sv-SE" dirty="0"/>
          </a:p>
        </p:txBody>
      </p:sp>
    </p:spTree>
    <p:extLst>
      <p:ext uri="{BB962C8B-B14F-4D97-AF65-F5344CB8AC3E}">
        <p14:creationId xmlns:p14="http://schemas.microsoft.com/office/powerpoint/2010/main" val="13014651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Bild till höger +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346BE9BC-C4DA-A7C3-32F2-7137F12A3E55}"/>
              </a:ext>
            </a:extLst>
          </p:cNvPr>
          <p:cNvSpPr/>
          <p:nvPr/>
        </p:nvSpPr>
        <p:spPr>
          <a:xfrm>
            <a:off x="0" y="0"/>
            <a:ext cx="6096000" cy="6858000"/>
          </a:xfrm>
          <a:prstGeom prst="rect">
            <a:avLst/>
          </a:prstGeom>
          <a:solidFill>
            <a:srgbClr val="E4F1F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3" name="Bildobjekt 4">
            <a:extLst>
              <a:ext uri="{FF2B5EF4-FFF2-40B4-BE49-F238E27FC236}">
                <a16:creationId xmlns:a16="http://schemas.microsoft.com/office/drawing/2014/main" id="{5EAAEAC1-61D2-9FA1-1DBB-38B1BA2A35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763254" y="561054"/>
            <a:ext cx="4623337" cy="1559571"/>
          </a:xfrm>
          <a:prstGeom prst="rect">
            <a:avLst/>
          </a:prstGeom>
        </p:spPr>
        <p:txBody>
          <a:bodyPr anchor="b">
            <a:noAutofit/>
          </a:bodyPr>
          <a:lstStyle>
            <a:lvl1pPr>
              <a:defRPr sz="3200">
                <a:solidFill>
                  <a:schemeClr val="tx2"/>
                </a:solidFill>
              </a:defRPr>
            </a:lvl1pPr>
          </a:lstStyle>
          <a:p>
            <a:r>
              <a:rPr lang="en-US"/>
              <a:t>Click to edit Master title style</a:t>
            </a:r>
            <a:endParaRPr lang="sv-SE" dirty="0"/>
          </a:p>
        </p:txBody>
      </p:sp>
      <p:sp>
        <p:nvSpPr>
          <p:cNvPr id="9" name="Platshållare för text 9"/>
          <p:cNvSpPr>
            <a:spLocks noGrp="1"/>
          </p:cNvSpPr>
          <p:nvPr>
            <p:ph type="body" sz="quarter" idx="13"/>
          </p:nvPr>
        </p:nvSpPr>
        <p:spPr>
          <a:xfrm>
            <a:off x="763254" y="2212161"/>
            <a:ext cx="4623337" cy="3672301"/>
          </a:xfrm>
        </p:spPr>
        <p:txBody>
          <a:bodyPr>
            <a:noAutofit/>
          </a:bodyPr>
          <a:lstStyle>
            <a:lvl1pPr marL="0" indent="0">
              <a:lnSpc>
                <a:spcPts val="2500"/>
              </a:lnSpc>
              <a:spcBef>
                <a:spcPts val="600"/>
              </a:spcBef>
              <a:buNone/>
              <a:defRPr sz="2000">
                <a:solidFill>
                  <a:schemeClr val="tx2"/>
                </a:solidFill>
              </a:defRPr>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12" name="Platshållare för bild 11"/>
          <p:cNvSpPr>
            <a:spLocks noGrp="1"/>
          </p:cNvSpPr>
          <p:nvPr>
            <p:ph type="pic" sz="quarter" idx="14"/>
          </p:nvPr>
        </p:nvSpPr>
        <p:spPr>
          <a:xfrm>
            <a:off x="6096000" y="0"/>
            <a:ext cx="6096001"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4" name="Platshållare för datum 3">
            <a:extLst>
              <a:ext uri="{FF2B5EF4-FFF2-40B4-BE49-F238E27FC236}">
                <a16:creationId xmlns:a16="http://schemas.microsoft.com/office/drawing/2014/main" id="{A53E3C65-ED71-61F5-8588-6DB112347438}"/>
              </a:ext>
            </a:extLst>
          </p:cNvPr>
          <p:cNvSpPr>
            <a:spLocks noGrp="1"/>
          </p:cNvSpPr>
          <p:nvPr>
            <p:ph type="dt" sz="half" idx="15"/>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5" name="Platshållare för bildnummer 5">
            <a:extLst>
              <a:ext uri="{FF2B5EF4-FFF2-40B4-BE49-F238E27FC236}">
                <a16:creationId xmlns:a16="http://schemas.microsoft.com/office/drawing/2014/main" id="{4ED07282-73D1-1814-9246-83146FDC2BB5}"/>
              </a:ext>
            </a:extLst>
          </p:cNvPr>
          <p:cNvSpPr>
            <a:spLocks noGrp="1"/>
          </p:cNvSpPr>
          <p:nvPr>
            <p:ph type="sldNum" sz="quarter" idx="16"/>
          </p:nvPr>
        </p:nvSpPr>
        <p:spPr/>
        <p:txBody>
          <a:bodyPr/>
          <a:lstStyle>
            <a:lvl1pPr algn="l">
              <a:defRPr sz="700" b="0" i="0" smtClean="0">
                <a:solidFill>
                  <a:schemeClr val="tx2"/>
                </a:solidFill>
                <a:latin typeface="Arial" panose="020B0604020202020204" pitchFamily="34" charset="0"/>
              </a:defRPr>
            </a:lvl1pPr>
          </a:lstStyle>
          <a:p>
            <a:pPr>
              <a:defRPr/>
            </a:pPr>
            <a:fld id="{1E8C7A06-B488-4789-BC08-015C6DD23B30}" type="slidenum">
              <a:rPr lang="sv-SE"/>
              <a:pPr>
                <a:defRPr/>
              </a:pPr>
              <a:t>‹#›</a:t>
            </a:fld>
            <a:endParaRPr lang="sv-SE" dirty="0"/>
          </a:p>
        </p:txBody>
      </p:sp>
    </p:spTree>
    <p:extLst>
      <p:ext uri="{BB962C8B-B14F-4D97-AF65-F5344CB8AC3E}">
        <p14:creationId xmlns:p14="http://schemas.microsoft.com/office/powerpoint/2010/main" val="8334894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Bild till höger +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E099CF53-6780-A765-35E4-D4306BE2633B}"/>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3" name="Bildobjekt 4">
            <a:extLst>
              <a:ext uri="{FF2B5EF4-FFF2-40B4-BE49-F238E27FC236}">
                <a16:creationId xmlns:a16="http://schemas.microsoft.com/office/drawing/2014/main" id="{3E1C363D-34AB-968D-C027-855C6A4E01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763254" y="561054"/>
            <a:ext cx="4623337" cy="1559571"/>
          </a:xfrm>
          <a:prstGeom prst="rect">
            <a:avLst/>
          </a:prstGeom>
        </p:spPr>
        <p:txBody>
          <a:bodyPr anchor="b">
            <a:noAutofit/>
          </a:bodyPr>
          <a:lstStyle>
            <a:lvl1pPr>
              <a:defRPr sz="3200">
                <a:solidFill>
                  <a:schemeClr val="tx2"/>
                </a:solidFill>
              </a:defRPr>
            </a:lvl1pPr>
          </a:lstStyle>
          <a:p>
            <a:r>
              <a:rPr lang="en-US"/>
              <a:t>Click to edit Master title style</a:t>
            </a:r>
            <a:endParaRPr lang="sv-SE" dirty="0"/>
          </a:p>
        </p:txBody>
      </p:sp>
      <p:sp>
        <p:nvSpPr>
          <p:cNvPr id="9" name="Platshållare för text 9"/>
          <p:cNvSpPr>
            <a:spLocks noGrp="1"/>
          </p:cNvSpPr>
          <p:nvPr>
            <p:ph type="body" sz="quarter" idx="13"/>
          </p:nvPr>
        </p:nvSpPr>
        <p:spPr>
          <a:xfrm>
            <a:off x="763254" y="2212161"/>
            <a:ext cx="4623337" cy="3672301"/>
          </a:xfrm>
        </p:spPr>
        <p:txBody>
          <a:bodyPr>
            <a:noAutofit/>
          </a:bodyPr>
          <a:lstStyle>
            <a:lvl1pPr marL="0" indent="0">
              <a:lnSpc>
                <a:spcPts val="2500"/>
              </a:lnSpc>
              <a:spcBef>
                <a:spcPts val="600"/>
              </a:spcBef>
              <a:buNone/>
              <a:defRPr sz="2000">
                <a:solidFill>
                  <a:schemeClr val="tx2"/>
                </a:solidFill>
              </a:defRPr>
            </a:lvl1pPr>
            <a:lvl2pPr marL="457200" indent="0">
              <a:lnSpc>
                <a:spcPts val="1900"/>
              </a:lnSpc>
              <a:buNone/>
              <a:defRPr sz="1600"/>
            </a:lvl2pPr>
            <a:lvl3pPr marL="914400" indent="0">
              <a:lnSpc>
                <a:spcPts val="1900"/>
              </a:lnSpc>
              <a:buNone/>
              <a:defRPr sz="1600"/>
            </a:lvl3pPr>
            <a:lvl4pPr marL="1371600" indent="0">
              <a:lnSpc>
                <a:spcPts val="1900"/>
              </a:lnSpc>
              <a:buNone/>
              <a:defRPr sz="1600"/>
            </a:lvl4pPr>
            <a:lvl5pPr marL="1828800" indent="0">
              <a:lnSpc>
                <a:spcPts val="1900"/>
              </a:lnSpc>
              <a:buNone/>
              <a:defRPr sz="1600"/>
            </a:lvl5pPr>
          </a:lstStyle>
          <a:p>
            <a:pPr lvl="0"/>
            <a:r>
              <a:rPr lang="en-US"/>
              <a:t>Click to edit Master text styles</a:t>
            </a:r>
          </a:p>
        </p:txBody>
      </p:sp>
      <p:sp>
        <p:nvSpPr>
          <p:cNvPr id="12" name="Platshållare för bild 11"/>
          <p:cNvSpPr>
            <a:spLocks noGrp="1"/>
          </p:cNvSpPr>
          <p:nvPr>
            <p:ph type="pic" sz="quarter" idx="14"/>
          </p:nvPr>
        </p:nvSpPr>
        <p:spPr>
          <a:xfrm>
            <a:off x="6096000" y="0"/>
            <a:ext cx="6096001"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4" name="Platshållare för datum 3">
            <a:extLst>
              <a:ext uri="{FF2B5EF4-FFF2-40B4-BE49-F238E27FC236}">
                <a16:creationId xmlns:a16="http://schemas.microsoft.com/office/drawing/2014/main" id="{D4081A6E-67F0-2EE5-0B88-6BA6BBC13DD4}"/>
              </a:ext>
            </a:extLst>
          </p:cNvPr>
          <p:cNvSpPr>
            <a:spLocks noGrp="1"/>
          </p:cNvSpPr>
          <p:nvPr>
            <p:ph type="dt" sz="half" idx="15"/>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5" name="Platshållare för bildnummer 5">
            <a:extLst>
              <a:ext uri="{FF2B5EF4-FFF2-40B4-BE49-F238E27FC236}">
                <a16:creationId xmlns:a16="http://schemas.microsoft.com/office/drawing/2014/main" id="{9BD769EE-9D6D-BAD1-B1AC-C67CEE0A55A4}"/>
              </a:ext>
            </a:extLst>
          </p:cNvPr>
          <p:cNvSpPr>
            <a:spLocks noGrp="1"/>
          </p:cNvSpPr>
          <p:nvPr>
            <p:ph type="sldNum" sz="quarter" idx="16"/>
          </p:nvPr>
        </p:nvSpPr>
        <p:spPr/>
        <p:txBody>
          <a:bodyPr/>
          <a:lstStyle>
            <a:lvl1pPr algn="l">
              <a:defRPr sz="700" b="0" i="0" smtClean="0">
                <a:solidFill>
                  <a:schemeClr val="tx2"/>
                </a:solidFill>
                <a:latin typeface="Arial" panose="020B0604020202020204" pitchFamily="34" charset="0"/>
              </a:defRPr>
            </a:lvl1pPr>
          </a:lstStyle>
          <a:p>
            <a:pPr>
              <a:defRPr/>
            </a:pPr>
            <a:fld id="{28012655-23D5-4D37-AFB2-072CF040D58B}" type="slidenum">
              <a:rPr lang="sv-SE"/>
              <a:pPr>
                <a:defRPr/>
              </a:pPr>
              <a:t>‹#›</a:t>
            </a:fld>
            <a:endParaRPr lang="sv-SE" dirty="0"/>
          </a:p>
        </p:txBody>
      </p:sp>
    </p:spTree>
    <p:extLst>
      <p:ext uri="{BB962C8B-B14F-4D97-AF65-F5344CB8AC3E}">
        <p14:creationId xmlns:p14="http://schemas.microsoft.com/office/powerpoint/2010/main" val="11837070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mal bild, rubrik, text">
    <p:spTree>
      <p:nvGrpSpPr>
        <p:cNvPr id="1" name=""/>
        <p:cNvGrpSpPr/>
        <p:nvPr/>
      </p:nvGrpSpPr>
      <p:grpSpPr>
        <a:xfrm>
          <a:off x="0" y="0"/>
          <a:ext cx="0" cy="0"/>
          <a:chOff x="0" y="0"/>
          <a:chExt cx="0" cy="0"/>
        </a:xfrm>
      </p:grpSpPr>
      <p:pic>
        <p:nvPicPr>
          <p:cNvPr id="2" name="Bildobjekt 1">
            <a:extLst>
              <a:ext uri="{FF2B5EF4-FFF2-40B4-BE49-F238E27FC236}">
                <a16:creationId xmlns:a16="http://schemas.microsoft.com/office/drawing/2014/main" id="{30C77B84-B57B-DB84-D506-4072E5FB59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5029201" y="555882"/>
            <a:ext cx="6035039" cy="1559571"/>
          </a:xfrm>
          <a:prstGeom prst="rect">
            <a:avLst/>
          </a:prstGeom>
        </p:spPr>
        <p:txBody>
          <a:bodyPr anchor="b">
            <a:noAutofit/>
          </a:bodyPr>
          <a:lstStyle>
            <a:lvl1pPr>
              <a:defRPr sz="3200"/>
            </a:lvl1pPr>
          </a:lstStyle>
          <a:p>
            <a:r>
              <a:rPr lang="en-US"/>
              <a:t>Click to edit Master title style</a:t>
            </a:r>
            <a:endParaRPr lang="sv-SE" dirty="0"/>
          </a:p>
        </p:txBody>
      </p:sp>
      <p:sp>
        <p:nvSpPr>
          <p:cNvPr id="12" name="Platshållare för bild 11"/>
          <p:cNvSpPr>
            <a:spLocks noGrp="1"/>
          </p:cNvSpPr>
          <p:nvPr>
            <p:ph type="pic" sz="quarter" idx="14"/>
          </p:nvPr>
        </p:nvSpPr>
        <p:spPr>
          <a:xfrm>
            <a:off x="0" y="0"/>
            <a:ext cx="4445456"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text 2"/>
          <p:cNvSpPr>
            <a:spLocks noGrp="1"/>
          </p:cNvSpPr>
          <p:nvPr>
            <p:ph type="body" sz="quarter" idx="15"/>
          </p:nvPr>
        </p:nvSpPr>
        <p:spPr>
          <a:xfrm>
            <a:off x="5029200" y="2212161"/>
            <a:ext cx="6035040" cy="3680639"/>
          </a:xfrm>
        </p:spPr>
        <p:txBody>
          <a:bodyPr>
            <a:noAutofit/>
          </a:bodyPr>
          <a:lstStyle>
            <a:lvl1pPr marL="0" indent="0">
              <a:lnSpc>
                <a:spcPts val="2500"/>
              </a:lnSpc>
              <a:spcBef>
                <a:spcPts val="600"/>
              </a:spcBef>
              <a:buNone/>
              <a:defRPr sz="2000"/>
            </a:lvl1pPr>
            <a:lvl2pPr marL="457200" indent="0">
              <a:lnSpc>
                <a:spcPts val="2100"/>
              </a:lnSpc>
              <a:spcBef>
                <a:spcPts val="600"/>
              </a:spcBef>
              <a:buNone/>
              <a:defRPr sz="1600"/>
            </a:lvl2pPr>
            <a:lvl3pPr marL="914400" indent="0">
              <a:lnSpc>
                <a:spcPts val="2100"/>
              </a:lnSpc>
              <a:spcBef>
                <a:spcPts val="600"/>
              </a:spcBef>
              <a:buNone/>
              <a:defRPr sz="1600"/>
            </a:lvl3pPr>
            <a:lvl4pPr marL="1371600" indent="0">
              <a:lnSpc>
                <a:spcPts val="2100"/>
              </a:lnSpc>
              <a:spcBef>
                <a:spcPts val="600"/>
              </a:spcBef>
              <a:buNone/>
              <a:defRPr sz="1600"/>
            </a:lvl4pPr>
            <a:lvl5pPr marL="1828800" indent="0">
              <a:lnSpc>
                <a:spcPts val="2100"/>
              </a:lnSpc>
              <a:spcBef>
                <a:spcPts val="600"/>
              </a:spcBef>
              <a:buNone/>
              <a:defRPr sz="1600"/>
            </a:lvl5pPr>
          </a:lstStyle>
          <a:p>
            <a:pPr lvl="0"/>
            <a:r>
              <a:rPr lang="en-US"/>
              <a:t>Click to edit Master text styles</a:t>
            </a:r>
          </a:p>
        </p:txBody>
      </p:sp>
      <p:sp>
        <p:nvSpPr>
          <p:cNvPr id="4" name="Platshållare för datum 3">
            <a:extLst>
              <a:ext uri="{FF2B5EF4-FFF2-40B4-BE49-F238E27FC236}">
                <a16:creationId xmlns:a16="http://schemas.microsoft.com/office/drawing/2014/main" id="{CCD34110-F13B-178A-F759-6F2D2A1AD7F9}"/>
              </a:ext>
            </a:extLst>
          </p:cNvPr>
          <p:cNvSpPr>
            <a:spLocks noGrp="1"/>
          </p:cNvSpPr>
          <p:nvPr>
            <p:ph type="dt" sz="half" idx="16"/>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5" name="Platshållare för bildnummer 5">
            <a:extLst>
              <a:ext uri="{FF2B5EF4-FFF2-40B4-BE49-F238E27FC236}">
                <a16:creationId xmlns:a16="http://schemas.microsoft.com/office/drawing/2014/main" id="{C9489FF6-42FD-0390-6ED6-3DD77F192339}"/>
              </a:ext>
            </a:extLst>
          </p:cNvPr>
          <p:cNvSpPr>
            <a:spLocks noGrp="1"/>
          </p:cNvSpPr>
          <p:nvPr>
            <p:ph type="sldNum" sz="quarter" idx="17"/>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E08B08D3-7A46-4EDD-A898-4BF66BC0C9E0}" type="slidenum">
              <a:rPr lang="sv-SE"/>
              <a:pPr>
                <a:defRPr/>
              </a:pPr>
              <a:t>‹#›</a:t>
            </a:fld>
            <a:endParaRPr lang="sv-SE" dirty="0"/>
          </a:p>
        </p:txBody>
      </p:sp>
    </p:spTree>
    <p:extLst>
      <p:ext uri="{BB962C8B-B14F-4D97-AF65-F5344CB8AC3E}">
        <p14:creationId xmlns:p14="http://schemas.microsoft.com/office/powerpoint/2010/main" val="23780079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Smal bild, rubrik,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2A1D5F46-5733-FA2B-7E01-2BB718047A71}"/>
              </a:ext>
            </a:extLst>
          </p:cNvPr>
          <p:cNvSpPr/>
          <p:nvPr/>
        </p:nvSpPr>
        <p:spPr>
          <a:xfrm>
            <a:off x="4445000" y="0"/>
            <a:ext cx="7747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4" name="Bildobjekt 4">
            <a:extLst>
              <a:ext uri="{FF2B5EF4-FFF2-40B4-BE49-F238E27FC236}">
                <a16:creationId xmlns:a16="http://schemas.microsoft.com/office/drawing/2014/main" id="{F916D9A7-BD64-E314-AC82-775DA66A5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Bildobjekt 5" descr="En bild som visar text, skärmbild, Teckensnitt, Grafik&#10;&#10;Automatiskt genererad beskrivning">
            <a:extLst>
              <a:ext uri="{FF2B5EF4-FFF2-40B4-BE49-F238E27FC236}">
                <a16:creationId xmlns:a16="http://schemas.microsoft.com/office/drawing/2014/main" id="{B2DADF10-F5A6-8038-1163-6061C7417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5029201" y="555882"/>
            <a:ext cx="6035039" cy="1559571"/>
          </a:xfrm>
          <a:prstGeom prst="rect">
            <a:avLst/>
          </a:prstGeom>
        </p:spPr>
        <p:txBody>
          <a:bodyPr anchor="b">
            <a:noAutofit/>
          </a:bodyPr>
          <a:lstStyle>
            <a:lvl1pPr>
              <a:defRPr sz="3200">
                <a:solidFill>
                  <a:schemeClr val="bg1"/>
                </a:solidFill>
              </a:defRPr>
            </a:lvl1pPr>
          </a:lstStyle>
          <a:p>
            <a:r>
              <a:rPr lang="en-US"/>
              <a:t>Click to edit Master title style</a:t>
            </a:r>
            <a:endParaRPr lang="sv-SE" dirty="0"/>
          </a:p>
        </p:txBody>
      </p:sp>
      <p:sp>
        <p:nvSpPr>
          <p:cNvPr id="12" name="Platshållare för bild 11"/>
          <p:cNvSpPr>
            <a:spLocks noGrp="1"/>
          </p:cNvSpPr>
          <p:nvPr>
            <p:ph type="pic" sz="quarter" idx="14"/>
          </p:nvPr>
        </p:nvSpPr>
        <p:spPr>
          <a:xfrm>
            <a:off x="0" y="0"/>
            <a:ext cx="4445456"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text 2"/>
          <p:cNvSpPr>
            <a:spLocks noGrp="1"/>
          </p:cNvSpPr>
          <p:nvPr>
            <p:ph type="body" sz="quarter" idx="15"/>
          </p:nvPr>
        </p:nvSpPr>
        <p:spPr>
          <a:xfrm>
            <a:off x="5029200" y="2212161"/>
            <a:ext cx="6035040" cy="3680639"/>
          </a:xfrm>
        </p:spPr>
        <p:txBody>
          <a:bodyPr>
            <a:noAutofit/>
          </a:bodyPr>
          <a:lstStyle>
            <a:lvl1pPr marL="0" indent="0">
              <a:lnSpc>
                <a:spcPts val="2500"/>
              </a:lnSpc>
              <a:spcBef>
                <a:spcPts val="600"/>
              </a:spcBef>
              <a:buNone/>
              <a:defRPr sz="2000">
                <a:solidFill>
                  <a:schemeClr val="bg1"/>
                </a:solidFill>
              </a:defRPr>
            </a:lvl1pPr>
            <a:lvl2pPr marL="457200" indent="0">
              <a:lnSpc>
                <a:spcPts val="2100"/>
              </a:lnSpc>
              <a:spcBef>
                <a:spcPts val="600"/>
              </a:spcBef>
              <a:buNone/>
              <a:defRPr sz="1600"/>
            </a:lvl2pPr>
            <a:lvl3pPr marL="914400" indent="0">
              <a:lnSpc>
                <a:spcPts val="2100"/>
              </a:lnSpc>
              <a:spcBef>
                <a:spcPts val="600"/>
              </a:spcBef>
              <a:buNone/>
              <a:defRPr sz="1600"/>
            </a:lvl3pPr>
            <a:lvl4pPr marL="1371600" indent="0">
              <a:lnSpc>
                <a:spcPts val="2100"/>
              </a:lnSpc>
              <a:spcBef>
                <a:spcPts val="600"/>
              </a:spcBef>
              <a:buNone/>
              <a:defRPr sz="1600"/>
            </a:lvl4pPr>
            <a:lvl5pPr marL="1828800" indent="0">
              <a:lnSpc>
                <a:spcPts val="2100"/>
              </a:lnSpc>
              <a:spcBef>
                <a:spcPts val="600"/>
              </a:spcBef>
              <a:buNone/>
              <a:defRPr sz="1600"/>
            </a:lvl5pPr>
          </a:lstStyle>
          <a:p>
            <a:pPr lvl="0"/>
            <a:r>
              <a:rPr lang="en-US"/>
              <a:t>Click to edit Master text styles</a:t>
            </a:r>
          </a:p>
        </p:txBody>
      </p:sp>
      <p:sp>
        <p:nvSpPr>
          <p:cNvPr id="6" name="Platshållare för datum 3">
            <a:extLst>
              <a:ext uri="{FF2B5EF4-FFF2-40B4-BE49-F238E27FC236}">
                <a16:creationId xmlns:a16="http://schemas.microsoft.com/office/drawing/2014/main" id="{4B385FCB-A34C-D4B3-2EF5-8B6412EBD4B6}"/>
              </a:ext>
            </a:extLst>
          </p:cNvPr>
          <p:cNvSpPr>
            <a:spLocks noGrp="1"/>
          </p:cNvSpPr>
          <p:nvPr>
            <p:ph type="dt" sz="half" idx="16"/>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7" name="Platshållare för bildnummer 5">
            <a:extLst>
              <a:ext uri="{FF2B5EF4-FFF2-40B4-BE49-F238E27FC236}">
                <a16:creationId xmlns:a16="http://schemas.microsoft.com/office/drawing/2014/main" id="{16FD892B-C69B-FA51-5240-1781A72C1C67}"/>
              </a:ext>
            </a:extLst>
          </p:cNvPr>
          <p:cNvSpPr>
            <a:spLocks noGrp="1"/>
          </p:cNvSpPr>
          <p:nvPr>
            <p:ph type="sldNum" sz="quarter" idx="17"/>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CEC371E8-E097-4E63-B060-565A8D5CB8F3}" type="slidenum">
              <a:rPr lang="sv-SE"/>
              <a:pPr>
                <a:defRPr/>
              </a:pPr>
              <a:t>‹#›</a:t>
            </a:fld>
            <a:endParaRPr lang="sv-SE" dirty="0"/>
          </a:p>
        </p:txBody>
      </p:sp>
    </p:spTree>
    <p:extLst>
      <p:ext uri="{BB962C8B-B14F-4D97-AF65-F5344CB8AC3E}">
        <p14:creationId xmlns:p14="http://schemas.microsoft.com/office/powerpoint/2010/main" val="27179083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Smal bild, rubrik,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C99C992F-A573-234B-A371-B81D3A888111}"/>
              </a:ext>
            </a:extLst>
          </p:cNvPr>
          <p:cNvSpPr/>
          <p:nvPr/>
        </p:nvSpPr>
        <p:spPr>
          <a:xfrm>
            <a:off x="4445000" y="0"/>
            <a:ext cx="7747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4" name="Bildobjekt 4">
            <a:extLst>
              <a:ext uri="{FF2B5EF4-FFF2-40B4-BE49-F238E27FC236}">
                <a16:creationId xmlns:a16="http://schemas.microsoft.com/office/drawing/2014/main" id="{59CD719B-ABC4-68EE-72BF-539DAB920F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Bildobjekt 5" descr="En bild som visar text, skärmbild, Teckensnitt, Grafik&#10;&#10;Automatiskt genererad beskrivning">
            <a:extLst>
              <a:ext uri="{FF2B5EF4-FFF2-40B4-BE49-F238E27FC236}">
                <a16:creationId xmlns:a16="http://schemas.microsoft.com/office/drawing/2014/main" id="{DCD85FD2-02BE-5E12-0A0E-CF7ED656B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5029201" y="555882"/>
            <a:ext cx="6035039" cy="1559571"/>
          </a:xfrm>
          <a:prstGeom prst="rect">
            <a:avLst/>
          </a:prstGeom>
        </p:spPr>
        <p:txBody>
          <a:bodyPr anchor="b">
            <a:noAutofit/>
          </a:bodyPr>
          <a:lstStyle>
            <a:lvl1pPr>
              <a:defRPr sz="3200">
                <a:solidFill>
                  <a:schemeClr val="bg1"/>
                </a:solidFill>
              </a:defRPr>
            </a:lvl1pPr>
          </a:lstStyle>
          <a:p>
            <a:r>
              <a:rPr lang="en-US"/>
              <a:t>Click to edit Master title style</a:t>
            </a:r>
            <a:endParaRPr lang="sv-SE" dirty="0"/>
          </a:p>
        </p:txBody>
      </p:sp>
      <p:sp>
        <p:nvSpPr>
          <p:cNvPr id="12" name="Platshållare för bild 11"/>
          <p:cNvSpPr>
            <a:spLocks noGrp="1"/>
          </p:cNvSpPr>
          <p:nvPr>
            <p:ph type="pic" sz="quarter" idx="14"/>
          </p:nvPr>
        </p:nvSpPr>
        <p:spPr>
          <a:xfrm>
            <a:off x="0" y="0"/>
            <a:ext cx="4445456"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text 2"/>
          <p:cNvSpPr>
            <a:spLocks noGrp="1"/>
          </p:cNvSpPr>
          <p:nvPr>
            <p:ph type="body" sz="quarter" idx="15"/>
          </p:nvPr>
        </p:nvSpPr>
        <p:spPr>
          <a:xfrm>
            <a:off x="5029200" y="2212161"/>
            <a:ext cx="6035040" cy="3680639"/>
          </a:xfrm>
        </p:spPr>
        <p:txBody>
          <a:bodyPr>
            <a:noAutofit/>
          </a:bodyPr>
          <a:lstStyle>
            <a:lvl1pPr marL="0" indent="0">
              <a:lnSpc>
                <a:spcPts val="2500"/>
              </a:lnSpc>
              <a:spcBef>
                <a:spcPts val="600"/>
              </a:spcBef>
              <a:buNone/>
              <a:defRPr sz="2000">
                <a:solidFill>
                  <a:schemeClr val="bg1"/>
                </a:solidFill>
              </a:defRPr>
            </a:lvl1pPr>
            <a:lvl2pPr marL="457200" indent="0">
              <a:lnSpc>
                <a:spcPts val="2100"/>
              </a:lnSpc>
              <a:spcBef>
                <a:spcPts val="600"/>
              </a:spcBef>
              <a:buNone/>
              <a:defRPr sz="1600"/>
            </a:lvl2pPr>
            <a:lvl3pPr marL="914400" indent="0">
              <a:lnSpc>
                <a:spcPts val="2100"/>
              </a:lnSpc>
              <a:spcBef>
                <a:spcPts val="600"/>
              </a:spcBef>
              <a:buNone/>
              <a:defRPr sz="1600"/>
            </a:lvl3pPr>
            <a:lvl4pPr marL="1371600" indent="0">
              <a:lnSpc>
                <a:spcPts val="2100"/>
              </a:lnSpc>
              <a:spcBef>
                <a:spcPts val="600"/>
              </a:spcBef>
              <a:buNone/>
              <a:defRPr sz="1600"/>
            </a:lvl4pPr>
            <a:lvl5pPr marL="1828800" indent="0">
              <a:lnSpc>
                <a:spcPts val="2100"/>
              </a:lnSpc>
              <a:spcBef>
                <a:spcPts val="600"/>
              </a:spcBef>
              <a:buNone/>
              <a:defRPr sz="1600"/>
            </a:lvl5pPr>
          </a:lstStyle>
          <a:p>
            <a:pPr lvl="0"/>
            <a:r>
              <a:rPr lang="en-US"/>
              <a:t>Click to edit Master text styles</a:t>
            </a:r>
          </a:p>
        </p:txBody>
      </p:sp>
      <p:sp>
        <p:nvSpPr>
          <p:cNvPr id="6" name="Platshållare för datum 3">
            <a:extLst>
              <a:ext uri="{FF2B5EF4-FFF2-40B4-BE49-F238E27FC236}">
                <a16:creationId xmlns:a16="http://schemas.microsoft.com/office/drawing/2014/main" id="{4F6E011E-2127-B2AA-58E5-10B34A853297}"/>
              </a:ext>
            </a:extLst>
          </p:cNvPr>
          <p:cNvSpPr>
            <a:spLocks noGrp="1"/>
          </p:cNvSpPr>
          <p:nvPr>
            <p:ph type="dt" sz="half" idx="16"/>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7" name="Platshållare för bildnummer 5">
            <a:extLst>
              <a:ext uri="{FF2B5EF4-FFF2-40B4-BE49-F238E27FC236}">
                <a16:creationId xmlns:a16="http://schemas.microsoft.com/office/drawing/2014/main" id="{D88A8EAA-05C0-EE90-E64E-4071FE5D685D}"/>
              </a:ext>
            </a:extLst>
          </p:cNvPr>
          <p:cNvSpPr>
            <a:spLocks noGrp="1"/>
          </p:cNvSpPr>
          <p:nvPr>
            <p:ph type="sldNum" sz="quarter" idx="17"/>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36E38AF7-E3C5-4B98-81B3-7E6777DA4957}" type="slidenum">
              <a:rPr lang="sv-SE"/>
              <a:pPr>
                <a:defRPr/>
              </a:pPr>
              <a:t>‹#›</a:t>
            </a:fld>
            <a:endParaRPr lang="sv-SE" dirty="0"/>
          </a:p>
        </p:txBody>
      </p:sp>
    </p:spTree>
    <p:extLst>
      <p:ext uri="{BB962C8B-B14F-4D97-AF65-F5344CB8AC3E}">
        <p14:creationId xmlns:p14="http://schemas.microsoft.com/office/powerpoint/2010/main" val="39357621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Smal bild, rubrik,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5BE8C533-7E46-513B-8683-126DD7C5B273}"/>
              </a:ext>
            </a:extLst>
          </p:cNvPr>
          <p:cNvSpPr/>
          <p:nvPr/>
        </p:nvSpPr>
        <p:spPr>
          <a:xfrm>
            <a:off x="4445000" y="0"/>
            <a:ext cx="7747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4" name="Bildobjekt 4">
            <a:extLst>
              <a:ext uri="{FF2B5EF4-FFF2-40B4-BE49-F238E27FC236}">
                <a16:creationId xmlns:a16="http://schemas.microsoft.com/office/drawing/2014/main" id="{8DE5E6C7-9C6D-447A-8B03-46A7E369D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Bildobjekt 5" descr="En bild som visar skärmbild, Grafik, mönster, design&#10;&#10;Automatiskt genererad beskrivning">
            <a:extLst>
              <a:ext uri="{FF2B5EF4-FFF2-40B4-BE49-F238E27FC236}">
                <a16:creationId xmlns:a16="http://schemas.microsoft.com/office/drawing/2014/main" id="{CF9FBEC4-C340-19F4-BE98-DF87A1203D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5029201" y="555882"/>
            <a:ext cx="6035039" cy="1559571"/>
          </a:xfrm>
          <a:prstGeom prst="rect">
            <a:avLst/>
          </a:prstGeom>
        </p:spPr>
        <p:txBody>
          <a:bodyPr anchor="b">
            <a:noAutofit/>
          </a:bodyPr>
          <a:lstStyle>
            <a:lvl1pPr>
              <a:defRPr sz="3200">
                <a:solidFill>
                  <a:schemeClr val="tx2"/>
                </a:solidFill>
              </a:defRPr>
            </a:lvl1pPr>
          </a:lstStyle>
          <a:p>
            <a:r>
              <a:rPr lang="en-US"/>
              <a:t>Click to edit Master title style</a:t>
            </a:r>
            <a:endParaRPr lang="sv-SE" dirty="0"/>
          </a:p>
        </p:txBody>
      </p:sp>
      <p:sp>
        <p:nvSpPr>
          <p:cNvPr id="12" name="Platshållare för bild 11"/>
          <p:cNvSpPr>
            <a:spLocks noGrp="1"/>
          </p:cNvSpPr>
          <p:nvPr>
            <p:ph type="pic" sz="quarter" idx="14"/>
          </p:nvPr>
        </p:nvSpPr>
        <p:spPr>
          <a:xfrm>
            <a:off x="0" y="0"/>
            <a:ext cx="4445456"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text 2"/>
          <p:cNvSpPr>
            <a:spLocks noGrp="1"/>
          </p:cNvSpPr>
          <p:nvPr>
            <p:ph type="body" sz="quarter" idx="15"/>
          </p:nvPr>
        </p:nvSpPr>
        <p:spPr>
          <a:xfrm>
            <a:off x="5029200" y="2212161"/>
            <a:ext cx="6035040" cy="3680639"/>
          </a:xfrm>
        </p:spPr>
        <p:txBody>
          <a:bodyPr>
            <a:noAutofit/>
          </a:bodyPr>
          <a:lstStyle>
            <a:lvl1pPr marL="0" indent="0">
              <a:lnSpc>
                <a:spcPts val="2500"/>
              </a:lnSpc>
              <a:spcBef>
                <a:spcPts val="600"/>
              </a:spcBef>
              <a:buNone/>
              <a:defRPr sz="2000">
                <a:solidFill>
                  <a:schemeClr val="tx2"/>
                </a:solidFill>
              </a:defRPr>
            </a:lvl1pPr>
            <a:lvl2pPr marL="457200" indent="0">
              <a:lnSpc>
                <a:spcPts val="2100"/>
              </a:lnSpc>
              <a:spcBef>
                <a:spcPts val="600"/>
              </a:spcBef>
              <a:buNone/>
              <a:defRPr sz="1600"/>
            </a:lvl2pPr>
            <a:lvl3pPr marL="914400" indent="0">
              <a:lnSpc>
                <a:spcPts val="2100"/>
              </a:lnSpc>
              <a:spcBef>
                <a:spcPts val="600"/>
              </a:spcBef>
              <a:buNone/>
              <a:defRPr sz="1600"/>
            </a:lvl3pPr>
            <a:lvl4pPr marL="1371600" indent="0">
              <a:lnSpc>
                <a:spcPts val="2100"/>
              </a:lnSpc>
              <a:spcBef>
                <a:spcPts val="600"/>
              </a:spcBef>
              <a:buNone/>
              <a:defRPr sz="1600"/>
            </a:lvl4pPr>
            <a:lvl5pPr marL="1828800" indent="0">
              <a:lnSpc>
                <a:spcPts val="2100"/>
              </a:lnSpc>
              <a:spcBef>
                <a:spcPts val="600"/>
              </a:spcBef>
              <a:buNone/>
              <a:defRPr sz="1600"/>
            </a:lvl5pPr>
          </a:lstStyle>
          <a:p>
            <a:pPr lvl="0"/>
            <a:r>
              <a:rPr lang="en-US"/>
              <a:t>Click to edit Master text styles</a:t>
            </a:r>
          </a:p>
        </p:txBody>
      </p:sp>
      <p:sp>
        <p:nvSpPr>
          <p:cNvPr id="6" name="Platshållare för datum 3">
            <a:extLst>
              <a:ext uri="{FF2B5EF4-FFF2-40B4-BE49-F238E27FC236}">
                <a16:creationId xmlns:a16="http://schemas.microsoft.com/office/drawing/2014/main" id="{0B0F1393-7ABB-7375-3392-0FFB4693FC2C}"/>
              </a:ext>
            </a:extLst>
          </p:cNvPr>
          <p:cNvSpPr>
            <a:spLocks noGrp="1"/>
          </p:cNvSpPr>
          <p:nvPr>
            <p:ph type="dt" sz="half" idx="16"/>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7" name="Platshållare för bildnummer 5">
            <a:extLst>
              <a:ext uri="{FF2B5EF4-FFF2-40B4-BE49-F238E27FC236}">
                <a16:creationId xmlns:a16="http://schemas.microsoft.com/office/drawing/2014/main" id="{42C0D175-E053-4C49-1557-E4F80122D938}"/>
              </a:ext>
            </a:extLst>
          </p:cNvPr>
          <p:cNvSpPr>
            <a:spLocks noGrp="1"/>
          </p:cNvSpPr>
          <p:nvPr>
            <p:ph type="sldNum" sz="quarter" idx="17"/>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41CE3D50-786A-49EF-8003-4F108B376AB8}" type="slidenum">
              <a:rPr lang="sv-SE"/>
              <a:pPr>
                <a:defRPr/>
              </a:pPr>
              <a:t>‹#›</a:t>
            </a:fld>
            <a:endParaRPr lang="sv-SE" dirty="0"/>
          </a:p>
        </p:txBody>
      </p:sp>
    </p:spTree>
    <p:extLst>
      <p:ext uri="{BB962C8B-B14F-4D97-AF65-F5344CB8AC3E}">
        <p14:creationId xmlns:p14="http://schemas.microsoft.com/office/powerpoint/2010/main" val="4377496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Smal bild, rubrik,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7FA90DBE-3016-BA06-90FB-BF6F61B1AF25}"/>
              </a:ext>
            </a:extLst>
          </p:cNvPr>
          <p:cNvSpPr/>
          <p:nvPr/>
        </p:nvSpPr>
        <p:spPr>
          <a:xfrm>
            <a:off x="4445000" y="0"/>
            <a:ext cx="7747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p>
        </p:txBody>
      </p:sp>
      <p:pic>
        <p:nvPicPr>
          <p:cNvPr id="4" name="Bildobjekt 4">
            <a:extLst>
              <a:ext uri="{FF2B5EF4-FFF2-40B4-BE49-F238E27FC236}">
                <a16:creationId xmlns:a16="http://schemas.microsoft.com/office/drawing/2014/main" id="{E51247FE-94DA-D382-24CE-5E55CD29F3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Bildobjekt 5" descr="En bild som visar skärmbild, Grafik, mönster, design&#10;&#10;Automatiskt genererad beskrivning">
            <a:extLst>
              <a:ext uri="{FF2B5EF4-FFF2-40B4-BE49-F238E27FC236}">
                <a16:creationId xmlns:a16="http://schemas.microsoft.com/office/drawing/2014/main" id="{3D79ACCD-9D7B-7CB7-C452-597651585F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5029201" y="555882"/>
            <a:ext cx="6035039" cy="1559571"/>
          </a:xfrm>
          <a:prstGeom prst="rect">
            <a:avLst/>
          </a:prstGeom>
        </p:spPr>
        <p:txBody>
          <a:bodyPr anchor="b">
            <a:noAutofit/>
          </a:bodyPr>
          <a:lstStyle>
            <a:lvl1pPr>
              <a:defRPr sz="3200">
                <a:solidFill>
                  <a:schemeClr val="tx2"/>
                </a:solidFill>
              </a:defRPr>
            </a:lvl1pPr>
          </a:lstStyle>
          <a:p>
            <a:r>
              <a:rPr lang="en-US"/>
              <a:t>Click to edit Master title style</a:t>
            </a:r>
            <a:endParaRPr lang="sv-SE" dirty="0"/>
          </a:p>
        </p:txBody>
      </p:sp>
      <p:sp>
        <p:nvSpPr>
          <p:cNvPr id="12" name="Platshållare för bild 11"/>
          <p:cNvSpPr>
            <a:spLocks noGrp="1"/>
          </p:cNvSpPr>
          <p:nvPr>
            <p:ph type="pic" sz="quarter" idx="14"/>
          </p:nvPr>
        </p:nvSpPr>
        <p:spPr>
          <a:xfrm>
            <a:off x="0" y="0"/>
            <a:ext cx="4445456"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text 2"/>
          <p:cNvSpPr>
            <a:spLocks noGrp="1"/>
          </p:cNvSpPr>
          <p:nvPr>
            <p:ph type="body" sz="quarter" idx="15"/>
          </p:nvPr>
        </p:nvSpPr>
        <p:spPr>
          <a:xfrm>
            <a:off x="5029200" y="2212161"/>
            <a:ext cx="6035040" cy="3680639"/>
          </a:xfrm>
        </p:spPr>
        <p:txBody>
          <a:bodyPr>
            <a:noAutofit/>
          </a:bodyPr>
          <a:lstStyle>
            <a:lvl1pPr marL="0" indent="0">
              <a:lnSpc>
                <a:spcPts val="2500"/>
              </a:lnSpc>
              <a:spcBef>
                <a:spcPts val="600"/>
              </a:spcBef>
              <a:buNone/>
              <a:defRPr sz="2000">
                <a:solidFill>
                  <a:schemeClr val="tx2"/>
                </a:solidFill>
              </a:defRPr>
            </a:lvl1pPr>
            <a:lvl2pPr marL="457200" indent="0">
              <a:lnSpc>
                <a:spcPts val="2100"/>
              </a:lnSpc>
              <a:spcBef>
                <a:spcPts val="600"/>
              </a:spcBef>
              <a:buNone/>
              <a:defRPr sz="1600"/>
            </a:lvl2pPr>
            <a:lvl3pPr marL="914400" indent="0">
              <a:lnSpc>
                <a:spcPts val="2100"/>
              </a:lnSpc>
              <a:spcBef>
                <a:spcPts val="600"/>
              </a:spcBef>
              <a:buNone/>
              <a:defRPr sz="1600"/>
            </a:lvl3pPr>
            <a:lvl4pPr marL="1371600" indent="0">
              <a:lnSpc>
                <a:spcPts val="2100"/>
              </a:lnSpc>
              <a:spcBef>
                <a:spcPts val="600"/>
              </a:spcBef>
              <a:buNone/>
              <a:defRPr sz="1600"/>
            </a:lvl4pPr>
            <a:lvl5pPr marL="1828800" indent="0">
              <a:lnSpc>
                <a:spcPts val="2100"/>
              </a:lnSpc>
              <a:spcBef>
                <a:spcPts val="600"/>
              </a:spcBef>
              <a:buNone/>
              <a:defRPr sz="1600"/>
            </a:lvl5pPr>
          </a:lstStyle>
          <a:p>
            <a:pPr lvl="0"/>
            <a:r>
              <a:rPr lang="en-US"/>
              <a:t>Click to edit Master text styles</a:t>
            </a:r>
          </a:p>
        </p:txBody>
      </p:sp>
      <p:sp>
        <p:nvSpPr>
          <p:cNvPr id="6" name="Platshållare för datum 3">
            <a:extLst>
              <a:ext uri="{FF2B5EF4-FFF2-40B4-BE49-F238E27FC236}">
                <a16:creationId xmlns:a16="http://schemas.microsoft.com/office/drawing/2014/main" id="{D1D464CC-3C1C-1BE4-95C3-903DF9078F59}"/>
              </a:ext>
            </a:extLst>
          </p:cNvPr>
          <p:cNvSpPr>
            <a:spLocks noGrp="1"/>
          </p:cNvSpPr>
          <p:nvPr>
            <p:ph type="dt" sz="half" idx="16"/>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7" name="Platshållare för bildnummer 5">
            <a:extLst>
              <a:ext uri="{FF2B5EF4-FFF2-40B4-BE49-F238E27FC236}">
                <a16:creationId xmlns:a16="http://schemas.microsoft.com/office/drawing/2014/main" id="{BB22E0C7-E175-4D7F-A6FE-CF140A95F65A}"/>
              </a:ext>
            </a:extLst>
          </p:cNvPr>
          <p:cNvSpPr>
            <a:spLocks noGrp="1"/>
          </p:cNvSpPr>
          <p:nvPr>
            <p:ph type="sldNum" sz="quarter" idx="17"/>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604E8C00-83DB-4E18-BF7E-704B1BAB626F}" type="slidenum">
              <a:rPr lang="sv-SE"/>
              <a:pPr>
                <a:defRPr/>
              </a:pPr>
              <a:t>‹#›</a:t>
            </a:fld>
            <a:endParaRPr lang="sv-SE" dirty="0"/>
          </a:p>
        </p:txBody>
      </p:sp>
    </p:spTree>
    <p:extLst>
      <p:ext uri="{BB962C8B-B14F-4D97-AF65-F5344CB8AC3E}">
        <p14:creationId xmlns:p14="http://schemas.microsoft.com/office/powerpoint/2010/main" val="19303163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_Smal bild, rubrik, text">
    <p:spTree>
      <p:nvGrpSpPr>
        <p:cNvPr id="1" name=""/>
        <p:cNvGrpSpPr/>
        <p:nvPr/>
      </p:nvGrpSpPr>
      <p:grpSpPr>
        <a:xfrm>
          <a:off x="0" y="0"/>
          <a:ext cx="0" cy="0"/>
          <a:chOff x="0" y="0"/>
          <a:chExt cx="0" cy="0"/>
        </a:xfrm>
      </p:grpSpPr>
      <p:pic>
        <p:nvPicPr>
          <p:cNvPr id="2" name="Bildobjekt 1">
            <a:extLst>
              <a:ext uri="{FF2B5EF4-FFF2-40B4-BE49-F238E27FC236}">
                <a16:creationId xmlns:a16="http://schemas.microsoft.com/office/drawing/2014/main" id="{914DBC74-94AA-EE3B-2AC4-914DAD8C56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427788"/>
            <a:ext cx="1466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770371" y="555882"/>
            <a:ext cx="6035039" cy="1559571"/>
          </a:xfrm>
          <a:prstGeom prst="rect">
            <a:avLst/>
          </a:prstGeom>
        </p:spPr>
        <p:txBody>
          <a:bodyPr anchor="b">
            <a:noAutofit/>
          </a:bodyPr>
          <a:lstStyle>
            <a:lvl1pPr>
              <a:defRPr sz="3200"/>
            </a:lvl1pPr>
          </a:lstStyle>
          <a:p>
            <a:r>
              <a:rPr lang="en-US"/>
              <a:t>Click to edit Master title style</a:t>
            </a:r>
            <a:endParaRPr lang="sv-SE" dirty="0"/>
          </a:p>
        </p:txBody>
      </p:sp>
      <p:sp>
        <p:nvSpPr>
          <p:cNvPr id="12" name="Platshållare för bild 11"/>
          <p:cNvSpPr>
            <a:spLocks noGrp="1"/>
          </p:cNvSpPr>
          <p:nvPr>
            <p:ph type="pic" sz="quarter" idx="14"/>
          </p:nvPr>
        </p:nvSpPr>
        <p:spPr>
          <a:xfrm>
            <a:off x="7746544" y="0"/>
            <a:ext cx="4445456" cy="6858000"/>
          </a:xfrm>
          <a:no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text 2"/>
          <p:cNvSpPr>
            <a:spLocks noGrp="1"/>
          </p:cNvSpPr>
          <p:nvPr>
            <p:ph type="body" sz="quarter" idx="15"/>
          </p:nvPr>
        </p:nvSpPr>
        <p:spPr>
          <a:xfrm>
            <a:off x="770371" y="2212161"/>
            <a:ext cx="6035040" cy="3680639"/>
          </a:xfrm>
        </p:spPr>
        <p:txBody>
          <a:bodyPr>
            <a:noAutofit/>
          </a:bodyPr>
          <a:lstStyle>
            <a:lvl1pPr marL="0" indent="0">
              <a:lnSpc>
                <a:spcPts val="2500"/>
              </a:lnSpc>
              <a:spcBef>
                <a:spcPts val="600"/>
              </a:spcBef>
              <a:buNone/>
              <a:defRPr sz="2000"/>
            </a:lvl1pPr>
            <a:lvl2pPr marL="457200" indent="0">
              <a:lnSpc>
                <a:spcPts val="2100"/>
              </a:lnSpc>
              <a:spcBef>
                <a:spcPts val="600"/>
              </a:spcBef>
              <a:buNone/>
              <a:defRPr sz="1600"/>
            </a:lvl2pPr>
            <a:lvl3pPr marL="914400" indent="0">
              <a:lnSpc>
                <a:spcPts val="2100"/>
              </a:lnSpc>
              <a:spcBef>
                <a:spcPts val="600"/>
              </a:spcBef>
              <a:buNone/>
              <a:defRPr sz="1600"/>
            </a:lvl3pPr>
            <a:lvl4pPr marL="1371600" indent="0">
              <a:lnSpc>
                <a:spcPts val="2100"/>
              </a:lnSpc>
              <a:spcBef>
                <a:spcPts val="600"/>
              </a:spcBef>
              <a:buNone/>
              <a:defRPr sz="1600"/>
            </a:lvl4pPr>
            <a:lvl5pPr marL="1828800" indent="0">
              <a:lnSpc>
                <a:spcPts val="2100"/>
              </a:lnSpc>
              <a:spcBef>
                <a:spcPts val="600"/>
              </a:spcBef>
              <a:buNone/>
              <a:defRPr sz="1600"/>
            </a:lvl5pPr>
          </a:lstStyle>
          <a:p>
            <a:pPr lvl="0"/>
            <a:r>
              <a:rPr lang="en-US"/>
              <a:t>Click to edit Master text styles</a:t>
            </a:r>
          </a:p>
        </p:txBody>
      </p:sp>
      <p:sp>
        <p:nvSpPr>
          <p:cNvPr id="4" name="Platshållare för datum 3">
            <a:extLst>
              <a:ext uri="{FF2B5EF4-FFF2-40B4-BE49-F238E27FC236}">
                <a16:creationId xmlns:a16="http://schemas.microsoft.com/office/drawing/2014/main" id="{80E04168-70EE-AD71-3A03-168C8FB761D0}"/>
              </a:ext>
            </a:extLst>
          </p:cNvPr>
          <p:cNvSpPr>
            <a:spLocks noGrp="1"/>
          </p:cNvSpPr>
          <p:nvPr>
            <p:ph type="dt" sz="half" idx="16"/>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5" name="Platshållare för bildnummer 5">
            <a:extLst>
              <a:ext uri="{FF2B5EF4-FFF2-40B4-BE49-F238E27FC236}">
                <a16:creationId xmlns:a16="http://schemas.microsoft.com/office/drawing/2014/main" id="{A8F49EB3-0246-DA73-031B-A133FC344208}"/>
              </a:ext>
            </a:extLst>
          </p:cNvPr>
          <p:cNvSpPr>
            <a:spLocks noGrp="1"/>
          </p:cNvSpPr>
          <p:nvPr>
            <p:ph type="sldNum" sz="quarter" idx="17"/>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94EC2303-421F-453E-9406-E96073B09C8C}" type="slidenum">
              <a:rPr lang="sv-SE"/>
              <a:pPr>
                <a:defRPr/>
              </a:pPr>
              <a:t>‹#›</a:t>
            </a:fld>
            <a:endParaRPr lang="sv-SE" dirty="0"/>
          </a:p>
        </p:txBody>
      </p:sp>
    </p:spTree>
    <p:extLst>
      <p:ext uri="{BB962C8B-B14F-4D97-AF65-F5344CB8AC3E}">
        <p14:creationId xmlns:p14="http://schemas.microsoft.com/office/powerpoint/2010/main" val="1044722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Smal bild, rubrik,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FB326351-923C-BD6E-9FC6-446DEE471D19}"/>
              </a:ext>
            </a:extLst>
          </p:cNvPr>
          <p:cNvSpPr/>
          <p:nvPr/>
        </p:nvSpPr>
        <p:spPr>
          <a:xfrm>
            <a:off x="0" y="0"/>
            <a:ext cx="7747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solidFill>
                <a:schemeClr val="bg1"/>
              </a:solidFill>
            </a:endParaRPr>
          </a:p>
        </p:txBody>
      </p:sp>
      <p:pic>
        <p:nvPicPr>
          <p:cNvPr id="4" name="Bildobjekt 4">
            <a:extLst>
              <a:ext uri="{FF2B5EF4-FFF2-40B4-BE49-F238E27FC236}">
                <a16:creationId xmlns:a16="http://schemas.microsoft.com/office/drawing/2014/main" id="{4DA8567D-E6B3-5347-3580-04311A50D2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770371" y="555882"/>
            <a:ext cx="6035039" cy="1559571"/>
          </a:xfrm>
          <a:prstGeom prst="rect">
            <a:avLst/>
          </a:prstGeom>
        </p:spPr>
        <p:txBody>
          <a:bodyPr anchor="b">
            <a:noAutofit/>
          </a:bodyPr>
          <a:lstStyle>
            <a:lvl1pPr>
              <a:defRPr sz="3200">
                <a:solidFill>
                  <a:schemeClr val="bg1"/>
                </a:solidFill>
              </a:defRPr>
            </a:lvl1pPr>
          </a:lstStyle>
          <a:p>
            <a:r>
              <a:rPr lang="en-US"/>
              <a:t>Click to edit Master title style</a:t>
            </a:r>
            <a:endParaRPr lang="sv-SE" dirty="0"/>
          </a:p>
        </p:txBody>
      </p:sp>
      <p:sp>
        <p:nvSpPr>
          <p:cNvPr id="12" name="Platshållare för bild 11"/>
          <p:cNvSpPr>
            <a:spLocks noGrp="1"/>
          </p:cNvSpPr>
          <p:nvPr>
            <p:ph type="pic" sz="quarter" idx="14"/>
          </p:nvPr>
        </p:nvSpPr>
        <p:spPr>
          <a:xfrm>
            <a:off x="7746544" y="0"/>
            <a:ext cx="4445456" cy="6858000"/>
          </a:xfrm>
          <a:solidFill>
            <a:schemeClr val="bg1"/>
          </a:solid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text 2"/>
          <p:cNvSpPr>
            <a:spLocks noGrp="1"/>
          </p:cNvSpPr>
          <p:nvPr>
            <p:ph type="body" sz="quarter" idx="15"/>
          </p:nvPr>
        </p:nvSpPr>
        <p:spPr>
          <a:xfrm>
            <a:off x="770371" y="2212161"/>
            <a:ext cx="6035040" cy="3680639"/>
          </a:xfrm>
        </p:spPr>
        <p:txBody>
          <a:bodyPr>
            <a:noAutofit/>
          </a:bodyPr>
          <a:lstStyle>
            <a:lvl1pPr marL="0" indent="0">
              <a:lnSpc>
                <a:spcPts val="2500"/>
              </a:lnSpc>
              <a:spcBef>
                <a:spcPts val="600"/>
              </a:spcBef>
              <a:buNone/>
              <a:defRPr sz="2000">
                <a:solidFill>
                  <a:schemeClr val="bg1"/>
                </a:solidFill>
              </a:defRPr>
            </a:lvl1pPr>
            <a:lvl2pPr marL="457200" indent="0">
              <a:lnSpc>
                <a:spcPts val="2100"/>
              </a:lnSpc>
              <a:spcBef>
                <a:spcPts val="600"/>
              </a:spcBef>
              <a:buNone/>
              <a:defRPr sz="1600"/>
            </a:lvl2pPr>
            <a:lvl3pPr marL="914400" indent="0">
              <a:lnSpc>
                <a:spcPts val="2100"/>
              </a:lnSpc>
              <a:spcBef>
                <a:spcPts val="600"/>
              </a:spcBef>
              <a:buNone/>
              <a:defRPr sz="1600"/>
            </a:lvl3pPr>
            <a:lvl4pPr marL="1371600" indent="0">
              <a:lnSpc>
                <a:spcPts val="2100"/>
              </a:lnSpc>
              <a:spcBef>
                <a:spcPts val="600"/>
              </a:spcBef>
              <a:buNone/>
              <a:defRPr sz="1600"/>
            </a:lvl4pPr>
            <a:lvl5pPr marL="1828800" indent="0">
              <a:lnSpc>
                <a:spcPts val="2100"/>
              </a:lnSpc>
              <a:spcBef>
                <a:spcPts val="600"/>
              </a:spcBef>
              <a:buNone/>
              <a:defRPr sz="1600"/>
            </a:lvl5pPr>
          </a:lstStyle>
          <a:p>
            <a:pPr lvl="0"/>
            <a:r>
              <a:rPr lang="en-US"/>
              <a:t>Click to edit Master text styles</a:t>
            </a:r>
          </a:p>
        </p:txBody>
      </p:sp>
      <p:sp>
        <p:nvSpPr>
          <p:cNvPr id="5" name="Platshållare för datum 3">
            <a:extLst>
              <a:ext uri="{FF2B5EF4-FFF2-40B4-BE49-F238E27FC236}">
                <a16:creationId xmlns:a16="http://schemas.microsoft.com/office/drawing/2014/main" id="{F150DCB1-F276-8C2E-F2A7-A11BADFE9F60}"/>
              </a:ext>
            </a:extLst>
          </p:cNvPr>
          <p:cNvSpPr>
            <a:spLocks noGrp="1"/>
          </p:cNvSpPr>
          <p:nvPr>
            <p:ph type="dt" sz="half" idx="16"/>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2BA72D99-E538-DB57-298C-94372BFEBCC8}"/>
              </a:ext>
            </a:extLst>
          </p:cNvPr>
          <p:cNvSpPr>
            <a:spLocks noGrp="1"/>
          </p:cNvSpPr>
          <p:nvPr>
            <p:ph type="sldNum" sz="quarter" idx="17"/>
          </p:nvPr>
        </p:nvSpPr>
        <p:spPr/>
        <p:txBody>
          <a:bodyPr/>
          <a:lstStyle>
            <a:lvl1pPr algn="l">
              <a:defRPr sz="700" b="0" i="0" smtClean="0">
                <a:solidFill>
                  <a:schemeClr val="bg1"/>
                </a:solidFill>
                <a:latin typeface="Arial" panose="020B0604020202020204" pitchFamily="34" charset="0"/>
              </a:defRPr>
            </a:lvl1pPr>
          </a:lstStyle>
          <a:p>
            <a:pPr>
              <a:defRPr/>
            </a:pPr>
            <a:fld id="{983A5FCE-73CF-4643-848F-16C9787F7A01}" type="slidenum">
              <a:rPr lang="sv-SE"/>
              <a:pPr>
                <a:defRPr/>
              </a:pPr>
              <a:t>‹#›</a:t>
            </a:fld>
            <a:endParaRPr lang="sv-SE" dirty="0"/>
          </a:p>
        </p:txBody>
      </p:sp>
    </p:spTree>
    <p:extLst>
      <p:ext uri="{BB962C8B-B14F-4D97-AF65-F5344CB8AC3E}">
        <p14:creationId xmlns:p14="http://schemas.microsoft.com/office/powerpoint/2010/main" val="3120940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7_Smal bild, rubrik,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E827E5FE-4082-0002-E58E-ECFC6C3F01D5}"/>
              </a:ext>
            </a:extLst>
          </p:cNvPr>
          <p:cNvSpPr/>
          <p:nvPr/>
        </p:nvSpPr>
        <p:spPr>
          <a:xfrm>
            <a:off x="0" y="0"/>
            <a:ext cx="7747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solidFill>
                <a:schemeClr val="bg1"/>
              </a:solidFill>
            </a:endParaRPr>
          </a:p>
        </p:txBody>
      </p:sp>
      <p:pic>
        <p:nvPicPr>
          <p:cNvPr id="4" name="Bildobjekt 4">
            <a:extLst>
              <a:ext uri="{FF2B5EF4-FFF2-40B4-BE49-F238E27FC236}">
                <a16:creationId xmlns:a16="http://schemas.microsoft.com/office/drawing/2014/main" id="{F3976ADC-7206-E8E9-8C3C-DF9E5CD790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770371" y="555882"/>
            <a:ext cx="6035039" cy="1559571"/>
          </a:xfrm>
          <a:prstGeom prst="rect">
            <a:avLst/>
          </a:prstGeom>
        </p:spPr>
        <p:txBody>
          <a:bodyPr anchor="b">
            <a:noAutofit/>
          </a:bodyPr>
          <a:lstStyle>
            <a:lvl1pPr>
              <a:defRPr sz="3200">
                <a:solidFill>
                  <a:schemeClr val="bg1"/>
                </a:solidFill>
              </a:defRPr>
            </a:lvl1pPr>
          </a:lstStyle>
          <a:p>
            <a:r>
              <a:rPr lang="en-US"/>
              <a:t>Click to edit Master title style</a:t>
            </a:r>
            <a:endParaRPr lang="sv-SE" dirty="0"/>
          </a:p>
        </p:txBody>
      </p:sp>
      <p:sp>
        <p:nvSpPr>
          <p:cNvPr id="12" name="Platshållare för bild 11"/>
          <p:cNvSpPr>
            <a:spLocks noGrp="1"/>
          </p:cNvSpPr>
          <p:nvPr>
            <p:ph type="pic" sz="quarter" idx="14"/>
          </p:nvPr>
        </p:nvSpPr>
        <p:spPr>
          <a:xfrm>
            <a:off x="7746544" y="0"/>
            <a:ext cx="4445456" cy="6858000"/>
          </a:xfrm>
          <a:solidFill>
            <a:schemeClr val="bg1"/>
          </a:solid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text 2"/>
          <p:cNvSpPr>
            <a:spLocks noGrp="1"/>
          </p:cNvSpPr>
          <p:nvPr>
            <p:ph type="body" sz="quarter" idx="15"/>
          </p:nvPr>
        </p:nvSpPr>
        <p:spPr>
          <a:xfrm>
            <a:off x="770371" y="2212161"/>
            <a:ext cx="6035040" cy="3680639"/>
          </a:xfrm>
        </p:spPr>
        <p:txBody>
          <a:bodyPr>
            <a:noAutofit/>
          </a:bodyPr>
          <a:lstStyle>
            <a:lvl1pPr marL="0" indent="0">
              <a:lnSpc>
                <a:spcPts val="2500"/>
              </a:lnSpc>
              <a:spcBef>
                <a:spcPts val="600"/>
              </a:spcBef>
              <a:buNone/>
              <a:defRPr sz="2000">
                <a:solidFill>
                  <a:schemeClr val="bg1"/>
                </a:solidFill>
              </a:defRPr>
            </a:lvl1pPr>
            <a:lvl2pPr marL="457200" indent="0">
              <a:lnSpc>
                <a:spcPts val="2100"/>
              </a:lnSpc>
              <a:spcBef>
                <a:spcPts val="600"/>
              </a:spcBef>
              <a:buNone/>
              <a:defRPr sz="1600"/>
            </a:lvl2pPr>
            <a:lvl3pPr marL="914400" indent="0">
              <a:lnSpc>
                <a:spcPts val="2100"/>
              </a:lnSpc>
              <a:spcBef>
                <a:spcPts val="600"/>
              </a:spcBef>
              <a:buNone/>
              <a:defRPr sz="1600"/>
            </a:lvl3pPr>
            <a:lvl4pPr marL="1371600" indent="0">
              <a:lnSpc>
                <a:spcPts val="2100"/>
              </a:lnSpc>
              <a:spcBef>
                <a:spcPts val="600"/>
              </a:spcBef>
              <a:buNone/>
              <a:defRPr sz="1600"/>
            </a:lvl4pPr>
            <a:lvl5pPr marL="1828800" indent="0">
              <a:lnSpc>
                <a:spcPts val="2100"/>
              </a:lnSpc>
              <a:spcBef>
                <a:spcPts val="600"/>
              </a:spcBef>
              <a:buNone/>
              <a:defRPr sz="1600"/>
            </a:lvl5pPr>
          </a:lstStyle>
          <a:p>
            <a:pPr lvl="0"/>
            <a:r>
              <a:rPr lang="en-US"/>
              <a:t>Click to edit Master text styles</a:t>
            </a:r>
          </a:p>
        </p:txBody>
      </p:sp>
      <p:sp>
        <p:nvSpPr>
          <p:cNvPr id="5" name="Platshållare för datum 3">
            <a:extLst>
              <a:ext uri="{FF2B5EF4-FFF2-40B4-BE49-F238E27FC236}">
                <a16:creationId xmlns:a16="http://schemas.microsoft.com/office/drawing/2014/main" id="{6528B8D6-2F73-745E-D0EF-BA4AD12A046E}"/>
              </a:ext>
            </a:extLst>
          </p:cNvPr>
          <p:cNvSpPr>
            <a:spLocks noGrp="1"/>
          </p:cNvSpPr>
          <p:nvPr>
            <p:ph type="dt" sz="half" idx="16"/>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F3CEA2A2-B00A-57CE-0FDB-B9344C19E318}"/>
              </a:ext>
            </a:extLst>
          </p:cNvPr>
          <p:cNvSpPr>
            <a:spLocks noGrp="1"/>
          </p:cNvSpPr>
          <p:nvPr>
            <p:ph type="sldNum" sz="quarter" idx="17"/>
          </p:nvPr>
        </p:nvSpPr>
        <p:spPr/>
        <p:txBody>
          <a:bodyPr/>
          <a:lstStyle>
            <a:lvl1pPr algn="l">
              <a:defRPr sz="700" b="0" i="0" smtClean="0">
                <a:solidFill>
                  <a:schemeClr val="bg1"/>
                </a:solidFill>
                <a:latin typeface="Arial" panose="020B0604020202020204" pitchFamily="34" charset="0"/>
              </a:defRPr>
            </a:lvl1pPr>
          </a:lstStyle>
          <a:p>
            <a:pPr>
              <a:defRPr/>
            </a:pPr>
            <a:fld id="{B9A1831A-75A8-4C75-BD04-3F90F94704EC}" type="slidenum">
              <a:rPr lang="sv-SE"/>
              <a:pPr>
                <a:defRPr/>
              </a:pPr>
              <a:t>‹#›</a:t>
            </a:fld>
            <a:endParaRPr lang="sv-SE" dirty="0"/>
          </a:p>
        </p:txBody>
      </p:sp>
    </p:spTree>
    <p:extLst>
      <p:ext uri="{BB962C8B-B14F-4D97-AF65-F5344CB8AC3E}">
        <p14:creationId xmlns:p14="http://schemas.microsoft.com/office/powerpoint/2010/main" val="2727391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9_Smal bild, rubrik,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F0343C72-313B-9001-61EE-B4C0D4570A16}"/>
              </a:ext>
            </a:extLst>
          </p:cNvPr>
          <p:cNvSpPr/>
          <p:nvPr/>
        </p:nvSpPr>
        <p:spPr>
          <a:xfrm>
            <a:off x="0" y="0"/>
            <a:ext cx="7747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solidFill>
                <a:schemeClr val="bg1"/>
              </a:solidFill>
            </a:endParaRPr>
          </a:p>
        </p:txBody>
      </p:sp>
      <p:pic>
        <p:nvPicPr>
          <p:cNvPr id="4" name="Bildobjekt 4">
            <a:extLst>
              <a:ext uri="{FF2B5EF4-FFF2-40B4-BE49-F238E27FC236}">
                <a16:creationId xmlns:a16="http://schemas.microsoft.com/office/drawing/2014/main" id="{CD79762D-94C2-BE84-6B3C-5D1986C56D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770371" y="555882"/>
            <a:ext cx="6035039" cy="1559571"/>
          </a:xfrm>
          <a:prstGeom prst="rect">
            <a:avLst/>
          </a:prstGeom>
        </p:spPr>
        <p:txBody>
          <a:bodyPr anchor="b">
            <a:noAutofit/>
          </a:bodyPr>
          <a:lstStyle>
            <a:lvl1pPr>
              <a:defRPr sz="3200">
                <a:solidFill>
                  <a:schemeClr val="tx2"/>
                </a:solidFill>
              </a:defRPr>
            </a:lvl1pPr>
          </a:lstStyle>
          <a:p>
            <a:r>
              <a:rPr lang="en-US"/>
              <a:t>Click to edit Master title style</a:t>
            </a:r>
            <a:endParaRPr lang="sv-SE" dirty="0"/>
          </a:p>
        </p:txBody>
      </p:sp>
      <p:sp>
        <p:nvSpPr>
          <p:cNvPr id="12" name="Platshållare för bild 11"/>
          <p:cNvSpPr>
            <a:spLocks noGrp="1"/>
          </p:cNvSpPr>
          <p:nvPr>
            <p:ph type="pic" sz="quarter" idx="14"/>
          </p:nvPr>
        </p:nvSpPr>
        <p:spPr>
          <a:xfrm>
            <a:off x="7746544" y="0"/>
            <a:ext cx="4445456" cy="6858000"/>
          </a:xfrm>
          <a:solidFill>
            <a:schemeClr val="bg1"/>
          </a:solid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text 2"/>
          <p:cNvSpPr>
            <a:spLocks noGrp="1"/>
          </p:cNvSpPr>
          <p:nvPr>
            <p:ph type="body" sz="quarter" idx="15"/>
          </p:nvPr>
        </p:nvSpPr>
        <p:spPr>
          <a:xfrm>
            <a:off x="770371" y="2212161"/>
            <a:ext cx="6035040" cy="3680639"/>
          </a:xfrm>
        </p:spPr>
        <p:txBody>
          <a:bodyPr>
            <a:noAutofit/>
          </a:bodyPr>
          <a:lstStyle>
            <a:lvl1pPr marL="0" indent="0">
              <a:lnSpc>
                <a:spcPts val="2500"/>
              </a:lnSpc>
              <a:spcBef>
                <a:spcPts val="600"/>
              </a:spcBef>
              <a:buNone/>
              <a:defRPr sz="2000">
                <a:solidFill>
                  <a:schemeClr val="tx2"/>
                </a:solidFill>
              </a:defRPr>
            </a:lvl1pPr>
            <a:lvl2pPr marL="457200" indent="0">
              <a:lnSpc>
                <a:spcPts val="2100"/>
              </a:lnSpc>
              <a:spcBef>
                <a:spcPts val="600"/>
              </a:spcBef>
              <a:buNone/>
              <a:defRPr sz="1600"/>
            </a:lvl2pPr>
            <a:lvl3pPr marL="914400" indent="0">
              <a:lnSpc>
                <a:spcPts val="2100"/>
              </a:lnSpc>
              <a:spcBef>
                <a:spcPts val="600"/>
              </a:spcBef>
              <a:buNone/>
              <a:defRPr sz="1600"/>
            </a:lvl3pPr>
            <a:lvl4pPr marL="1371600" indent="0">
              <a:lnSpc>
                <a:spcPts val="2100"/>
              </a:lnSpc>
              <a:spcBef>
                <a:spcPts val="600"/>
              </a:spcBef>
              <a:buNone/>
              <a:defRPr sz="1600"/>
            </a:lvl4pPr>
            <a:lvl5pPr marL="1828800" indent="0">
              <a:lnSpc>
                <a:spcPts val="2100"/>
              </a:lnSpc>
              <a:spcBef>
                <a:spcPts val="600"/>
              </a:spcBef>
              <a:buNone/>
              <a:defRPr sz="1600"/>
            </a:lvl5pPr>
          </a:lstStyle>
          <a:p>
            <a:pPr lvl="0"/>
            <a:r>
              <a:rPr lang="en-US"/>
              <a:t>Click to edit Master text styles</a:t>
            </a:r>
          </a:p>
        </p:txBody>
      </p:sp>
      <p:sp>
        <p:nvSpPr>
          <p:cNvPr id="5" name="Platshållare för datum 3">
            <a:extLst>
              <a:ext uri="{FF2B5EF4-FFF2-40B4-BE49-F238E27FC236}">
                <a16:creationId xmlns:a16="http://schemas.microsoft.com/office/drawing/2014/main" id="{17254471-B5D5-D183-58C5-BF53E58ACC89}"/>
              </a:ext>
            </a:extLst>
          </p:cNvPr>
          <p:cNvSpPr>
            <a:spLocks noGrp="1"/>
          </p:cNvSpPr>
          <p:nvPr>
            <p:ph type="dt" sz="half" idx="16"/>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D5898A8B-E221-BCE2-16C4-B1A4A33A7E99}"/>
              </a:ext>
            </a:extLst>
          </p:cNvPr>
          <p:cNvSpPr>
            <a:spLocks noGrp="1"/>
          </p:cNvSpPr>
          <p:nvPr>
            <p:ph type="sldNum" sz="quarter" idx="17"/>
          </p:nvPr>
        </p:nvSpPr>
        <p:spPr/>
        <p:txBody>
          <a:bodyPr/>
          <a:lstStyle>
            <a:lvl1pPr algn="l">
              <a:defRPr sz="700" b="0" i="0" smtClean="0">
                <a:solidFill>
                  <a:schemeClr val="tx2"/>
                </a:solidFill>
                <a:latin typeface="Arial" panose="020B0604020202020204" pitchFamily="34" charset="0"/>
              </a:defRPr>
            </a:lvl1pPr>
          </a:lstStyle>
          <a:p>
            <a:pPr>
              <a:defRPr/>
            </a:pPr>
            <a:fld id="{E25A19D9-5D95-4A4E-9212-470C83D34050}" type="slidenum">
              <a:rPr lang="sv-SE"/>
              <a:pPr>
                <a:defRPr/>
              </a:pPr>
              <a:t>‹#›</a:t>
            </a:fld>
            <a:endParaRPr lang="sv-SE" dirty="0"/>
          </a:p>
        </p:txBody>
      </p:sp>
    </p:spTree>
    <p:extLst>
      <p:ext uri="{BB962C8B-B14F-4D97-AF65-F5344CB8AC3E}">
        <p14:creationId xmlns:p14="http://schemas.microsoft.com/office/powerpoint/2010/main" val="3060260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8_Smal bild, rubrik, text">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5FAAA388-EB75-E343-C91A-F05255E80B23}"/>
              </a:ext>
            </a:extLst>
          </p:cNvPr>
          <p:cNvSpPr/>
          <p:nvPr/>
        </p:nvSpPr>
        <p:spPr>
          <a:xfrm>
            <a:off x="0" y="0"/>
            <a:ext cx="7747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a:solidFill>
                <a:schemeClr val="bg1"/>
              </a:solidFill>
            </a:endParaRPr>
          </a:p>
        </p:txBody>
      </p:sp>
      <p:pic>
        <p:nvPicPr>
          <p:cNvPr id="4" name="Bildobjekt 4">
            <a:extLst>
              <a:ext uri="{FF2B5EF4-FFF2-40B4-BE49-F238E27FC236}">
                <a16:creationId xmlns:a16="http://schemas.microsoft.com/office/drawing/2014/main" id="{1FDCDCC6-A790-27C1-4CE8-CF40F3AD76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a:spLocks noGrp="1"/>
          </p:cNvSpPr>
          <p:nvPr>
            <p:ph type="title"/>
          </p:nvPr>
        </p:nvSpPr>
        <p:spPr>
          <a:xfrm>
            <a:off x="770371" y="555882"/>
            <a:ext cx="6035039" cy="1559571"/>
          </a:xfrm>
          <a:prstGeom prst="rect">
            <a:avLst/>
          </a:prstGeom>
        </p:spPr>
        <p:txBody>
          <a:bodyPr anchor="b">
            <a:noAutofit/>
          </a:bodyPr>
          <a:lstStyle>
            <a:lvl1pPr>
              <a:defRPr sz="3200">
                <a:solidFill>
                  <a:schemeClr val="tx2"/>
                </a:solidFill>
              </a:defRPr>
            </a:lvl1pPr>
          </a:lstStyle>
          <a:p>
            <a:r>
              <a:rPr lang="en-US"/>
              <a:t>Click to edit Master title style</a:t>
            </a:r>
            <a:endParaRPr lang="sv-SE" dirty="0"/>
          </a:p>
        </p:txBody>
      </p:sp>
      <p:sp>
        <p:nvSpPr>
          <p:cNvPr id="12" name="Platshållare för bild 11"/>
          <p:cNvSpPr>
            <a:spLocks noGrp="1"/>
          </p:cNvSpPr>
          <p:nvPr>
            <p:ph type="pic" sz="quarter" idx="14"/>
          </p:nvPr>
        </p:nvSpPr>
        <p:spPr>
          <a:xfrm>
            <a:off x="7746544" y="0"/>
            <a:ext cx="4445456" cy="6858000"/>
          </a:xfrm>
          <a:solidFill>
            <a:schemeClr val="bg1"/>
          </a:solidFill>
        </p:spPr>
        <p:txBody>
          <a:bodyPr rtlCol="0">
            <a:noAutofit/>
          </a:bodyPr>
          <a:lstStyle>
            <a:lvl1pPr marL="0" indent="0">
              <a:buNone/>
              <a:defRPr sz="1400" b="1">
                <a:solidFill>
                  <a:schemeClr val="tx2"/>
                </a:solidFill>
              </a:defRPr>
            </a:lvl1pPr>
          </a:lstStyle>
          <a:p>
            <a:pPr lvl="0"/>
            <a:r>
              <a:rPr lang="en-US" noProof="0"/>
              <a:t>Click icon to add picture</a:t>
            </a:r>
            <a:endParaRPr lang="sv-SE" noProof="0" dirty="0"/>
          </a:p>
        </p:txBody>
      </p:sp>
      <p:sp>
        <p:nvSpPr>
          <p:cNvPr id="3" name="Platshållare för text 2"/>
          <p:cNvSpPr>
            <a:spLocks noGrp="1"/>
          </p:cNvSpPr>
          <p:nvPr>
            <p:ph type="body" sz="quarter" idx="15"/>
          </p:nvPr>
        </p:nvSpPr>
        <p:spPr>
          <a:xfrm>
            <a:off x="770371" y="2212161"/>
            <a:ext cx="6035040" cy="3680639"/>
          </a:xfrm>
        </p:spPr>
        <p:txBody>
          <a:bodyPr>
            <a:noAutofit/>
          </a:bodyPr>
          <a:lstStyle>
            <a:lvl1pPr marL="0" indent="0">
              <a:lnSpc>
                <a:spcPts val="2500"/>
              </a:lnSpc>
              <a:spcBef>
                <a:spcPts val="600"/>
              </a:spcBef>
              <a:buNone/>
              <a:defRPr sz="2000">
                <a:solidFill>
                  <a:schemeClr val="tx2"/>
                </a:solidFill>
              </a:defRPr>
            </a:lvl1pPr>
            <a:lvl2pPr marL="457200" indent="0">
              <a:lnSpc>
                <a:spcPts val="2100"/>
              </a:lnSpc>
              <a:spcBef>
                <a:spcPts val="600"/>
              </a:spcBef>
              <a:buNone/>
              <a:defRPr sz="1600"/>
            </a:lvl2pPr>
            <a:lvl3pPr marL="914400" indent="0">
              <a:lnSpc>
                <a:spcPts val="2100"/>
              </a:lnSpc>
              <a:spcBef>
                <a:spcPts val="600"/>
              </a:spcBef>
              <a:buNone/>
              <a:defRPr sz="1600"/>
            </a:lvl3pPr>
            <a:lvl4pPr marL="1371600" indent="0">
              <a:lnSpc>
                <a:spcPts val="2100"/>
              </a:lnSpc>
              <a:spcBef>
                <a:spcPts val="600"/>
              </a:spcBef>
              <a:buNone/>
              <a:defRPr sz="1600"/>
            </a:lvl4pPr>
            <a:lvl5pPr marL="1828800" indent="0">
              <a:lnSpc>
                <a:spcPts val="2100"/>
              </a:lnSpc>
              <a:spcBef>
                <a:spcPts val="600"/>
              </a:spcBef>
              <a:buNone/>
              <a:defRPr sz="1600"/>
            </a:lvl5pPr>
          </a:lstStyle>
          <a:p>
            <a:pPr lvl="0"/>
            <a:r>
              <a:rPr lang="en-US"/>
              <a:t>Click to edit Master text styles</a:t>
            </a:r>
          </a:p>
        </p:txBody>
      </p:sp>
      <p:sp>
        <p:nvSpPr>
          <p:cNvPr id="5" name="Platshållare för datum 3">
            <a:extLst>
              <a:ext uri="{FF2B5EF4-FFF2-40B4-BE49-F238E27FC236}">
                <a16:creationId xmlns:a16="http://schemas.microsoft.com/office/drawing/2014/main" id="{1638BA6A-A11E-02FF-AC8D-6E31BB97227F}"/>
              </a:ext>
            </a:extLst>
          </p:cNvPr>
          <p:cNvSpPr>
            <a:spLocks noGrp="1"/>
          </p:cNvSpPr>
          <p:nvPr>
            <p:ph type="dt" sz="half" idx="16"/>
          </p:nvPr>
        </p:nvSpPr>
        <p:spPr/>
        <p:txBody>
          <a:bodyPr/>
          <a:lstStyle>
            <a:lvl1pPr algn="l">
              <a:defRPr sz="700" b="0" i="0" dirty="0">
                <a:solidFill>
                  <a:schemeClr val="tx2"/>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6D62B90E-DFF2-DE68-63D2-8279D261CF64}"/>
              </a:ext>
            </a:extLst>
          </p:cNvPr>
          <p:cNvSpPr>
            <a:spLocks noGrp="1"/>
          </p:cNvSpPr>
          <p:nvPr>
            <p:ph type="sldNum" sz="quarter" idx="17"/>
          </p:nvPr>
        </p:nvSpPr>
        <p:spPr/>
        <p:txBody>
          <a:bodyPr/>
          <a:lstStyle>
            <a:lvl1pPr algn="l">
              <a:defRPr sz="700" b="0" i="0" smtClean="0">
                <a:solidFill>
                  <a:schemeClr val="tx2"/>
                </a:solidFill>
                <a:latin typeface="Arial" panose="020B0604020202020204" pitchFamily="34" charset="0"/>
              </a:defRPr>
            </a:lvl1pPr>
          </a:lstStyle>
          <a:p>
            <a:pPr>
              <a:defRPr/>
            </a:pPr>
            <a:fld id="{4A5EBB66-8989-4B1C-A80F-0D7B522E7F3C}" type="slidenum">
              <a:rPr lang="sv-SE"/>
              <a:pPr>
                <a:defRPr/>
              </a:pPr>
              <a:t>‹#›</a:t>
            </a:fld>
            <a:endParaRPr lang="sv-SE" dirty="0"/>
          </a:p>
        </p:txBody>
      </p:sp>
    </p:spTree>
    <p:extLst>
      <p:ext uri="{BB962C8B-B14F-4D97-AF65-F5344CB8AC3E}">
        <p14:creationId xmlns:p14="http://schemas.microsoft.com/office/powerpoint/2010/main" val="4745251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ilm med rubri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8A993B9C-F745-F2A7-4B0E-E227546A9A1E}"/>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sp>
        <p:nvSpPr>
          <p:cNvPr id="4" name="Rectangle 3">
            <a:extLst>
              <a:ext uri="{FF2B5EF4-FFF2-40B4-BE49-F238E27FC236}">
                <a16:creationId xmlns:a16="http://schemas.microsoft.com/office/drawing/2014/main" id="{E1CC0169-2BA8-EE64-49CA-18A9883E3947}"/>
              </a:ext>
            </a:extLst>
          </p:cNvPr>
          <p:cNvSpPr/>
          <p:nvPr/>
        </p:nvSpPr>
        <p:spPr>
          <a:xfrm>
            <a:off x="200025" y="180975"/>
            <a:ext cx="11799888" cy="647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6" name="Bildobjekt 5">
            <a:extLst>
              <a:ext uri="{FF2B5EF4-FFF2-40B4-BE49-F238E27FC236}">
                <a16:creationId xmlns:a16="http://schemas.microsoft.com/office/drawing/2014/main" id="{137BAB26-CF77-3C52-88AE-7ED275BA01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6430963"/>
            <a:ext cx="145732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Bildobjekt 7" descr="En bild som visar text, skärmbild, Teckensnitt, Grafik&#10;&#10;Automatiskt genererad beskrivning">
            <a:extLst>
              <a:ext uri="{FF2B5EF4-FFF2-40B4-BE49-F238E27FC236}">
                <a16:creationId xmlns:a16="http://schemas.microsoft.com/office/drawing/2014/main" id="{BA986ECE-00D2-F0FF-9F55-91F07E0CAA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2013" y="6084888"/>
            <a:ext cx="8366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ubrik 4"/>
          <p:cNvSpPr>
            <a:spLocks noGrp="1"/>
          </p:cNvSpPr>
          <p:nvPr>
            <p:ph type="title"/>
          </p:nvPr>
        </p:nvSpPr>
        <p:spPr>
          <a:xfrm>
            <a:off x="1625600" y="457406"/>
            <a:ext cx="9109264" cy="512873"/>
          </a:xfrm>
          <a:prstGeom prst="rect">
            <a:avLst/>
          </a:prstGeom>
        </p:spPr>
        <p:txBody>
          <a:bodyPr>
            <a:normAutofit/>
          </a:bodyPr>
          <a:lstStyle>
            <a:lvl1pPr>
              <a:defRPr sz="1600">
                <a:solidFill>
                  <a:schemeClr val="bg1"/>
                </a:solidFill>
              </a:defRPr>
            </a:lvl1pPr>
          </a:lstStyle>
          <a:p>
            <a:r>
              <a:rPr lang="en-US"/>
              <a:t>Click to edit Master title style</a:t>
            </a:r>
            <a:endParaRPr lang="sv-SE" dirty="0"/>
          </a:p>
        </p:txBody>
      </p:sp>
      <p:sp>
        <p:nvSpPr>
          <p:cNvPr id="3" name="Platshållare för media 2"/>
          <p:cNvSpPr>
            <a:spLocks noGrp="1"/>
          </p:cNvSpPr>
          <p:nvPr>
            <p:ph type="media" sz="quarter" idx="15"/>
          </p:nvPr>
        </p:nvSpPr>
        <p:spPr>
          <a:xfrm>
            <a:off x="1724939" y="970279"/>
            <a:ext cx="8742122" cy="4917442"/>
          </a:xfrm>
          <a:solidFill>
            <a:schemeClr val="bg1"/>
          </a:solidFill>
        </p:spPr>
        <p:txBody>
          <a:bodyPr rtlCol="0">
            <a:noAutofit/>
          </a:bodyPr>
          <a:lstStyle>
            <a:lvl1pPr marL="0" indent="0">
              <a:buNone/>
              <a:defRPr sz="1400" b="1">
                <a:solidFill>
                  <a:schemeClr val="tx1"/>
                </a:solidFill>
              </a:defRPr>
            </a:lvl1pPr>
          </a:lstStyle>
          <a:p>
            <a:pPr lvl="0"/>
            <a:r>
              <a:rPr lang="en-US" noProof="0"/>
              <a:t>Click icon to add media</a:t>
            </a:r>
            <a:endParaRPr lang="sv-SE" noProof="0" dirty="0"/>
          </a:p>
        </p:txBody>
      </p:sp>
      <p:sp>
        <p:nvSpPr>
          <p:cNvPr id="8" name="Platshållare för datum 3">
            <a:extLst>
              <a:ext uri="{FF2B5EF4-FFF2-40B4-BE49-F238E27FC236}">
                <a16:creationId xmlns:a16="http://schemas.microsoft.com/office/drawing/2014/main" id="{421C5B11-B2B2-96B9-C5BA-193C36F7A769}"/>
              </a:ext>
            </a:extLst>
          </p:cNvPr>
          <p:cNvSpPr>
            <a:spLocks noGrp="1"/>
          </p:cNvSpPr>
          <p:nvPr>
            <p:ph type="dt" sz="half" idx="16"/>
          </p:nvPr>
        </p:nvSpPr>
        <p:spPr/>
        <p:txBody>
          <a:bodyPr/>
          <a:lstStyle>
            <a:lvl1pPr algn="l">
              <a:defRPr sz="700" b="0" i="0" dirty="0">
                <a:solidFill>
                  <a:schemeClr val="bg1"/>
                </a:solidFill>
                <a:latin typeface="Arial" panose="020B0604020202020204" pitchFamily="34" charset="0"/>
              </a:defRPr>
            </a:lvl1pPr>
          </a:lstStyle>
          <a:p>
            <a:pPr>
              <a:defRPr/>
            </a:pPr>
            <a:endParaRPr lang="sv-SE"/>
          </a:p>
        </p:txBody>
      </p:sp>
      <p:sp>
        <p:nvSpPr>
          <p:cNvPr id="9" name="Platshållare för bildnummer 5">
            <a:extLst>
              <a:ext uri="{FF2B5EF4-FFF2-40B4-BE49-F238E27FC236}">
                <a16:creationId xmlns:a16="http://schemas.microsoft.com/office/drawing/2014/main" id="{752F7ABB-0129-E75C-7483-75A8B3BAEF2D}"/>
              </a:ext>
            </a:extLst>
          </p:cNvPr>
          <p:cNvSpPr>
            <a:spLocks noGrp="1"/>
          </p:cNvSpPr>
          <p:nvPr>
            <p:ph type="sldNum" sz="quarter" idx="17"/>
          </p:nvPr>
        </p:nvSpPr>
        <p:spPr/>
        <p:txBody>
          <a:bodyPr/>
          <a:lstStyle>
            <a:lvl1pPr algn="l">
              <a:defRPr sz="700" b="0" i="0" smtClean="0">
                <a:solidFill>
                  <a:schemeClr val="bg1"/>
                </a:solidFill>
                <a:latin typeface="Arial" panose="020B0604020202020204" pitchFamily="34" charset="0"/>
              </a:defRPr>
            </a:lvl1pPr>
          </a:lstStyle>
          <a:p>
            <a:pPr>
              <a:defRPr/>
            </a:pPr>
            <a:fld id="{2C2F7B25-8B1C-4013-8E85-A030059AA01C}" type="slidenum">
              <a:rPr lang="sv-SE"/>
              <a:pPr>
                <a:defRPr/>
              </a:pPr>
              <a:t>‹#›</a:t>
            </a:fld>
            <a:endParaRPr lang="sv-SE" dirty="0"/>
          </a:p>
        </p:txBody>
      </p:sp>
    </p:spTree>
    <p:extLst>
      <p:ext uri="{BB962C8B-B14F-4D97-AF65-F5344CB8AC3E}">
        <p14:creationId xmlns:p14="http://schemas.microsoft.com/office/powerpoint/2010/main" val="17443328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Utfallande bild + textbox till vänster">
    <p:spTree>
      <p:nvGrpSpPr>
        <p:cNvPr id="1" name=""/>
        <p:cNvGrpSpPr/>
        <p:nvPr/>
      </p:nvGrpSpPr>
      <p:grpSpPr>
        <a:xfrm>
          <a:off x="0" y="0"/>
          <a:ext cx="0" cy="0"/>
          <a:chOff x="0" y="0"/>
          <a:chExt cx="0" cy="0"/>
        </a:xfrm>
      </p:grpSpPr>
      <p:pic>
        <p:nvPicPr>
          <p:cNvPr id="2" name="Bildobjekt 1">
            <a:extLst>
              <a:ext uri="{FF2B5EF4-FFF2-40B4-BE49-F238E27FC236}">
                <a16:creationId xmlns:a16="http://schemas.microsoft.com/office/drawing/2014/main" id="{B3D815C4-3574-49D0-A548-B35ED6AB23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Bildobjekt 4" descr="En bild som visar skärmbild, Grafik, mönster, design&#10;&#10;Automatiskt genererad beskrivning">
            <a:extLst>
              <a:ext uri="{FF2B5EF4-FFF2-40B4-BE49-F238E27FC236}">
                <a16:creationId xmlns:a16="http://schemas.microsoft.com/office/drawing/2014/main" id="{7B05EA52-F71F-E943-1CF7-0CD66AD8E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Platshållare för bild 2"/>
          <p:cNvSpPr>
            <a:spLocks noGrp="1"/>
          </p:cNvSpPr>
          <p:nvPr>
            <p:ph type="pic" idx="1"/>
          </p:nvPr>
        </p:nvSpPr>
        <p:spPr>
          <a:xfrm>
            <a:off x="0" y="0"/>
            <a:ext cx="12192000" cy="6858000"/>
          </a:xfrm>
          <a:solidFill>
            <a:schemeClr val="bg1">
              <a:lumMod val="95000"/>
            </a:schemeClr>
          </a:solidFill>
        </p:spPr>
        <p:txBody>
          <a:bodyPr rtlCol="0">
            <a:noAutofit/>
          </a:bodyPr>
          <a:lstStyle>
            <a:lvl1pPr marL="0" indent="0">
              <a:buNone/>
              <a:defRPr sz="1200" b="1">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sv-SE" noProof="0" dirty="0"/>
          </a:p>
        </p:txBody>
      </p:sp>
      <p:sp>
        <p:nvSpPr>
          <p:cNvPr id="13" name="Platshållare för text 3"/>
          <p:cNvSpPr>
            <a:spLocks noGrp="1"/>
          </p:cNvSpPr>
          <p:nvPr>
            <p:ph type="body" sz="half" idx="10"/>
          </p:nvPr>
        </p:nvSpPr>
        <p:spPr>
          <a:xfrm>
            <a:off x="791897" y="2069023"/>
            <a:ext cx="6588125" cy="3693137"/>
          </a:xfrm>
          <a:solidFill>
            <a:schemeClr val="bg1">
              <a:alpha val="90000"/>
            </a:schemeClr>
          </a:solidFill>
        </p:spPr>
        <p:txBody>
          <a:bodyPr lIns="432000" tIns="46800" rIns="432000" bIns="432000"/>
          <a:lstStyle>
            <a:lvl1pPr marL="0" marR="0" indent="0" algn="l" defTabSz="914400" rtl="0" eaLnBrk="1" fontAlgn="auto" latinLnBrk="0" hangingPunct="1">
              <a:lnSpc>
                <a:spcPts val="2500"/>
              </a:lnSpc>
              <a:spcBef>
                <a:spcPts val="600"/>
              </a:spcBef>
              <a:spcAft>
                <a:spcPts val="0"/>
              </a:spcAft>
              <a:buClrTx/>
              <a:buSzTx/>
              <a:buFont typeface="Arial" panose="020B0604020202020204" pitchFamily="34" charset="0"/>
              <a:buNone/>
              <a:tabLst/>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ubrik 4"/>
          <p:cNvSpPr>
            <a:spLocks noGrp="1"/>
          </p:cNvSpPr>
          <p:nvPr>
            <p:ph type="title"/>
          </p:nvPr>
        </p:nvSpPr>
        <p:spPr>
          <a:xfrm>
            <a:off x="791898" y="1085654"/>
            <a:ext cx="6588124" cy="983369"/>
          </a:xfrm>
          <a:prstGeom prst="rect">
            <a:avLst/>
          </a:prstGeom>
          <a:solidFill>
            <a:schemeClr val="bg1">
              <a:alpha val="90000"/>
            </a:schemeClr>
          </a:solidFill>
        </p:spPr>
        <p:txBody>
          <a:bodyPr lIns="468000" tIns="396000" rIns="360000" bIns="46800" anchor="t"/>
          <a:lstStyle>
            <a:lvl1pPr>
              <a:defRPr sz="3200"/>
            </a:lvl1pPr>
          </a:lstStyle>
          <a:p>
            <a:r>
              <a:rPr lang="en-US"/>
              <a:t>Click to edit Master title style</a:t>
            </a:r>
            <a:endParaRPr lang="sv-SE" dirty="0"/>
          </a:p>
        </p:txBody>
      </p:sp>
      <p:sp>
        <p:nvSpPr>
          <p:cNvPr id="6" name="Platshållare för datum 3">
            <a:extLst>
              <a:ext uri="{FF2B5EF4-FFF2-40B4-BE49-F238E27FC236}">
                <a16:creationId xmlns:a16="http://schemas.microsoft.com/office/drawing/2014/main" id="{A5919395-D38C-81C2-1C12-094E10D06114}"/>
              </a:ext>
            </a:extLst>
          </p:cNvPr>
          <p:cNvSpPr>
            <a:spLocks noGrp="1"/>
          </p:cNvSpPr>
          <p:nvPr>
            <p:ph type="dt" sz="half" idx="11"/>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7" name="Platshållare för bildnummer 5">
            <a:extLst>
              <a:ext uri="{FF2B5EF4-FFF2-40B4-BE49-F238E27FC236}">
                <a16:creationId xmlns:a16="http://schemas.microsoft.com/office/drawing/2014/main" id="{6B203336-A905-9580-86AE-AD60AC2506A2}"/>
              </a:ext>
            </a:extLst>
          </p:cNvPr>
          <p:cNvSpPr>
            <a:spLocks noGrp="1"/>
          </p:cNvSpPr>
          <p:nvPr>
            <p:ph type="sldNum" sz="quarter" idx="12"/>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BD33CC5D-8A71-4F80-A57E-20A9B2CCEDE7}" type="slidenum">
              <a:rPr lang="sv-SE"/>
              <a:pPr>
                <a:defRPr/>
              </a:pPr>
              <a:t>‹#›</a:t>
            </a:fld>
            <a:endParaRPr lang="sv-SE" dirty="0"/>
          </a:p>
        </p:txBody>
      </p:sp>
    </p:spTree>
    <p:extLst>
      <p:ext uri="{BB962C8B-B14F-4D97-AF65-F5344CB8AC3E}">
        <p14:creationId xmlns:p14="http://schemas.microsoft.com/office/powerpoint/2010/main" val="38358689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Utfallande bild + textbox till höger">
    <p:spTree>
      <p:nvGrpSpPr>
        <p:cNvPr id="1" name=""/>
        <p:cNvGrpSpPr/>
        <p:nvPr/>
      </p:nvGrpSpPr>
      <p:grpSpPr>
        <a:xfrm>
          <a:off x="0" y="0"/>
          <a:ext cx="0" cy="0"/>
          <a:chOff x="0" y="0"/>
          <a:chExt cx="0" cy="0"/>
        </a:xfrm>
      </p:grpSpPr>
      <p:pic>
        <p:nvPicPr>
          <p:cNvPr id="2" name="Bildobjekt 1">
            <a:extLst>
              <a:ext uri="{FF2B5EF4-FFF2-40B4-BE49-F238E27FC236}">
                <a16:creationId xmlns:a16="http://schemas.microsoft.com/office/drawing/2014/main" id="{B41819CC-542C-BC71-04FF-E9DD58FCE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427788"/>
            <a:ext cx="14589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Bildobjekt 4" descr="En bild som visar skärmbild, Grafik, mönster, design&#10;&#10;Automatiskt genererad beskrivning">
            <a:extLst>
              <a:ext uri="{FF2B5EF4-FFF2-40B4-BE49-F238E27FC236}">
                <a16:creationId xmlns:a16="http://schemas.microsoft.com/office/drawing/2014/main" id="{C9965B32-FD7D-3188-DDED-81C2A15F97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Platshållare för bild 2"/>
          <p:cNvSpPr>
            <a:spLocks noGrp="1"/>
          </p:cNvSpPr>
          <p:nvPr>
            <p:ph type="pic" idx="1"/>
          </p:nvPr>
        </p:nvSpPr>
        <p:spPr>
          <a:xfrm>
            <a:off x="0" y="0"/>
            <a:ext cx="12192000" cy="6858000"/>
          </a:xfrm>
          <a:solidFill>
            <a:schemeClr val="bg1">
              <a:lumMod val="95000"/>
            </a:schemeClr>
          </a:solidFill>
        </p:spPr>
        <p:txBody>
          <a:bodyPr rtlCol="0">
            <a:noAutofit/>
          </a:bodyPr>
          <a:lstStyle>
            <a:lvl1pPr marL="0" indent="0">
              <a:buNone/>
              <a:defRPr sz="1400" b="1">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sv-SE" noProof="0" dirty="0"/>
          </a:p>
        </p:txBody>
      </p:sp>
      <p:sp>
        <p:nvSpPr>
          <p:cNvPr id="11" name="Platshållare för text 3"/>
          <p:cNvSpPr>
            <a:spLocks noGrp="1"/>
          </p:cNvSpPr>
          <p:nvPr>
            <p:ph type="body" sz="half" idx="10"/>
          </p:nvPr>
        </p:nvSpPr>
        <p:spPr>
          <a:xfrm>
            <a:off x="4813563" y="2069023"/>
            <a:ext cx="6588125" cy="3693137"/>
          </a:xfrm>
          <a:solidFill>
            <a:schemeClr val="bg1">
              <a:alpha val="90000"/>
            </a:schemeClr>
          </a:solidFill>
        </p:spPr>
        <p:txBody>
          <a:bodyPr lIns="432000" tIns="46800" rIns="432000" bIns="432000"/>
          <a:lstStyle>
            <a:lvl1pPr marL="0" marR="0" indent="0" algn="l" defTabSz="914400" rtl="0" eaLnBrk="1" fontAlgn="auto" latinLnBrk="0" hangingPunct="1">
              <a:lnSpc>
                <a:spcPts val="2500"/>
              </a:lnSpc>
              <a:spcBef>
                <a:spcPts val="600"/>
              </a:spcBef>
              <a:spcAft>
                <a:spcPts val="0"/>
              </a:spcAft>
              <a:buClrTx/>
              <a:buSzTx/>
              <a:buFont typeface="Arial" panose="020B0604020202020204" pitchFamily="34" charset="0"/>
              <a:buNone/>
              <a:tabLst/>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Rubrik 4"/>
          <p:cNvSpPr>
            <a:spLocks noGrp="1"/>
          </p:cNvSpPr>
          <p:nvPr>
            <p:ph type="title"/>
          </p:nvPr>
        </p:nvSpPr>
        <p:spPr>
          <a:xfrm>
            <a:off x="4813563" y="1085654"/>
            <a:ext cx="6588124" cy="983369"/>
          </a:xfrm>
          <a:prstGeom prst="rect">
            <a:avLst/>
          </a:prstGeom>
          <a:solidFill>
            <a:schemeClr val="bg1">
              <a:alpha val="90000"/>
            </a:schemeClr>
          </a:solidFill>
        </p:spPr>
        <p:txBody>
          <a:bodyPr lIns="468000" tIns="396000" rIns="360000" bIns="46800" anchor="t"/>
          <a:lstStyle>
            <a:lvl1pPr>
              <a:defRPr sz="3200"/>
            </a:lvl1pPr>
          </a:lstStyle>
          <a:p>
            <a:r>
              <a:rPr lang="en-US"/>
              <a:t>Click to edit Master title style</a:t>
            </a:r>
            <a:endParaRPr lang="sv-SE" dirty="0"/>
          </a:p>
        </p:txBody>
      </p:sp>
      <p:sp>
        <p:nvSpPr>
          <p:cNvPr id="5" name="Platshållare för datum 3">
            <a:extLst>
              <a:ext uri="{FF2B5EF4-FFF2-40B4-BE49-F238E27FC236}">
                <a16:creationId xmlns:a16="http://schemas.microsoft.com/office/drawing/2014/main" id="{4F225459-249B-9ADC-A2E5-FBD364B0CBF5}"/>
              </a:ext>
            </a:extLst>
          </p:cNvPr>
          <p:cNvSpPr>
            <a:spLocks noGrp="1"/>
          </p:cNvSpPr>
          <p:nvPr>
            <p:ph type="dt" sz="half" idx="11"/>
          </p:nvPr>
        </p:nvSpPr>
        <p:spPr/>
        <p:txBody>
          <a:bodyPr/>
          <a:lstStyle>
            <a:lvl1pPr algn="l">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6" name="Platshållare för bildnummer 5">
            <a:extLst>
              <a:ext uri="{FF2B5EF4-FFF2-40B4-BE49-F238E27FC236}">
                <a16:creationId xmlns:a16="http://schemas.microsoft.com/office/drawing/2014/main" id="{C5B5A72D-B68E-BF68-7E51-2C7AF6123E19}"/>
              </a:ext>
            </a:extLst>
          </p:cNvPr>
          <p:cNvSpPr>
            <a:spLocks noGrp="1"/>
          </p:cNvSpPr>
          <p:nvPr>
            <p:ph type="sldNum" sz="quarter" idx="12"/>
          </p:nvPr>
        </p:nvSpPr>
        <p:spPr/>
        <p:txBody>
          <a:bodyPr/>
          <a:lstStyle>
            <a:lvl1pPr algn="l">
              <a:defRPr sz="700" b="0" i="0" smtClean="0">
                <a:solidFill>
                  <a:schemeClr val="tx1">
                    <a:lumMod val="65000"/>
                    <a:lumOff val="35000"/>
                  </a:schemeClr>
                </a:solidFill>
                <a:latin typeface="Arial" panose="020B0604020202020204" pitchFamily="34" charset="0"/>
              </a:defRPr>
            </a:lvl1pPr>
          </a:lstStyle>
          <a:p>
            <a:pPr>
              <a:defRPr/>
            </a:pPr>
            <a:fld id="{5C18DA53-657B-4C6C-B2B8-269ADC731C9B}" type="slidenum">
              <a:rPr lang="sv-SE"/>
              <a:pPr>
                <a:defRPr/>
              </a:pPr>
              <a:t>‹#›</a:t>
            </a:fld>
            <a:endParaRPr lang="sv-SE" dirty="0"/>
          </a:p>
        </p:txBody>
      </p:sp>
    </p:spTree>
    <p:extLst>
      <p:ext uri="{BB962C8B-B14F-4D97-AF65-F5344CB8AC3E}">
        <p14:creationId xmlns:p14="http://schemas.microsoft.com/office/powerpoint/2010/main" val="4158274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lutbi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EE30D752-BB31-AE59-8EB1-AA55AE4A72E8}"/>
              </a:ext>
            </a:extLst>
          </p:cNvPr>
          <p:cNvSpPr/>
          <p:nvPr/>
        </p:nvSpPr>
        <p:spPr>
          <a:xfrm>
            <a:off x="200025" y="180975"/>
            <a:ext cx="11799888" cy="647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sv-SE" dirty="0"/>
          </a:p>
        </p:txBody>
      </p:sp>
      <p:pic>
        <p:nvPicPr>
          <p:cNvPr id="3" name="Bildobjekt 4">
            <a:extLst>
              <a:ext uri="{FF2B5EF4-FFF2-40B4-BE49-F238E27FC236}">
                <a16:creationId xmlns:a16="http://schemas.microsoft.com/office/drawing/2014/main" id="{ACDB51E3-32EB-8509-0CA4-412F2EFB94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1763" y="6026150"/>
            <a:ext cx="17780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Bildobjekt 5" descr="En bild som visar text, skärmbild, Teckensnitt, Grafik&#10;&#10;Automatiskt genererad beskrivning">
            <a:extLst>
              <a:ext uri="{FF2B5EF4-FFF2-40B4-BE49-F238E27FC236}">
                <a16:creationId xmlns:a16="http://schemas.microsoft.com/office/drawing/2014/main" id="{F1C29B9A-915C-53EB-EB0F-D1BB13DD85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4802188"/>
            <a:ext cx="1828800"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1"/>
          <p:cNvSpPr>
            <a:spLocks noGrp="1"/>
          </p:cNvSpPr>
          <p:nvPr>
            <p:ph type="body" sz="quarter" idx="10"/>
          </p:nvPr>
        </p:nvSpPr>
        <p:spPr>
          <a:xfrm>
            <a:off x="0" y="2191631"/>
            <a:ext cx="12192000" cy="1642138"/>
          </a:xfrm>
        </p:spPr>
        <p:txBody>
          <a:bodyPr>
            <a:normAutofit lnSpcReduction="10000"/>
          </a:bodyPr>
          <a:lstStyle>
            <a:lvl1pPr marL="0" indent="0">
              <a:lnSpc>
                <a:spcPct val="110000"/>
              </a:lnSpc>
              <a:buNone/>
              <a:defRPr sz="4800" b="1">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1873287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Startbild">
    <p:spTree>
      <p:nvGrpSpPr>
        <p:cNvPr id="1" name=""/>
        <p:cNvGrpSpPr/>
        <p:nvPr/>
      </p:nvGrpSpPr>
      <p:grpSpPr>
        <a:xfrm>
          <a:off x="0" y="0"/>
          <a:ext cx="0" cy="0"/>
          <a:chOff x="0" y="0"/>
          <a:chExt cx="0" cy="0"/>
        </a:xfrm>
      </p:grpSpPr>
      <p:sp>
        <p:nvSpPr>
          <p:cNvPr id="3" name="Underrubrik 2">
            <a:extLst>
              <a:ext uri="{FF2B5EF4-FFF2-40B4-BE49-F238E27FC236}">
                <a16:creationId xmlns:a16="http://schemas.microsoft.com/office/drawing/2014/main" id="{586CAC9C-0F09-C349-B5D4-B53A7B5C6D7E}"/>
              </a:ext>
            </a:extLst>
          </p:cNvPr>
          <p:cNvSpPr>
            <a:spLocks noGrp="1"/>
          </p:cNvSpPr>
          <p:nvPr>
            <p:ph type="subTitle" idx="1" hasCustomPrompt="1"/>
          </p:nvPr>
        </p:nvSpPr>
        <p:spPr>
          <a:xfrm>
            <a:off x="604435" y="4552386"/>
            <a:ext cx="10934052" cy="820544"/>
          </a:xfrm>
        </p:spPr>
        <p:txBody>
          <a:bodyPr>
            <a:no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Klicka här för att lägga till underrubrik</a:t>
            </a:r>
          </a:p>
        </p:txBody>
      </p:sp>
      <p:pic>
        <p:nvPicPr>
          <p:cNvPr id="9" name="Picture 12">
            <a:extLst>
              <a:ext uri="{FF2B5EF4-FFF2-40B4-BE49-F238E27FC236}">
                <a16:creationId xmlns:a16="http://schemas.microsoft.com/office/drawing/2014/main" id="{7ED303F1-418B-C446-BC90-CFCDD67E4300}"/>
              </a:ext>
            </a:extLst>
          </p:cNvPr>
          <p:cNvPicPr>
            <a:picLocks noChangeAspect="1"/>
          </p:cNvPicPr>
          <p:nvPr userDrawn="1"/>
        </p:nvPicPr>
        <p:blipFill>
          <a:blip r:embed="rId2"/>
          <a:srcRect/>
          <a:stretch/>
        </p:blipFill>
        <p:spPr>
          <a:xfrm>
            <a:off x="4651522" y="1512282"/>
            <a:ext cx="2839875" cy="1462535"/>
          </a:xfrm>
          <a:prstGeom prst="rect">
            <a:avLst/>
          </a:prstGeom>
        </p:spPr>
      </p:pic>
      <p:sp>
        <p:nvSpPr>
          <p:cNvPr id="10" name="Rektangel 9">
            <a:extLst>
              <a:ext uri="{FF2B5EF4-FFF2-40B4-BE49-F238E27FC236}">
                <a16:creationId xmlns:a16="http://schemas.microsoft.com/office/drawing/2014/main" id="{98B1561F-3050-4841-B1B6-4DC43B9771ED}"/>
              </a:ext>
            </a:extLst>
          </p:cNvPr>
          <p:cNvSpPr/>
          <p:nvPr userDrawn="1"/>
        </p:nvSpPr>
        <p:spPr>
          <a:xfrm>
            <a:off x="10169718" y="5609645"/>
            <a:ext cx="2022282" cy="12483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b="0" i="0" dirty="0">
              <a:latin typeface="Arial" panose="020B0604020202020204" pitchFamily="34" charset="0"/>
            </a:endParaRPr>
          </a:p>
        </p:txBody>
      </p:sp>
      <p:sp>
        <p:nvSpPr>
          <p:cNvPr id="14" name="Rubrik 13">
            <a:extLst>
              <a:ext uri="{FF2B5EF4-FFF2-40B4-BE49-F238E27FC236}">
                <a16:creationId xmlns:a16="http://schemas.microsoft.com/office/drawing/2014/main" id="{4056FED1-8C17-A747-9886-2416BD52FCFA}"/>
              </a:ext>
            </a:extLst>
          </p:cNvPr>
          <p:cNvSpPr>
            <a:spLocks noGrp="1"/>
          </p:cNvSpPr>
          <p:nvPr>
            <p:ph type="title" hasCustomPrompt="1"/>
          </p:nvPr>
        </p:nvSpPr>
        <p:spPr>
          <a:xfrm>
            <a:off x="604434" y="3773772"/>
            <a:ext cx="10934053" cy="757638"/>
          </a:xfrm>
        </p:spPr>
        <p:txBody>
          <a:bodyPr anchor="b"/>
          <a:lstStyle>
            <a:lvl1pPr algn="ctr">
              <a:defRPr sz="4000"/>
            </a:lvl1pPr>
          </a:lstStyle>
          <a:p>
            <a:r>
              <a:rPr lang="sv-SE" dirty="0"/>
              <a:t>Titel på presentationen</a:t>
            </a:r>
          </a:p>
        </p:txBody>
      </p:sp>
    </p:spTree>
    <p:extLst>
      <p:ext uri="{BB962C8B-B14F-4D97-AF65-F5344CB8AC3E}">
        <p14:creationId xmlns:p14="http://schemas.microsoft.com/office/powerpoint/2010/main" val="39050759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Rubrik, text i 2-spalt - vi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1B3314F-6D95-AA46-9CF0-AC5F39733A49}"/>
              </a:ext>
            </a:extLst>
          </p:cNvPr>
          <p:cNvSpPr>
            <a:spLocks noGrp="1"/>
          </p:cNvSpPr>
          <p:nvPr>
            <p:ph type="title" hasCustomPrompt="1"/>
          </p:nvPr>
        </p:nvSpPr>
        <p:spPr>
          <a:xfrm>
            <a:off x="1204026" y="1040607"/>
            <a:ext cx="9470598" cy="1600200"/>
          </a:xfrm>
        </p:spPr>
        <p:txBody>
          <a:bodyPr anchor="b">
            <a:noAutofit/>
          </a:bodyPr>
          <a:lstStyle>
            <a:lvl1pPr>
              <a:defRPr sz="3600"/>
            </a:lvl1pPr>
          </a:lstStyle>
          <a:p>
            <a:r>
              <a:rPr lang="sv-SE" dirty="0"/>
              <a:t>KLICKA HÄR FÖR ATT ÄNDRA rubrik</a:t>
            </a:r>
          </a:p>
        </p:txBody>
      </p:sp>
      <p:sp>
        <p:nvSpPr>
          <p:cNvPr id="4" name="Platshållare för text 3">
            <a:extLst>
              <a:ext uri="{FF2B5EF4-FFF2-40B4-BE49-F238E27FC236}">
                <a16:creationId xmlns:a16="http://schemas.microsoft.com/office/drawing/2014/main" id="{AB8FCF23-DE87-DA4D-9534-9E4A81F3E934}"/>
              </a:ext>
            </a:extLst>
          </p:cNvPr>
          <p:cNvSpPr>
            <a:spLocks noGrp="1"/>
          </p:cNvSpPr>
          <p:nvPr>
            <p:ph type="body" sz="half" idx="2" hasCustomPrompt="1"/>
          </p:nvPr>
        </p:nvSpPr>
        <p:spPr>
          <a:xfrm>
            <a:off x="1204026" y="2686636"/>
            <a:ext cx="9470598" cy="3126359"/>
          </a:xfrm>
        </p:spPr>
        <p:txBody>
          <a:bodyPr numCol="2" spcCol="216000"/>
          <a:lstStyle>
            <a:lvl1pPr marL="0" indent="0">
              <a:lnSpc>
                <a:spcPts val="2100"/>
              </a:lnSpc>
              <a:spcBef>
                <a:spcPts val="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lnSpc>
                <a:spcPts val="2100"/>
              </a:lnSpc>
            </a:pPr>
            <a:r>
              <a:rPr lang="sv-SE" dirty="0"/>
              <a:t>Använd denna layout när du har lite längre textinnehåll. Dela gärna in i mindre stycken eller använd punktlista. </a:t>
            </a:r>
          </a:p>
        </p:txBody>
      </p:sp>
      <p:sp>
        <p:nvSpPr>
          <p:cNvPr id="3" name="Platshållare för datum 2">
            <a:extLst>
              <a:ext uri="{FF2B5EF4-FFF2-40B4-BE49-F238E27FC236}">
                <a16:creationId xmlns:a16="http://schemas.microsoft.com/office/drawing/2014/main" id="{824F3A9C-08E2-D94A-8313-27D68EBB9A81}"/>
              </a:ext>
            </a:extLst>
          </p:cNvPr>
          <p:cNvSpPr>
            <a:spLocks noGrp="1"/>
          </p:cNvSpPr>
          <p:nvPr>
            <p:ph type="dt" sz="half" idx="10"/>
          </p:nvPr>
        </p:nvSpPr>
        <p:spPr>
          <a:xfrm>
            <a:off x="254251" y="6142439"/>
            <a:ext cx="2743200" cy="219012"/>
          </a:xfrm>
          <a:prstGeom prst="rect">
            <a:avLst/>
          </a:prstGeom>
        </p:spPr>
        <p:txBody>
          <a:bodyPr/>
          <a:lstStyle/>
          <a:p>
            <a:fld id="{56EBFCC0-13E2-764F-B15D-902D9B607E3D}" type="datetime4">
              <a:rPr lang="sv-SE" smtClean="0"/>
              <a:t>8 oktober 2026</a:t>
            </a:fld>
            <a:endParaRPr lang="sv-SE" dirty="0"/>
          </a:p>
        </p:txBody>
      </p:sp>
      <p:sp>
        <p:nvSpPr>
          <p:cNvPr id="5" name="Platshållare för sidfot 4">
            <a:extLst>
              <a:ext uri="{FF2B5EF4-FFF2-40B4-BE49-F238E27FC236}">
                <a16:creationId xmlns:a16="http://schemas.microsoft.com/office/drawing/2014/main" id="{198935CE-3DA3-0541-B4E2-47262109D892}"/>
              </a:ext>
            </a:extLst>
          </p:cNvPr>
          <p:cNvSpPr>
            <a:spLocks noGrp="1"/>
          </p:cNvSpPr>
          <p:nvPr>
            <p:ph type="ftr" sz="quarter" idx="11"/>
          </p:nvPr>
        </p:nvSpPr>
        <p:spPr>
          <a:xfrm>
            <a:off x="254251" y="6361451"/>
            <a:ext cx="5430078" cy="255588"/>
          </a:xfrm>
          <a:prstGeom prst="rect">
            <a:avLst/>
          </a:prstGeom>
        </p:spPr>
        <p:txBody>
          <a:bodyPr/>
          <a:lstStyle/>
          <a:p>
            <a:endParaRPr lang="sv-SE" dirty="0"/>
          </a:p>
        </p:txBody>
      </p:sp>
      <p:sp>
        <p:nvSpPr>
          <p:cNvPr id="6" name="Platshållare för bildnummer 5">
            <a:extLst>
              <a:ext uri="{FF2B5EF4-FFF2-40B4-BE49-F238E27FC236}">
                <a16:creationId xmlns:a16="http://schemas.microsoft.com/office/drawing/2014/main" id="{53A1D559-96DD-6A4D-ABE5-7498A9B77ACE}"/>
              </a:ext>
            </a:extLst>
          </p:cNvPr>
          <p:cNvSpPr>
            <a:spLocks noGrp="1"/>
          </p:cNvSpPr>
          <p:nvPr>
            <p:ph type="sldNum" sz="quarter" idx="12"/>
          </p:nvPr>
        </p:nvSpPr>
        <p:spPr>
          <a:xfrm>
            <a:off x="254251" y="5921098"/>
            <a:ext cx="519941" cy="221341"/>
          </a:xfrm>
          <a:prstGeom prst="rect">
            <a:avLst/>
          </a:prstGeom>
        </p:spPr>
        <p:txBody>
          <a:bodyPr/>
          <a:lstStyle/>
          <a:p>
            <a:fld id="{5E58F947-193A-8A47-BB37-3D778A6EE5C1}" type="slidenum">
              <a:rPr lang="sv-SE" smtClean="0"/>
              <a:pPr/>
              <a:t>‹#›</a:t>
            </a:fld>
            <a:endParaRPr lang="sv-SE" dirty="0"/>
          </a:p>
        </p:txBody>
      </p:sp>
    </p:spTree>
    <p:extLst>
      <p:ext uri="{BB962C8B-B14F-4D97-AF65-F5344CB8AC3E}">
        <p14:creationId xmlns:p14="http://schemas.microsoft.com/office/powerpoint/2010/main" val="14266368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53179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Platshållare för text 2">
            <a:extLst>
              <a:ext uri="{FF2B5EF4-FFF2-40B4-BE49-F238E27FC236}">
                <a16:creationId xmlns:a16="http://schemas.microsoft.com/office/drawing/2014/main" id="{690DBEBD-F5BD-C8D3-83E9-C031F1FE6658}"/>
              </a:ext>
            </a:extLst>
          </p:cNvPr>
          <p:cNvSpPr>
            <a:spLocks noGrp="1" noChangeArrowheads="1"/>
          </p:cNvSpPr>
          <p:nvPr>
            <p:ph type="body" idx="1"/>
          </p:nvPr>
        </p:nvSpPr>
        <p:spPr bwMode="auto">
          <a:xfrm>
            <a:off x="838200" y="3146425"/>
            <a:ext cx="10515600" cy="245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sv-SE" altLang="sv-SE"/>
              <a:t>Klicka här för att ändra format på bakgrundstexten</a:t>
            </a:r>
          </a:p>
          <a:p>
            <a:pPr lvl="1"/>
            <a:r>
              <a:rPr lang="sv-SE" altLang="sv-SE"/>
              <a:t>Nivå två</a:t>
            </a:r>
          </a:p>
          <a:p>
            <a:pPr lvl="2"/>
            <a:r>
              <a:rPr lang="sv-SE" altLang="sv-SE"/>
              <a:t>Nivå tre</a:t>
            </a:r>
          </a:p>
          <a:p>
            <a:pPr lvl="3"/>
            <a:r>
              <a:rPr lang="sv-SE" altLang="sv-SE"/>
              <a:t>Nivå fyra</a:t>
            </a:r>
          </a:p>
          <a:p>
            <a:pPr lvl="4"/>
            <a:r>
              <a:rPr lang="sv-SE" altLang="sv-SE"/>
              <a:t>Nivå fem</a:t>
            </a:r>
          </a:p>
        </p:txBody>
      </p:sp>
      <p:sp>
        <p:nvSpPr>
          <p:cNvPr id="9" name="Platshållare för datum 3">
            <a:extLst>
              <a:ext uri="{FF2B5EF4-FFF2-40B4-BE49-F238E27FC236}">
                <a16:creationId xmlns:a16="http://schemas.microsoft.com/office/drawing/2014/main" id="{CAD366BC-1BF8-1E5D-DE7E-4EC83DFEC059}"/>
              </a:ext>
            </a:extLst>
          </p:cNvPr>
          <p:cNvSpPr>
            <a:spLocks noGrp="1"/>
          </p:cNvSpPr>
          <p:nvPr>
            <p:ph type="dt" sz="half" idx="2"/>
          </p:nvPr>
        </p:nvSpPr>
        <p:spPr>
          <a:xfrm>
            <a:off x="254000" y="6045200"/>
            <a:ext cx="2462213" cy="169863"/>
          </a:xfrm>
          <a:prstGeom prst="rect">
            <a:avLst/>
          </a:prstGeom>
        </p:spPr>
        <p:txBody>
          <a:bodyPr/>
          <a:lstStyle>
            <a:lvl1pPr algn="l" eaLnBrk="1" fontAlgn="auto" hangingPunct="1">
              <a:spcBef>
                <a:spcPts val="0"/>
              </a:spcBef>
              <a:spcAft>
                <a:spcPts val="0"/>
              </a:spcAft>
              <a:defRPr sz="700" b="0" i="0" dirty="0">
                <a:solidFill>
                  <a:schemeClr val="tx1">
                    <a:lumMod val="65000"/>
                    <a:lumOff val="35000"/>
                  </a:schemeClr>
                </a:solidFill>
                <a:latin typeface="Arial" panose="020B0604020202020204" pitchFamily="34" charset="0"/>
              </a:defRPr>
            </a:lvl1pPr>
          </a:lstStyle>
          <a:p>
            <a:pPr>
              <a:defRPr/>
            </a:pPr>
            <a:endParaRPr lang="sv-SE"/>
          </a:p>
        </p:txBody>
      </p:sp>
      <p:sp>
        <p:nvSpPr>
          <p:cNvPr id="11" name="Platshållare för bildnummer 5">
            <a:extLst>
              <a:ext uri="{FF2B5EF4-FFF2-40B4-BE49-F238E27FC236}">
                <a16:creationId xmlns:a16="http://schemas.microsoft.com/office/drawing/2014/main" id="{7CCE6608-63A4-1128-2810-834A2FDB6305}"/>
              </a:ext>
            </a:extLst>
          </p:cNvPr>
          <p:cNvSpPr>
            <a:spLocks noGrp="1"/>
          </p:cNvSpPr>
          <p:nvPr>
            <p:ph type="sldNum" sz="quarter" idx="4"/>
          </p:nvPr>
        </p:nvSpPr>
        <p:spPr>
          <a:xfrm>
            <a:off x="254000" y="6178550"/>
            <a:ext cx="520700" cy="169863"/>
          </a:xfrm>
          <a:prstGeom prst="rect">
            <a:avLst/>
          </a:prstGeom>
        </p:spPr>
        <p:txBody>
          <a:bodyPr/>
          <a:lstStyle>
            <a:lvl1pPr algn="l" eaLnBrk="1" fontAlgn="auto" hangingPunct="1">
              <a:spcBef>
                <a:spcPts val="0"/>
              </a:spcBef>
              <a:spcAft>
                <a:spcPts val="0"/>
              </a:spcAft>
              <a:defRPr sz="700" b="0" i="0" smtClean="0">
                <a:solidFill>
                  <a:schemeClr val="tx1">
                    <a:lumMod val="65000"/>
                    <a:lumOff val="35000"/>
                  </a:schemeClr>
                </a:solidFill>
                <a:latin typeface="Arial" panose="020B0604020202020204" pitchFamily="34" charset="0"/>
              </a:defRPr>
            </a:lvl1pPr>
          </a:lstStyle>
          <a:p>
            <a:pPr>
              <a:defRPr/>
            </a:pPr>
            <a:fld id="{2A869864-78B1-4758-9932-753406C2CE55}" type="slidenum">
              <a:rPr lang="sv-SE"/>
              <a:pPr>
                <a:defRPr/>
              </a:pPr>
              <a:t>‹#›</a:t>
            </a:fld>
            <a:endParaRPr lang="sv-SE" dirty="0"/>
          </a:p>
        </p:txBody>
      </p:sp>
      <p:sp>
        <p:nvSpPr>
          <p:cNvPr id="1029" name="Platshållare för rubrik 3">
            <a:extLst>
              <a:ext uri="{FF2B5EF4-FFF2-40B4-BE49-F238E27FC236}">
                <a16:creationId xmlns:a16="http://schemas.microsoft.com/office/drawing/2014/main" id="{A5416ED7-688E-EAEB-4EFE-506A44C098F7}"/>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sv-SE" altLang="sv-SE"/>
              <a:t>Klicka här för att ändra mall för rubrikformat</a:t>
            </a:r>
          </a:p>
        </p:txBody>
      </p:sp>
      <p:pic>
        <p:nvPicPr>
          <p:cNvPr id="1030" name="Bildobjekt 6" descr="En bild som visar skärmbild, Grafik, mönster, design&#10;&#10;Automatiskt genererad beskrivning">
            <a:extLst>
              <a:ext uri="{FF2B5EF4-FFF2-40B4-BE49-F238E27FC236}">
                <a16:creationId xmlns:a16="http://schemas.microsoft.com/office/drawing/2014/main" id="{D4374442-423E-F707-8BD8-AFA9C843B942}"/>
              </a:ext>
            </a:extLst>
          </p:cNvPr>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11023600" y="6080125"/>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 id="2147483771" r:id="rId20"/>
    <p:sldLayoutId id="2147483772" r:id="rId21"/>
    <p:sldLayoutId id="2147483773" r:id="rId22"/>
    <p:sldLayoutId id="2147483774" r:id="rId23"/>
    <p:sldLayoutId id="2147483775" r:id="rId24"/>
    <p:sldLayoutId id="2147483776" r:id="rId25"/>
    <p:sldLayoutId id="2147483777" r:id="rId26"/>
    <p:sldLayoutId id="2147483778" r:id="rId27"/>
    <p:sldLayoutId id="2147483779" r:id="rId28"/>
    <p:sldLayoutId id="2147483780" r:id="rId29"/>
    <p:sldLayoutId id="2147483781" r:id="rId30"/>
    <p:sldLayoutId id="2147483782" r:id="rId31"/>
    <p:sldLayoutId id="2147483783" r:id="rId32"/>
    <p:sldLayoutId id="2147483784" r:id="rId33"/>
    <p:sldLayoutId id="2147483785" r:id="rId34"/>
    <p:sldLayoutId id="2147483786" r:id="rId35"/>
    <p:sldLayoutId id="2147483787" r:id="rId36"/>
    <p:sldLayoutId id="2147483788" r:id="rId37"/>
    <p:sldLayoutId id="2147483789" r:id="rId38"/>
    <p:sldLayoutId id="2147483790" r:id="rId39"/>
    <p:sldLayoutId id="2147483791" r:id="rId40"/>
    <p:sldLayoutId id="2147483792" r:id="rId41"/>
    <p:sldLayoutId id="2147483793" r:id="rId42"/>
    <p:sldLayoutId id="2147483794" r:id="rId43"/>
    <p:sldLayoutId id="2147483795" r:id="rId44"/>
    <p:sldLayoutId id="2147483796" r:id="rId45"/>
    <p:sldLayoutId id="2147483797" r:id="rId46"/>
    <p:sldLayoutId id="2147483798" r:id="rId47"/>
    <p:sldLayoutId id="2147483799" r:id="rId48"/>
    <p:sldLayoutId id="2147483800" r:id="rId49"/>
    <p:sldLayoutId id="2147483801" r:id="rId50"/>
    <p:sldLayoutId id="2147483802" r:id="rId51"/>
  </p:sldLayoutIdLst>
  <p:hf sldNum="0" hdr="0" ftr="0" dt="0"/>
  <p:txStyles>
    <p:titleStyle>
      <a:lvl1pPr algn="l" rtl="0" eaLnBrk="1" fontAlgn="base" hangingPunct="1">
        <a:lnSpc>
          <a:spcPct val="90000"/>
        </a:lnSpc>
        <a:spcBef>
          <a:spcPct val="0"/>
        </a:spcBef>
        <a:spcAft>
          <a:spcPct val="0"/>
        </a:spcAft>
        <a:defRPr sz="3600" b="1" kern="1200">
          <a:solidFill>
            <a:schemeClr val="tx1"/>
          </a:solidFill>
          <a:latin typeface="Arial" panose="020B0604020202020204" pitchFamily="34" charset="0"/>
          <a:ea typeface="+mj-ea"/>
          <a:cs typeface="+mj-cs"/>
        </a:defRPr>
      </a:lvl1pPr>
      <a:lvl2pPr algn="l" rtl="0" eaLnBrk="1" fontAlgn="base" hangingPunct="1">
        <a:lnSpc>
          <a:spcPct val="90000"/>
        </a:lnSpc>
        <a:spcBef>
          <a:spcPct val="0"/>
        </a:spcBef>
        <a:spcAft>
          <a:spcPct val="0"/>
        </a:spcAft>
        <a:defRPr sz="3600" b="1">
          <a:solidFill>
            <a:schemeClr val="tx1"/>
          </a:solidFill>
          <a:latin typeface="Arial" panose="020B0604020202020204" pitchFamily="34" charset="0"/>
        </a:defRPr>
      </a:lvl2pPr>
      <a:lvl3pPr algn="l" rtl="0" eaLnBrk="1" fontAlgn="base" hangingPunct="1">
        <a:lnSpc>
          <a:spcPct val="90000"/>
        </a:lnSpc>
        <a:spcBef>
          <a:spcPct val="0"/>
        </a:spcBef>
        <a:spcAft>
          <a:spcPct val="0"/>
        </a:spcAft>
        <a:defRPr sz="3600" b="1">
          <a:solidFill>
            <a:schemeClr val="tx1"/>
          </a:solidFill>
          <a:latin typeface="Arial" panose="020B0604020202020204" pitchFamily="34" charset="0"/>
        </a:defRPr>
      </a:lvl3pPr>
      <a:lvl4pPr algn="l" rtl="0" eaLnBrk="1" fontAlgn="base" hangingPunct="1">
        <a:lnSpc>
          <a:spcPct val="90000"/>
        </a:lnSpc>
        <a:spcBef>
          <a:spcPct val="0"/>
        </a:spcBef>
        <a:spcAft>
          <a:spcPct val="0"/>
        </a:spcAft>
        <a:defRPr sz="3600" b="1">
          <a:solidFill>
            <a:schemeClr val="tx1"/>
          </a:solidFill>
          <a:latin typeface="Arial" panose="020B0604020202020204" pitchFamily="34" charset="0"/>
        </a:defRPr>
      </a:lvl4pPr>
      <a:lvl5pPr algn="l" rtl="0" eaLnBrk="1" fontAlgn="base" hangingPunct="1">
        <a:lnSpc>
          <a:spcPct val="90000"/>
        </a:lnSpc>
        <a:spcBef>
          <a:spcPct val="0"/>
        </a:spcBef>
        <a:spcAft>
          <a:spcPct val="0"/>
        </a:spcAft>
        <a:defRPr sz="3600" b="1">
          <a:solidFill>
            <a:schemeClr val="tx1"/>
          </a:solidFill>
          <a:latin typeface="Arial" panose="020B0604020202020204" pitchFamily="34" charset="0"/>
        </a:defRPr>
      </a:lvl5pPr>
      <a:lvl6pPr marL="457200" algn="l" rtl="0" eaLnBrk="1" fontAlgn="base" hangingPunct="1">
        <a:lnSpc>
          <a:spcPct val="90000"/>
        </a:lnSpc>
        <a:spcBef>
          <a:spcPct val="0"/>
        </a:spcBef>
        <a:spcAft>
          <a:spcPct val="0"/>
        </a:spcAft>
        <a:defRPr sz="3600" b="1">
          <a:solidFill>
            <a:schemeClr val="tx1"/>
          </a:solidFill>
          <a:latin typeface="Arial" panose="020B0604020202020204" pitchFamily="34" charset="0"/>
        </a:defRPr>
      </a:lvl6pPr>
      <a:lvl7pPr marL="914400" algn="l" rtl="0" eaLnBrk="1" fontAlgn="base" hangingPunct="1">
        <a:lnSpc>
          <a:spcPct val="90000"/>
        </a:lnSpc>
        <a:spcBef>
          <a:spcPct val="0"/>
        </a:spcBef>
        <a:spcAft>
          <a:spcPct val="0"/>
        </a:spcAft>
        <a:defRPr sz="3600" b="1">
          <a:solidFill>
            <a:schemeClr val="tx1"/>
          </a:solidFill>
          <a:latin typeface="Arial" panose="020B0604020202020204" pitchFamily="34" charset="0"/>
        </a:defRPr>
      </a:lvl7pPr>
      <a:lvl8pPr marL="1371600" algn="l" rtl="0" eaLnBrk="1" fontAlgn="base" hangingPunct="1">
        <a:lnSpc>
          <a:spcPct val="90000"/>
        </a:lnSpc>
        <a:spcBef>
          <a:spcPct val="0"/>
        </a:spcBef>
        <a:spcAft>
          <a:spcPct val="0"/>
        </a:spcAft>
        <a:defRPr sz="3600" b="1">
          <a:solidFill>
            <a:schemeClr val="tx1"/>
          </a:solidFill>
          <a:latin typeface="Arial" panose="020B0604020202020204" pitchFamily="34" charset="0"/>
        </a:defRPr>
      </a:lvl8pPr>
      <a:lvl9pPr marL="1828800" algn="l" rtl="0" eaLnBrk="1" fontAlgn="base" hangingPunct="1">
        <a:lnSpc>
          <a:spcPct val="90000"/>
        </a:lnSpc>
        <a:spcBef>
          <a:spcPct val="0"/>
        </a:spcBef>
        <a:spcAft>
          <a:spcPct val="0"/>
        </a:spcAft>
        <a:defRPr sz="3600" b="1">
          <a:solidFill>
            <a:schemeClr val="tx1"/>
          </a:solidFill>
          <a:latin typeface="Arial" panose="020B0604020202020204" pitchFamily="34" charset="0"/>
        </a:defRPr>
      </a:lvl9pPr>
    </p:titleStyle>
    <p:bodyStyle>
      <a:lvl1pPr marL="228600" indent="-228600" algn="l" rtl="0" eaLnBrk="1" fontAlgn="base" hangingPunct="1">
        <a:lnSpc>
          <a:spcPts val="2500"/>
        </a:lnSpc>
        <a:spcBef>
          <a:spcPts val="6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1pPr>
      <a:lvl2pPr marL="685800" indent="-228600" algn="l" rtl="0" eaLnBrk="1" fontAlgn="base" hangingPunct="1">
        <a:lnSpc>
          <a:spcPts val="2500"/>
        </a:lnSpc>
        <a:spcBef>
          <a:spcPts val="6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2pPr>
      <a:lvl3pPr marL="1143000" indent="-228600" algn="l" rtl="0" eaLnBrk="1" fontAlgn="base" hangingPunct="1">
        <a:lnSpc>
          <a:spcPts val="2500"/>
        </a:lnSpc>
        <a:spcBef>
          <a:spcPts val="6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rtl="0" eaLnBrk="1" fontAlgn="base" hangingPunct="1">
        <a:lnSpc>
          <a:spcPts val="2500"/>
        </a:lnSpc>
        <a:spcBef>
          <a:spcPts val="6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lnSpc>
          <a:spcPts val="2500"/>
        </a:lnSpc>
        <a:spcBef>
          <a:spcPts val="6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8" Type="http://schemas.openxmlformats.org/officeDocument/2006/relationships/hyperlink" Target="http://www.un.org/development/desa/disabilities/envision2030-goal5.html" TargetMode="External"/><Relationship Id="rId13" Type="http://schemas.openxmlformats.org/officeDocument/2006/relationships/hyperlink" Target="http://www.un.org/development/desa/disabilities/envision2030-goal10.html" TargetMode="External"/><Relationship Id="rId18" Type="http://schemas.openxmlformats.org/officeDocument/2006/relationships/hyperlink" Target="http://www.un.org/development/desa/disabilities/envision2030-goal15.html" TargetMode="External"/><Relationship Id="rId3" Type="http://schemas.openxmlformats.org/officeDocument/2006/relationships/image" Target="../media/image12.png"/><Relationship Id="rId7" Type="http://schemas.openxmlformats.org/officeDocument/2006/relationships/hyperlink" Target="http://www.un.org/development/desa/disabilities/envision2030-goal4.html" TargetMode="External"/><Relationship Id="rId12" Type="http://schemas.openxmlformats.org/officeDocument/2006/relationships/hyperlink" Target="http://www.un.org/development/desa/disabilities/envision2030-goal9.html" TargetMode="External"/><Relationship Id="rId17" Type="http://schemas.openxmlformats.org/officeDocument/2006/relationships/hyperlink" Target="http://www.un.org/development/desa/disabilities/envision2030-goal14.html" TargetMode="External"/><Relationship Id="rId2" Type="http://schemas.openxmlformats.org/officeDocument/2006/relationships/notesSlide" Target="../notesSlides/notesSlide3.xml"/><Relationship Id="rId16" Type="http://schemas.openxmlformats.org/officeDocument/2006/relationships/hyperlink" Target="http://www.un.org/development/desa/disabilities/envision2030-goal13.html" TargetMode="External"/><Relationship Id="rId20" Type="http://schemas.openxmlformats.org/officeDocument/2006/relationships/hyperlink" Target="http://www.un.org/development/desa/disabilities/envision2030-goal17.html" TargetMode="External"/><Relationship Id="rId1" Type="http://schemas.openxmlformats.org/officeDocument/2006/relationships/slideLayout" Target="../slideLayouts/slideLayout24.xml"/><Relationship Id="rId6" Type="http://schemas.openxmlformats.org/officeDocument/2006/relationships/hyperlink" Target="http://www.un.org/development/desa/disabilities/envision2030-goal3.html" TargetMode="External"/><Relationship Id="rId11" Type="http://schemas.openxmlformats.org/officeDocument/2006/relationships/hyperlink" Target="http://www.un.org/development/desa/disabilities/envision2030-goal8.html" TargetMode="External"/><Relationship Id="rId5" Type="http://schemas.openxmlformats.org/officeDocument/2006/relationships/hyperlink" Target="http://www.un.org/development/desa/disabilities/envision2030-goal2.html" TargetMode="External"/><Relationship Id="rId15" Type="http://schemas.openxmlformats.org/officeDocument/2006/relationships/hyperlink" Target="http://www.un.org/development/desa/disabilities/envision2030-goal12.html" TargetMode="External"/><Relationship Id="rId10" Type="http://schemas.openxmlformats.org/officeDocument/2006/relationships/hyperlink" Target="http://www.un.org/development/desa/disabilities/envision2030-goal7.html" TargetMode="External"/><Relationship Id="rId19" Type="http://schemas.openxmlformats.org/officeDocument/2006/relationships/hyperlink" Target="http://www.un.org/development/desa/disabilities/envision2030-goal16.html" TargetMode="External"/><Relationship Id="rId4" Type="http://schemas.openxmlformats.org/officeDocument/2006/relationships/hyperlink" Target="https://www.un.org/development/desa/disabilities/?page_id=6226&amp;preview=true" TargetMode="External"/><Relationship Id="rId9" Type="http://schemas.openxmlformats.org/officeDocument/2006/relationships/hyperlink" Target="http://www.un.org/development/desa/disabilities/envision2030-goal6.html" TargetMode="External"/><Relationship Id="rId14" Type="http://schemas.openxmlformats.org/officeDocument/2006/relationships/hyperlink" Target="http://www.un.org/development/desa/disabilities/envision2030-goal11.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2.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hyperlink" Target="https://www.eea.europa.eu/themes/waste/resource-efficiency/why-is-resource-efficiency-important" TargetMode="External"/><Relationship Id="rId2" Type="http://schemas.openxmlformats.org/officeDocument/2006/relationships/notesSlide" Target="../notesSlides/notesSlide7.xml"/><Relationship Id="rId1" Type="http://schemas.openxmlformats.org/officeDocument/2006/relationships/slideLayout" Target="../slideLayouts/slideLayout50.xml"/><Relationship Id="rId5" Type="http://schemas.openxmlformats.org/officeDocument/2006/relationships/image" Target="../media/image17.jpe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hyperlink" Target="https://www.conserve-energy-future.com/sustainable-practices-waste-management.php" TargetMode="External"/><Relationship Id="rId7"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50.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hyperlink" Target="https://www.wm.com/content/dam/wm/documents/RecyclingResources/Posters-Guides-Tools/Recycling-Myths.pdf" TargetMode="External"/><Relationship Id="rId9" Type="http://schemas.openxmlformats.org/officeDocument/2006/relationships/image" Target="../media/image22.jpeg"/></Relationships>
</file>

<file path=ppt/slides/_rels/slide16.xml.rels><?xml version="1.0" encoding="UTF-8" standalone="yes"?>
<Relationships xmlns="http://schemas.openxmlformats.org/package/2006/relationships"><Relationship Id="rId3" Type="http://schemas.openxmlformats.org/officeDocument/2006/relationships/hyperlink" Target="https://www.conserve-energy-future.com/sustainable-practices-waste-management.php" TargetMode="External"/><Relationship Id="rId2" Type="http://schemas.openxmlformats.org/officeDocument/2006/relationships/notesSlide" Target="../notesSlides/notesSlide9.xml"/><Relationship Id="rId1" Type="http://schemas.openxmlformats.org/officeDocument/2006/relationships/slideLayout" Target="../slideLayouts/slideLayout27.xml"/><Relationship Id="rId6" Type="http://schemas.microsoft.com/office/2007/relationships/hdphoto" Target="../media/hdphoto1.wdp"/><Relationship Id="rId5" Type="http://schemas.openxmlformats.org/officeDocument/2006/relationships/image" Target="../media/image23.png"/><Relationship Id="rId4" Type="http://schemas.openxmlformats.org/officeDocument/2006/relationships/hyperlink" Target="https://www.wm.com/content/dam/wm/documents/RecyclingResources/Posters-Guides-Tools/Recycling-Myths.pd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50.xml"/><Relationship Id="rId5" Type="http://schemas.openxmlformats.org/officeDocument/2006/relationships/image" Target="../media/image27.jpe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3.xml"/><Relationship Id="rId4" Type="http://schemas.openxmlformats.org/officeDocument/2006/relationships/hyperlink" Target="https://www.unido.org/sites/default/files/2017-08/REPORT_Accelerating_clean_energy_through_Industry_4.0.Final_0.pdf"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50.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4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hyperlink" Target="https://www.unido.org/sites/default/files/2017-08/REPORT_Accelerating_clean_energy_through_Industry_4.0.Final_0.pdf" TargetMode="External"/><Relationship Id="rId2" Type="http://schemas.openxmlformats.org/officeDocument/2006/relationships/notesSlide" Target="../notesSlides/notesSlide16.xml"/><Relationship Id="rId1" Type="http://schemas.openxmlformats.org/officeDocument/2006/relationships/slideLayout" Target="../slideLayouts/slideLayout32.xml"/><Relationship Id="rId5" Type="http://schemas.openxmlformats.org/officeDocument/2006/relationships/image" Target="../media/image33.jpe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3" Type="http://schemas.openxmlformats.org/officeDocument/2006/relationships/hyperlink" Target="https://www.cognixia.com/blog/how-can-machine-learning-help-save-the-environment/" TargetMode="External"/><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hyperlink" Target="https://behrtech.com/blog/iot-and-sustainability-7-applications-for-a-greener-planet/" TargetMode="External"/><Relationship Id="rId2" Type="http://schemas.openxmlformats.org/officeDocument/2006/relationships/notesSlide" Target="../notesSlides/notesSlide20.xml"/><Relationship Id="rId1" Type="http://schemas.openxmlformats.org/officeDocument/2006/relationships/slideLayout" Target="../slideLayouts/slideLayout32.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hyperlink" Target="https://www.wikiwand.com/en/List_of_global_sustainability_statistics" TargetMode="Externa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0.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32.xml"/><Relationship Id="rId5" Type="http://schemas.openxmlformats.org/officeDocument/2006/relationships/hyperlink" Target="https://thenaturalstep.org/" TargetMode="Externa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8" Type="http://schemas.openxmlformats.org/officeDocument/2006/relationships/hyperlink" Target="https://en.wikipedia.org/wiki/Environmental_Performance_Index" TargetMode="External"/><Relationship Id="rId13" Type="http://schemas.openxmlformats.org/officeDocument/2006/relationships/hyperlink" Target="https://www.wikiwand.com/en/State_of_the_Environment" TargetMode="External"/><Relationship Id="rId3" Type="http://schemas.openxmlformats.org/officeDocument/2006/relationships/image" Target="../media/image39.jpeg"/><Relationship Id="rId7" Type="http://schemas.openxmlformats.org/officeDocument/2006/relationships/hyperlink" Target="https://en.wikipedia.org/wiki/Environmental_Sustainability_Index" TargetMode="External"/><Relationship Id="rId12" Type="http://schemas.openxmlformats.org/officeDocument/2006/relationships/hyperlink" Target="https://www.wikiwand.com/en/Global_Reporting_Initiative" TargetMode="External"/><Relationship Id="rId2" Type="http://schemas.openxmlformats.org/officeDocument/2006/relationships/notesSlide" Target="../notesSlides/notesSlide28.xml"/><Relationship Id="rId1" Type="http://schemas.openxmlformats.org/officeDocument/2006/relationships/slideLayout" Target="../slideLayouts/slideLayout23.xml"/><Relationship Id="rId6" Type="http://schemas.openxmlformats.org/officeDocument/2006/relationships/hyperlink" Target="https://en.wikipedia.org/wiki/Triple_bottom_line" TargetMode="External"/><Relationship Id="rId11" Type="http://schemas.openxmlformats.org/officeDocument/2006/relationships/hyperlink" Target="https://en.wikipedia.org/wiki/Sustainable_development" TargetMode="External"/><Relationship Id="rId5" Type="http://schemas.openxmlformats.org/officeDocument/2006/relationships/hyperlink" Target="https://en.wikipedia.org/wiki/Sustainability_reporting" TargetMode="External"/><Relationship Id="rId15" Type="http://schemas.openxmlformats.org/officeDocument/2006/relationships/hyperlink" Target="https://www.krav.se/" TargetMode="External"/><Relationship Id="rId10" Type="http://schemas.openxmlformats.org/officeDocument/2006/relationships/hyperlink" Target="https://en.wikipedia.org/wiki/Ecological_footprint" TargetMode="External"/><Relationship Id="rId4" Type="http://schemas.openxmlformats.org/officeDocument/2006/relationships/image" Target="../media/image40.png"/><Relationship Id="rId9" Type="http://schemas.openxmlformats.org/officeDocument/2006/relationships/hyperlink" Target="https://en.wikipedia.org/wiki/Human_Development_Index" TargetMode="External"/><Relationship Id="rId14" Type="http://schemas.openxmlformats.org/officeDocument/2006/relationships/hyperlink" Target="https://fairtrade.se/"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www.wikiwand.com/en/Triple_Bottom_Line" TargetMode="External"/><Relationship Id="rId2" Type="http://schemas.openxmlformats.org/officeDocument/2006/relationships/notesSlide" Target="../notesSlides/notesSlide29.xml"/><Relationship Id="rId1" Type="http://schemas.openxmlformats.org/officeDocument/2006/relationships/slideLayout" Target="../slideLayouts/slideLayout32.xml"/><Relationship Id="rId4" Type="http://schemas.openxmlformats.org/officeDocument/2006/relationships/image" Target="../media/image41.jp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Subtitle 1">
            <a:extLst>
              <a:ext uri="{FF2B5EF4-FFF2-40B4-BE49-F238E27FC236}">
                <a16:creationId xmlns:a16="http://schemas.microsoft.com/office/drawing/2014/main" id="{0F053148-44B1-85FD-DE51-11DC73AF7351}"/>
              </a:ext>
            </a:extLst>
          </p:cNvPr>
          <p:cNvSpPr>
            <a:spLocks noGrp="1"/>
          </p:cNvSpPr>
          <p:nvPr>
            <p:ph type="subTitle" idx="1"/>
          </p:nvPr>
        </p:nvSpPr>
        <p:spPr/>
        <p:txBody>
          <a:bodyPr/>
          <a:lstStyle/>
          <a:p>
            <a:endParaRPr lang="en-GB" dirty="0"/>
          </a:p>
          <a:p>
            <a:r>
              <a:rPr lang="en-GB" dirty="0"/>
              <a:t>Dr. Mikael Ericsson</a:t>
            </a:r>
          </a:p>
        </p:txBody>
      </p:sp>
      <p:sp>
        <p:nvSpPr>
          <p:cNvPr id="3" name="Rubrik 2">
            <a:extLst>
              <a:ext uri="{FF2B5EF4-FFF2-40B4-BE49-F238E27FC236}">
                <a16:creationId xmlns:a16="http://schemas.microsoft.com/office/drawing/2014/main" id="{E9045C1F-1AE3-A34B-9567-BC838FA99EEB}"/>
              </a:ext>
            </a:extLst>
          </p:cNvPr>
          <p:cNvSpPr>
            <a:spLocks noGrp="1"/>
          </p:cNvSpPr>
          <p:nvPr>
            <p:ph type="title"/>
          </p:nvPr>
        </p:nvSpPr>
        <p:spPr/>
        <p:txBody>
          <a:bodyPr/>
          <a:lstStyle/>
          <a:p>
            <a:r>
              <a:rPr lang="sv-SE" dirty="0"/>
              <a:t>Robot system  - </a:t>
            </a:r>
            <a:r>
              <a:rPr lang="sv-SE" dirty="0" err="1"/>
              <a:t>Sustainable</a:t>
            </a:r>
            <a:r>
              <a:rPr lang="sv-SE" dirty="0"/>
              <a:t> Automation &amp; </a:t>
            </a:r>
            <a:r>
              <a:rPr lang="sv-SE"/>
              <a:t>Robotics</a:t>
            </a:r>
            <a:endParaRPr lang="sv-SE" dirty="0"/>
          </a:p>
        </p:txBody>
      </p:sp>
    </p:spTree>
    <p:extLst>
      <p:ext uri="{BB962C8B-B14F-4D97-AF65-F5344CB8AC3E}">
        <p14:creationId xmlns:p14="http://schemas.microsoft.com/office/powerpoint/2010/main" val="3280202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DDC881DD-65D4-4FBD-87F1-7CA5492151F7}"/>
              </a:ext>
            </a:extLst>
          </p:cNvPr>
          <p:cNvSpPr>
            <a:spLocks noGrp="1"/>
          </p:cNvSpPr>
          <p:nvPr>
            <p:ph type="title"/>
          </p:nvPr>
        </p:nvSpPr>
        <p:spPr/>
        <p:txBody>
          <a:bodyPr/>
          <a:lstStyle/>
          <a:p>
            <a:r>
              <a:rPr lang="en-US" dirty="0"/>
              <a:t>Sustainability Introduction</a:t>
            </a:r>
          </a:p>
        </p:txBody>
      </p:sp>
    </p:spTree>
    <p:extLst>
      <p:ext uri="{BB962C8B-B14F-4D97-AF65-F5344CB8AC3E}">
        <p14:creationId xmlns:p14="http://schemas.microsoft.com/office/powerpoint/2010/main" val="2485797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EA83973C-77E4-43A3-8753-E3783FA9B16F}"/>
              </a:ext>
            </a:extLst>
          </p:cNvPr>
          <p:cNvSpPr>
            <a:spLocks noGrp="1"/>
          </p:cNvSpPr>
          <p:nvPr>
            <p:ph type="title"/>
          </p:nvPr>
        </p:nvSpPr>
        <p:spPr/>
        <p:txBody>
          <a:bodyPr anchor="t"/>
          <a:lstStyle/>
          <a:p>
            <a:r>
              <a:rPr lang="en-US" cap="none" dirty="0"/>
              <a:t>Sustainability Definition</a:t>
            </a:r>
          </a:p>
        </p:txBody>
      </p:sp>
      <p:sp>
        <p:nvSpPr>
          <p:cNvPr id="3" name="Text Placeholder 2">
            <a:extLst>
              <a:ext uri="{FF2B5EF4-FFF2-40B4-BE49-F238E27FC236}">
                <a16:creationId xmlns:a16="http://schemas.microsoft.com/office/drawing/2014/main" id="{0CA94DBB-0D86-1721-58BB-E90D76D80577}"/>
              </a:ext>
            </a:extLst>
          </p:cNvPr>
          <p:cNvSpPr>
            <a:spLocks noGrp="1"/>
          </p:cNvSpPr>
          <p:nvPr>
            <p:ph type="body" sz="quarter" idx="13"/>
          </p:nvPr>
        </p:nvSpPr>
        <p:spPr/>
        <p:txBody>
          <a:bodyPr/>
          <a:lstStyle/>
          <a:p>
            <a:r>
              <a:rPr lang="en-US" b="1" dirty="0"/>
              <a:t>Sustain + </a:t>
            </a:r>
            <a:r>
              <a:rPr lang="en-US" dirty="0"/>
              <a:t>ability = Ability to </a:t>
            </a:r>
            <a:r>
              <a:rPr lang="en-US" dirty="0">
                <a:solidFill>
                  <a:srgbClr val="00B050"/>
                </a:solidFill>
              </a:rPr>
              <a:t>maintain</a:t>
            </a:r>
            <a:r>
              <a:rPr lang="en-US" dirty="0"/>
              <a:t> a certain rate or level or status</a:t>
            </a:r>
          </a:p>
          <a:p>
            <a:endParaRPr lang="en-GB" dirty="0"/>
          </a:p>
          <a:p>
            <a:r>
              <a:rPr lang="en-US" b="1" dirty="0"/>
              <a:t>Sustainability</a:t>
            </a:r>
            <a:r>
              <a:rPr lang="en-US" dirty="0"/>
              <a:t> consists of fulfilling the needs of current </a:t>
            </a:r>
            <a:r>
              <a:rPr lang="en-US" dirty="0">
                <a:solidFill>
                  <a:srgbClr val="00B050"/>
                </a:solidFill>
              </a:rPr>
              <a:t>human</a:t>
            </a:r>
            <a:r>
              <a:rPr lang="en-US" dirty="0"/>
              <a:t> generations without compromising the needs of </a:t>
            </a:r>
            <a:r>
              <a:rPr lang="en-US" dirty="0">
                <a:solidFill>
                  <a:srgbClr val="00B050"/>
                </a:solidFill>
              </a:rPr>
              <a:t>future</a:t>
            </a:r>
            <a:r>
              <a:rPr lang="en-US" dirty="0"/>
              <a:t> </a:t>
            </a:r>
            <a:r>
              <a:rPr lang="en-US" dirty="0">
                <a:solidFill>
                  <a:srgbClr val="00B050"/>
                </a:solidFill>
              </a:rPr>
              <a:t>generations</a:t>
            </a:r>
            <a:r>
              <a:rPr lang="en-US" dirty="0"/>
              <a:t>.</a:t>
            </a:r>
          </a:p>
          <a:p>
            <a:endParaRPr lang="en-GB" dirty="0"/>
          </a:p>
        </p:txBody>
      </p:sp>
      <p:sp>
        <p:nvSpPr>
          <p:cNvPr id="4" name="Picture Placeholder 3">
            <a:extLst>
              <a:ext uri="{FF2B5EF4-FFF2-40B4-BE49-F238E27FC236}">
                <a16:creationId xmlns:a16="http://schemas.microsoft.com/office/drawing/2014/main" id="{B70E7CA3-9C3B-C7DC-63AE-2CCA8237E17E}"/>
              </a:ext>
            </a:extLst>
          </p:cNvPr>
          <p:cNvSpPr>
            <a:spLocks noGrp="1"/>
          </p:cNvSpPr>
          <p:nvPr>
            <p:ph type="pic" sz="quarter" idx="14"/>
          </p:nvPr>
        </p:nvSpPr>
        <p:spPr/>
        <p:txBody>
          <a:bodyPr/>
          <a:lstStyle/>
          <a:p>
            <a:endParaRPr lang="en-GB"/>
          </a:p>
        </p:txBody>
      </p:sp>
      <p:pic>
        <p:nvPicPr>
          <p:cNvPr id="27" name="Picture 26">
            <a:extLst>
              <a:ext uri="{FF2B5EF4-FFF2-40B4-BE49-F238E27FC236}">
                <a16:creationId xmlns:a16="http://schemas.microsoft.com/office/drawing/2014/main" id="{7294789E-19FA-2579-0819-5A682E853D79}"/>
              </a:ext>
            </a:extLst>
          </p:cNvPr>
          <p:cNvPicPr>
            <a:picLocks noChangeAspect="1"/>
          </p:cNvPicPr>
          <p:nvPr/>
        </p:nvPicPr>
        <p:blipFill rotWithShape="1">
          <a:blip r:embed="rId3"/>
          <a:srcRect l="19432" t="42315" r="67787" b="28678"/>
          <a:stretch/>
        </p:blipFill>
        <p:spPr>
          <a:xfrm>
            <a:off x="7130364" y="2268351"/>
            <a:ext cx="4749100" cy="3368073"/>
          </a:xfrm>
          <a:prstGeom prst="rect">
            <a:avLst/>
          </a:prstGeom>
        </p:spPr>
      </p:pic>
      <p:sp>
        <p:nvSpPr>
          <p:cNvPr id="6" name="TextBox 5">
            <a:extLst>
              <a:ext uri="{FF2B5EF4-FFF2-40B4-BE49-F238E27FC236}">
                <a16:creationId xmlns:a16="http://schemas.microsoft.com/office/drawing/2014/main" id="{4887A987-0119-11D1-9BD1-9A8EE52EFECE}"/>
              </a:ext>
            </a:extLst>
          </p:cNvPr>
          <p:cNvSpPr txBox="1"/>
          <p:nvPr/>
        </p:nvSpPr>
        <p:spPr>
          <a:xfrm>
            <a:off x="6074536" y="1434650"/>
            <a:ext cx="6117464" cy="461665"/>
          </a:xfrm>
          <a:prstGeom prst="rect">
            <a:avLst/>
          </a:prstGeom>
          <a:noFill/>
        </p:spPr>
        <p:txBody>
          <a:bodyPr wrap="square">
            <a:spAutoFit/>
          </a:bodyPr>
          <a:lstStyle/>
          <a:p>
            <a:pPr algn="ctr"/>
            <a:r>
              <a:rPr lang="en-US" sz="2400" b="1" dirty="0"/>
              <a:t>UN document </a:t>
            </a:r>
            <a:r>
              <a:rPr lang="en-US" sz="2400" dirty="0"/>
              <a:t>- </a:t>
            </a:r>
            <a:r>
              <a:rPr lang="en-US" dirty="0"/>
              <a:t>The </a:t>
            </a:r>
            <a:r>
              <a:rPr lang="en-US" dirty="0" err="1"/>
              <a:t>Bruntdland</a:t>
            </a:r>
            <a:r>
              <a:rPr lang="en-US" dirty="0"/>
              <a:t> Commission report</a:t>
            </a:r>
            <a:endParaRPr lang="en-US" sz="2400" b="1" dirty="0"/>
          </a:p>
        </p:txBody>
      </p:sp>
    </p:spTree>
    <p:extLst>
      <p:ext uri="{BB962C8B-B14F-4D97-AF65-F5344CB8AC3E}">
        <p14:creationId xmlns:p14="http://schemas.microsoft.com/office/powerpoint/2010/main" val="1364914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EA83973C-77E4-43A3-8753-E3783FA9B16F}"/>
              </a:ext>
            </a:extLst>
          </p:cNvPr>
          <p:cNvSpPr>
            <a:spLocks noGrp="1"/>
          </p:cNvSpPr>
          <p:nvPr>
            <p:ph type="title"/>
          </p:nvPr>
        </p:nvSpPr>
        <p:spPr/>
        <p:txBody>
          <a:bodyPr anchor="t"/>
          <a:lstStyle/>
          <a:p>
            <a:r>
              <a:rPr lang="en-US" dirty="0"/>
              <a:t>Other Sustainability Definitions</a:t>
            </a:r>
            <a:endParaRPr lang="en-US" cap="none" dirty="0"/>
          </a:p>
        </p:txBody>
      </p:sp>
      <p:sp>
        <p:nvSpPr>
          <p:cNvPr id="3" name="Picture Placeholder 2">
            <a:extLst>
              <a:ext uri="{FF2B5EF4-FFF2-40B4-BE49-F238E27FC236}">
                <a16:creationId xmlns:a16="http://schemas.microsoft.com/office/drawing/2014/main" id="{A8C4182A-64AE-C842-95A3-873608159E06}"/>
              </a:ext>
            </a:extLst>
          </p:cNvPr>
          <p:cNvSpPr>
            <a:spLocks noGrp="1"/>
          </p:cNvSpPr>
          <p:nvPr>
            <p:ph type="pic" sz="quarter" idx="14"/>
          </p:nvPr>
        </p:nvSpPr>
        <p:spPr/>
        <p:txBody>
          <a:bodyPr/>
          <a:lstStyle/>
          <a:p>
            <a:endParaRPr lang="en-GB"/>
          </a:p>
        </p:txBody>
      </p:sp>
      <p:sp>
        <p:nvSpPr>
          <p:cNvPr id="4" name="Text Placeholder 3">
            <a:extLst>
              <a:ext uri="{FF2B5EF4-FFF2-40B4-BE49-F238E27FC236}">
                <a16:creationId xmlns:a16="http://schemas.microsoft.com/office/drawing/2014/main" id="{DD02A4E9-7266-C548-F56E-1AED0FCB17E3}"/>
              </a:ext>
            </a:extLst>
          </p:cNvPr>
          <p:cNvSpPr>
            <a:spLocks noGrp="1"/>
          </p:cNvSpPr>
          <p:nvPr>
            <p:ph type="body" sz="quarter" idx="15"/>
          </p:nvPr>
        </p:nvSpPr>
        <p:spPr/>
        <p:txBody>
          <a:bodyPr/>
          <a:lstStyle/>
          <a:p>
            <a:r>
              <a:rPr lang="en-US" dirty="0"/>
              <a:t>It is a societal goal that aims for humans to safely co-exist on the earth over a long time. </a:t>
            </a:r>
          </a:p>
          <a:p>
            <a:r>
              <a:rPr lang="en-US" dirty="0"/>
              <a:t>In ecology: maintaining biological </a:t>
            </a:r>
            <a:r>
              <a:rPr lang="sv-SE" dirty="0" err="1"/>
              <a:t>resources</a:t>
            </a:r>
            <a:r>
              <a:rPr lang="sv-SE" dirty="0"/>
              <a:t> diverse, robust, and </a:t>
            </a:r>
            <a:r>
              <a:rPr lang="sv-SE" dirty="0" err="1"/>
              <a:t>productive</a:t>
            </a:r>
            <a:endParaRPr lang="sv-SE" dirty="0"/>
          </a:p>
          <a:p>
            <a:r>
              <a:rPr lang="en-US" dirty="0"/>
              <a:t> over time. </a:t>
            </a:r>
          </a:p>
          <a:p>
            <a:r>
              <a:rPr lang="en-US" dirty="0">
                <a:latin typeface="SourceSansPro"/>
              </a:rPr>
              <a:t>In business and policy: Seeking to prevent the depletion of natural or physical resources, so that they will remain available for the longer term</a:t>
            </a:r>
            <a:r>
              <a:rPr lang="en-US" dirty="0">
                <a:solidFill>
                  <a:srgbClr val="111111"/>
                </a:solidFill>
                <a:latin typeface="SourceSansPro"/>
              </a:rPr>
              <a:t>.</a:t>
            </a:r>
            <a:endParaRPr lang="en-US" dirty="0"/>
          </a:p>
          <a:p>
            <a:endParaRPr lang="en-US" dirty="0"/>
          </a:p>
        </p:txBody>
      </p:sp>
    </p:spTree>
    <p:extLst>
      <p:ext uri="{BB962C8B-B14F-4D97-AF65-F5344CB8AC3E}">
        <p14:creationId xmlns:p14="http://schemas.microsoft.com/office/powerpoint/2010/main" val="3498383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2058" name="Picture 10">
            <a:extLst>
              <a:ext uri="{FF2B5EF4-FFF2-40B4-BE49-F238E27FC236}">
                <a16:creationId xmlns:a16="http://schemas.microsoft.com/office/drawing/2014/main" id="{01E09F61-6FF2-F43D-30CF-3C57921303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40" t="523" r="8710" b="1347"/>
          <a:stretch/>
        </p:blipFill>
        <p:spPr bwMode="auto">
          <a:xfrm>
            <a:off x="3277114" y="1597894"/>
            <a:ext cx="5672439" cy="431954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File:11625 2018 627 Fig1 HTML.webp">
            <a:extLst>
              <a:ext uri="{FF2B5EF4-FFF2-40B4-BE49-F238E27FC236}">
                <a16:creationId xmlns:a16="http://schemas.microsoft.com/office/drawing/2014/main" id="{E2BE99BC-5915-03A3-F364-121EF79C19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3643" r="2031" b="49100"/>
          <a:stretch/>
        </p:blipFill>
        <p:spPr bwMode="auto">
          <a:xfrm>
            <a:off x="9690724" y="4424833"/>
            <a:ext cx="1665173" cy="15710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le:11625 2018 627 Fig1 HTML.webp">
            <a:extLst>
              <a:ext uri="{FF2B5EF4-FFF2-40B4-BE49-F238E27FC236}">
                <a16:creationId xmlns:a16="http://schemas.microsoft.com/office/drawing/2014/main" id="{8AB6BD04-B0EE-67A0-B219-FC06D0C27E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884" t="54715"/>
          <a:stretch/>
        </p:blipFill>
        <p:spPr bwMode="auto">
          <a:xfrm>
            <a:off x="1015448" y="2805651"/>
            <a:ext cx="1692508" cy="124669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File:11625 2018 627 Fig1 HTML.webp">
            <a:extLst>
              <a:ext uri="{FF2B5EF4-FFF2-40B4-BE49-F238E27FC236}">
                <a16:creationId xmlns:a16="http://schemas.microsoft.com/office/drawing/2014/main" id="{9D38FDE4-E2CF-0855-6EA0-F34059BB42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266" r="42030" b="5596"/>
          <a:stretch/>
        </p:blipFill>
        <p:spPr bwMode="auto">
          <a:xfrm>
            <a:off x="8848497" y="757433"/>
            <a:ext cx="2463769" cy="2302235"/>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70CF1623-3F49-963D-16AA-6D9A0325EDA1}"/>
              </a:ext>
            </a:extLst>
          </p:cNvPr>
          <p:cNvSpPr>
            <a:spLocks noGrp="1"/>
          </p:cNvSpPr>
          <p:nvPr>
            <p:ph type="title"/>
          </p:nvPr>
        </p:nvSpPr>
        <p:spPr/>
        <p:txBody>
          <a:bodyPr anchor="t"/>
          <a:lstStyle/>
          <a:p>
            <a:r>
              <a:rPr lang="en-US" sz="2800" cap="none" dirty="0"/>
              <a:t>Sustainability Pillars and Development Goals (</a:t>
            </a:r>
            <a:r>
              <a:rPr lang="en-US" sz="2800" cap="none" dirty="0">
                <a:solidFill>
                  <a:srgbClr val="00B050"/>
                </a:solidFill>
              </a:rPr>
              <a:t>SDGs</a:t>
            </a:r>
            <a:r>
              <a:rPr lang="en-US" sz="2800" cap="none" dirty="0"/>
              <a:t>)</a:t>
            </a:r>
          </a:p>
        </p:txBody>
      </p:sp>
      <p:sp>
        <p:nvSpPr>
          <p:cNvPr id="3" name="Text Placeholder 2">
            <a:extLst>
              <a:ext uri="{FF2B5EF4-FFF2-40B4-BE49-F238E27FC236}">
                <a16:creationId xmlns:a16="http://schemas.microsoft.com/office/drawing/2014/main" id="{0D5C5E01-200C-079D-0FF1-0D96A75B9787}"/>
              </a:ext>
            </a:extLst>
          </p:cNvPr>
          <p:cNvSpPr>
            <a:spLocks noGrp="1"/>
          </p:cNvSpPr>
          <p:nvPr>
            <p:ph type="body" sz="quarter" idx="13"/>
          </p:nvPr>
        </p:nvSpPr>
        <p:spPr/>
        <p:txBody>
          <a:bodyPr/>
          <a:lstStyle/>
          <a:p>
            <a:endParaRPr lang="en-GB"/>
          </a:p>
        </p:txBody>
      </p:sp>
      <p:grpSp>
        <p:nvGrpSpPr>
          <p:cNvPr id="13" name="Group 12">
            <a:extLst>
              <a:ext uri="{FF2B5EF4-FFF2-40B4-BE49-F238E27FC236}">
                <a16:creationId xmlns:a16="http://schemas.microsoft.com/office/drawing/2014/main" id="{7A0121F3-038B-4B72-C243-B1E41103FC22}"/>
              </a:ext>
            </a:extLst>
          </p:cNvPr>
          <p:cNvGrpSpPr/>
          <p:nvPr/>
        </p:nvGrpSpPr>
        <p:grpSpPr>
          <a:xfrm>
            <a:off x="9602424" y="2908125"/>
            <a:ext cx="1632948" cy="890208"/>
            <a:chOff x="916524" y="1870446"/>
            <a:chExt cx="1632948" cy="890208"/>
          </a:xfrm>
        </p:grpSpPr>
        <p:sp>
          <p:nvSpPr>
            <p:cNvPr id="10" name="TextBox 9">
              <a:extLst>
                <a:ext uri="{FF2B5EF4-FFF2-40B4-BE49-F238E27FC236}">
                  <a16:creationId xmlns:a16="http://schemas.microsoft.com/office/drawing/2014/main" id="{01765F7B-313B-7932-ED87-C79E484AD672}"/>
                </a:ext>
              </a:extLst>
            </p:cNvPr>
            <p:cNvSpPr txBox="1"/>
            <p:nvPr/>
          </p:nvSpPr>
          <p:spPr>
            <a:xfrm>
              <a:off x="916524" y="1870446"/>
              <a:ext cx="1632948" cy="369332"/>
            </a:xfrm>
            <a:prstGeom prst="rect">
              <a:avLst/>
            </a:prstGeom>
            <a:noFill/>
          </p:spPr>
          <p:txBody>
            <a:bodyPr wrap="none" rtlCol="0">
              <a:spAutoFit/>
            </a:bodyPr>
            <a:lstStyle/>
            <a:p>
              <a:r>
                <a:rPr lang="en-US" b="1" dirty="0"/>
                <a:t>Environmental </a:t>
              </a:r>
            </a:p>
          </p:txBody>
        </p:sp>
        <p:sp>
          <p:nvSpPr>
            <p:cNvPr id="11" name="TextBox 10">
              <a:extLst>
                <a:ext uri="{FF2B5EF4-FFF2-40B4-BE49-F238E27FC236}">
                  <a16:creationId xmlns:a16="http://schemas.microsoft.com/office/drawing/2014/main" id="{01DF5C5C-FA46-EC1C-44B2-FCC3D9C7ADA8}"/>
                </a:ext>
              </a:extLst>
            </p:cNvPr>
            <p:cNvSpPr txBox="1"/>
            <p:nvPr/>
          </p:nvSpPr>
          <p:spPr>
            <a:xfrm>
              <a:off x="940793" y="2133418"/>
              <a:ext cx="792205" cy="369332"/>
            </a:xfrm>
            <a:prstGeom prst="rect">
              <a:avLst/>
            </a:prstGeom>
            <a:noFill/>
          </p:spPr>
          <p:txBody>
            <a:bodyPr wrap="none" rtlCol="0">
              <a:spAutoFit/>
            </a:bodyPr>
            <a:lstStyle/>
            <a:p>
              <a:r>
                <a:rPr lang="en-US" b="1" dirty="0"/>
                <a:t>Social </a:t>
              </a:r>
            </a:p>
          </p:txBody>
        </p:sp>
        <p:sp>
          <p:nvSpPr>
            <p:cNvPr id="12" name="TextBox 11">
              <a:extLst>
                <a:ext uri="{FF2B5EF4-FFF2-40B4-BE49-F238E27FC236}">
                  <a16:creationId xmlns:a16="http://schemas.microsoft.com/office/drawing/2014/main" id="{D399D2FF-D6C7-3B04-88CA-46ADF3299D71}"/>
                </a:ext>
              </a:extLst>
            </p:cNvPr>
            <p:cNvSpPr txBox="1"/>
            <p:nvPr/>
          </p:nvSpPr>
          <p:spPr>
            <a:xfrm>
              <a:off x="940792" y="2391322"/>
              <a:ext cx="1143005" cy="369332"/>
            </a:xfrm>
            <a:prstGeom prst="rect">
              <a:avLst/>
            </a:prstGeom>
            <a:noFill/>
          </p:spPr>
          <p:txBody>
            <a:bodyPr wrap="none" rtlCol="0">
              <a:spAutoFit/>
            </a:bodyPr>
            <a:lstStyle/>
            <a:p>
              <a:r>
                <a:rPr lang="en-US" b="1" dirty="0"/>
                <a:t>Economic </a:t>
              </a:r>
            </a:p>
          </p:txBody>
        </p:sp>
      </p:grpSp>
    </p:spTree>
    <p:extLst>
      <p:ext uri="{BB962C8B-B14F-4D97-AF65-F5344CB8AC3E}">
        <p14:creationId xmlns:p14="http://schemas.microsoft.com/office/powerpoint/2010/main" val="2697745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EA83973C-77E4-43A3-8753-E3783FA9B16F}"/>
              </a:ext>
            </a:extLst>
          </p:cNvPr>
          <p:cNvSpPr>
            <a:spLocks noGrp="1"/>
          </p:cNvSpPr>
          <p:nvPr>
            <p:ph type="title"/>
          </p:nvPr>
        </p:nvSpPr>
        <p:spPr/>
        <p:txBody>
          <a:bodyPr anchor="t"/>
          <a:lstStyle/>
          <a:p>
            <a:r>
              <a:rPr lang="en-US" sz="2800" cap="none" dirty="0"/>
              <a:t>Sustainability Development Goals (</a:t>
            </a:r>
            <a:r>
              <a:rPr lang="en-US" sz="2800" cap="none" dirty="0">
                <a:solidFill>
                  <a:srgbClr val="00B050"/>
                </a:solidFill>
              </a:rPr>
              <a:t>SDGs</a:t>
            </a:r>
            <a:r>
              <a:rPr lang="en-US" sz="2800" cap="none" dirty="0"/>
              <a:t>)</a:t>
            </a:r>
          </a:p>
        </p:txBody>
      </p:sp>
      <p:sp>
        <p:nvSpPr>
          <p:cNvPr id="3" name="Text Placeholder 2">
            <a:extLst>
              <a:ext uri="{FF2B5EF4-FFF2-40B4-BE49-F238E27FC236}">
                <a16:creationId xmlns:a16="http://schemas.microsoft.com/office/drawing/2014/main" id="{51548D14-421E-4FF5-FAC3-E38587EF85DC}"/>
              </a:ext>
            </a:extLst>
          </p:cNvPr>
          <p:cNvSpPr>
            <a:spLocks noGrp="1"/>
          </p:cNvSpPr>
          <p:nvPr>
            <p:ph type="body" sz="quarter" idx="13"/>
          </p:nvPr>
        </p:nvSpPr>
        <p:spPr/>
        <p:txBody>
          <a:bodyPr/>
          <a:lstStyle/>
          <a:p>
            <a:endParaRPr lang="en-GB"/>
          </a:p>
        </p:txBody>
      </p:sp>
      <p:pic>
        <p:nvPicPr>
          <p:cNvPr id="5" name="Picture 4" descr="A picture containing calendar&#10;&#10;Description automatically generated">
            <a:extLst>
              <a:ext uri="{FF2B5EF4-FFF2-40B4-BE49-F238E27FC236}">
                <a16:creationId xmlns:a16="http://schemas.microsoft.com/office/drawing/2014/main" id="{B42F02BE-FD67-6440-4D7D-BFD304A52AD0}"/>
              </a:ext>
            </a:extLst>
          </p:cNvPr>
          <p:cNvPicPr>
            <a:picLocks noChangeAspect="1"/>
          </p:cNvPicPr>
          <p:nvPr/>
        </p:nvPicPr>
        <p:blipFill rotWithShape="1">
          <a:blip r:embed="rId3"/>
          <a:srcRect l="4188" t="19796" r="3949"/>
          <a:stretch/>
        </p:blipFill>
        <p:spPr>
          <a:xfrm>
            <a:off x="914401" y="2144657"/>
            <a:ext cx="6715609" cy="3283466"/>
          </a:xfrm>
          <a:prstGeom prst="rect">
            <a:avLst/>
          </a:prstGeom>
        </p:spPr>
      </p:pic>
      <p:sp>
        <p:nvSpPr>
          <p:cNvPr id="6" name="TextBox 5">
            <a:extLst>
              <a:ext uri="{FF2B5EF4-FFF2-40B4-BE49-F238E27FC236}">
                <a16:creationId xmlns:a16="http://schemas.microsoft.com/office/drawing/2014/main" id="{76DD2106-9C79-36D8-A4F5-7B89DEE3CB8F}"/>
              </a:ext>
            </a:extLst>
          </p:cNvPr>
          <p:cNvSpPr txBox="1"/>
          <p:nvPr/>
        </p:nvSpPr>
        <p:spPr>
          <a:xfrm>
            <a:off x="7713123" y="2144332"/>
            <a:ext cx="4324330" cy="3231654"/>
          </a:xfrm>
          <a:prstGeom prst="rect">
            <a:avLst/>
          </a:prstGeom>
          <a:noFill/>
        </p:spPr>
        <p:txBody>
          <a:bodyPr wrap="square">
            <a:spAutoFit/>
          </a:bodyPr>
          <a:lstStyle/>
          <a:p>
            <a:pPr algn="l" fontAlgn="base"/>
            <a:r>
              <a:rPr lang="en-US" sz="1200" b="0" i="0" u="none" strike="noStrike" dirty="0">
                <a:solidFill>
                  <a:srgbClr val="007099"/>
                </a:solidFill>
                <a:effectLst/>
                <a:latin typeface="Roboto" panose="02000000000000000000" pitchFamily="2" charset="0"/>
                <a:hlinkClick r:id="rId4"/>
              </a:rPr>
              <a:t>GOAL 1: No Poverty</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5"/>
              </a:rPr>
              <a:t>GOAL 2: Zero Hunger</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6"/>
              </a:rPr>
              <a:t>GOAL 3: Good Health and Well-being</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7"/>
              </a:rPr>
              <a:t>GOAL 4: Quality Education</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8"/>
              </a:rPr>
              <a:t>GOAL 5: Gender Equality</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9"/>
              </a:rPr>
              <a:t>GOAL 6: Clean Water and Sanitation</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10"/>
              </a:rPr>
              <a:t>GOAL 7: Affordable and Clean Energy</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11"/>
              </a:rPr>
              <a:t>GOAL 8: Decent Work and Economic Growth</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12"/>
              </a:rPr>
              <a:t>GOAL 9: Industry, Innovation and Infrastructure</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13"/>
              </a:rPr>
              <a:t>GOAL 10: Reduced Inequality</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14"/>
              </a:rPr>
              <a:t>GOAL 11: Sustainable Cities and Communities</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15"/>
              </a:rPr>
              <a:t>GOAL 12: Responsible Consumption and Production</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16"/>
              </a:rPr>
              <a:t>GOAL 13: Climate Action</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17"/>
              </a:rPr>
              <a:t>GOAL 14: Life Below Water</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18"/>
              </a:rPr>
              <a:t>GOAL 15: Life on Land</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19"/>
              </a:rPr>
              <a:t>GOAL 16: Peace and Justice Strong Institutions</a:t>
            </a:r>
            <a:endParaRPr lang="en-US" sz="1200" b="0" i="0" dirty="0">
              <a:solidFill>
                <a:srgbClr val="000000"/>
              </a:solidFill>
              <a:effectLst/>
              <a:latin typeface="Roboto" panose="02000000000000000000" pitchFamily="2" charset="0"/>
            </a:endParaRPr>
          </a:p>
          <a:p>
            <a:pPr algn="l" fontAlgn="base"/>
            <a:r>
              <a:rPr lang="en-US" sz="1200" b="0" i="0" u="none" strike="noStrike" dirty="0">
                <a:solidFill>
                  <a:srgbClr val="007099"/>
                </a:solidFill>
                <a:effectLst/>
                <a:latin typeface="Roboto" panose="02000000000000000000" pitchFamily="2" charset="0"/>
                <a:hlinkClick r:id="rId20"/>
              </a:rPr>
              <a:t>GOAL 17: Partnerships to achieve the Goal</a:t>
            </a:r>
            <a:endParaRPr lang="en-US" sz="1200" b="0" i="0" dirty="0">
              <a:solidFill>
                <a:srgbClr val="000000"/>
              </a:solidFill>
              <a:effectLst/>
              <a:latin typeface="Roboto" panose="02000000000000000000" pitchFamily="2" charset="0"/>
            </a:endParaRPr>
          </a:p>
        </p:txBody>
      </p:sp>
      <p:sp>
        <p:nvSpPr>
          <p:cNvPr id="9" name="TextBox 8">
            <a:extLst>
              <a:ext uri="{FF2B5EF4-FFF2-40B4-BE49-F238E27FC236}">
                <a16:creationId xmlns:a16="http://schemas.microsoft.com/office/drawing/2014/main" id="{B79AC511-4946-7546-165D-DCFC33E9C0E0}"/>
              </a:ext>
            </a:extLst>
          </p:cNvPr>
          <p:cNvSpPr txBox="1"/>
          <p:nvPr/>
        </p:nvSpPr>
        <p:spPr>
          <a:xfrm>
            <a:off x="1036966" y="5480259"/>
            <a:ext cx="8688406" cy="400110"/>
          </a:xfrm>
          <a:prstGeom prst="rect">
            <a:avLst/>
          </a:prstGeom>
          <a:noFill/>
        </p:spPr>
        <p:txBody>
          <a:bodyPr wrap="square">
            <a:spAutoFit/>
          </a:bodyPr>
          <a:lstStyle/>
          <a:p>
            <a:pPr algn="l" fontAlgn="base"/>
            <a:r>
              <a:rPr lang="en-US" sz="2000" b="1" i="0" dirty="0">
                <a:effectLst/>
                <a:latin typeface="inherit"/>
              </a:rPr>
              <a:t>United Nation’s </a:t>
            </a:r>
            <a:r>
              <a:rPr lang="en-US" sz="2000" b="1" i="0" dirty="0">
                <a:solidFill>
                  <a:srgbClr val="00B050"/>
                </a:solidFill>
                <a:effectLst/>
                <a:latin typeface="inherit"/>
              </a:rPr>
              <a:t>17</a:t>
            </a:r>
            <a:r>
              <a:rPr lang="en-US" sz="2000" b="1" i="0" dirty="0">
                <a:solidFill>
                  <a:srgbClr val="003366"/>
                </a:solidFill>
                <a:effectLst/>
                <a:latin typeface="inherit"/>
              </a:rPr>
              <a:t> </a:t>
            </a:r>
            <a:r>
              <a:rPr lang="en-US" sz="1800" b="0" i="0" dirty="0">
                <a:solidFill>
                  <a:srgbClr val="003366"/>
                </a:solidFill>
                <a:effectLst/>
                <a:latin typeface="inherit"/>
              </a:rPr>
              <a:t>sustainable development goals to transform our world</a:t>
            </a:r>
            <a:endParaRPr lang="en-US" sz="1800" b="0" i="0" dirty="0">
              <a:solidFill>
                <a:srgbClr val="000000"/>
              </a:solidFill>
              <a:effectLst/>
              <a:latin typeface="Roboto" panose="02000000000000000000" pitchFamily="2" charset="0"/>
            </a:endParaRPr>
          </a:p>
        </p:txBody>
      </p:sp>
    </p:spTree>
    <p:extLst>
      <p:ext uri="{BB962C8B-B14F-4D97-AF65-F5344CB8AC3E}">
        <p14:creationId xmlns:p14="http://schemas.microsoft.com/office/powerpoint/2010/main" val="555614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 name="Title 3">
            <a:extLst>
              <a:ext uri="{FF2B5EF4-FFF2-40B4-BE49-F238E27FC236}">
                <a16:creationId xmlns:a16="http://schemas.microsoft.com/office/drawing/2014/main" id="{4F8FF9E7-48FA-C1C7-2564-2A90F042384A}"/>
              </a:ext>
            </a:extLst>
          </p:cNvPr>
          <p:cNvSpPr>
            <a:spLocks noGrp="1"/>
          </p:cNvSpPr>
          <p:nvPr>
            <p:ph type="title"/>
          </p:nvPr>
        </p:nvSpPr>
        <p:spPr/>
        <p:txBody>
          <a:bodyPr/>
          <a:lstStyle/>
          <a:p>
            <a:r>
              <a:rPr lang="en-GB" b="0" dirty="0"/>
              <a:t>SDG and Robotics and automation</a:t>
            </a:r>
          </a:p>
        </p:txBody>
      </p:sp>
      <p:sp>
        <p:nvSpPr>
          <p:cNvPr id="5" name="Text Placeholder 4">
            <a:extLst>
              <a:ext uri="{FF2B5EF4-FFF2-40B4-BE49-F238E27FC236}">
                <a16:creationId xmlns:a16="http://schemas.microsoft.com/office/drawing/2014/main" id="{5C6488AC-63C8-03A4-C8E2-DD87CD1F05E5}"/>
              </a:ext>
            </a:extLst>
          </p:cNvPr>
          <p:cNvSpPr>
            <a:spLocks noGrp="1"/>
          </p:cNvSpPr>
          <p:nvPr>
            <p:ph type="body" idx="1"/>
          </p:nvPr>
        </p:nvSpPr>
        <p:spPr/>
        <p:txBody>
          <a:bodyPr/>
          <a:lstStyle/>
          <a:p>
            <a:pPr fontAlgn="t"/>
            <a:r>
              <a:rPr lang="en-US" dirty="0"/>
              <a:t>SDGs that suit robotics and industrial automation</a:t>
            </a:r>
            <a:endParaRPr lang="sv-SE" dirty="0"/>
          </a:p>
          <a:p>
            <a:pPr marL="342900" lvl="0" indent="-342900" fontAlgn="t">
              <a:buFont typeface="Arial" panose="020B0604020202020204" pitchFamily="34" charset="0"/>
              <a:buChar char="•"/>
            </a:pPr>
            <a:r>
              <a:rPr lang="en-US" dirty="0"/>
              <a:t>SDG 8: work, work environment and economic development. 
SDG 9: Industry, Innovation and Infrastructure. 
SDG 12: resource efficiency, waste and circular production. </a:t>
            </a:r>
          </a:p>
          <a:p>
            <a:pPr marL="342900" indent="-342900" fontAlgn="t">
              <a:buFont typeface="Arial" panose="020B0604020202020204" pitchFamily="34" charset="0"/>
              <a:buChar char="•"/>
            </a:pPr>
            <a:r>
              <a:rPr lang="en-US" dirty="0"/>
              <a:t>SDG 13 → energy and climate impact.</a:t>
            </a:r>
          </a:p>
          <a:p>
            <a:pPr marL="342900" lvl="0" indent="-342900" fontAlgn="t">
              <a:buFont typeface="Arial" panose="020B0604020202020204" pitchFamily="34" charset="0"/>
              <a:buChar char="•"/>
            </a:pPr>
            <a:endParaRPr lang="en-US" dirty="0"/>
          </a:p>
          <a:p>
            <a:pPr lvl="0" fontAlgn="t"/>
            <a:r>
              <a:rPr lang="en-US" dirty="0"/>
              <a:t>Robots and automation aims to solve and improve</a:t>
            </a:r>
          </a:p>
          <a:p>
            <a:pPr marL="342900" lvl="0" indent="-342900" fontAlgn="t">
              <a:buFont typeface="Arial" panose="020B0604020202020204" pitchFamily="34" charset="0"/>
              <a:buChar char="•"/>
            </a:pPr>
            <a:r>
              <a:rPr lang="en-US" dirty="0"/>
              <a:t>Dangerous or ergonomically stressful tasks, 
Improve quality and reduce scrap; 
Enable dismantling, reuse and sorting; 
Create more flexible and resource-efficient production.</a:t>
            </a:r>
            <a:endParaRPr lang="en-GB" dirty="0"/>
          </a:p>
        </p:txBody>
      </p:sp>
    </p:spTree>
    <p:extLst>
      <p:ext uri="{BB962C8B-B14F-4D97-AF65-F5344CB8AC3E}">
        <p14:creationId xmlns:p14="http://schemas.microsoft.com/office/powerpoint/2010/main" val="509999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AF81418B-951E-14CF-20E3-B7B16E0CD1D4}"/>
              </a:ext>
            </a:extLst>
          </p:cNvPr>
          <p:cNvSpPr>
            <a:spLocks noGrp="1"/>
          </p:cNvSpPr>
          <p:nvPr>
            <p:ph type="title"/>
          </p:nvPr>
        </p:nvSpPr>
        <p:spPr/>
        <p:txBody>
          <a:bodyPr/>
          <a:lstStyle/>
          <a:p>
            <a:r>
              <a:rPr lang="en-GB" b="0" dirty="0"/>
              <a:t>Robotics for sustainability</a:t>
            </a:r>
          </a:p>
        </p:txBody>
      </p:sp>
      <p:sp>
        <p:nvSpPr>
          <p:cNvPr id="3" name="Text Placeholder 2">
            <a:extLst>
              <a:ext uri="{FF2B5EF4-FFF2-40B4-BE49-F238E27FC236}">
                <a16:creationId xmlns:a16="http://schemas.microsoft.com/office/drawing/2014/main" id="{9DC0802D-74A9-37AE-1A36-5F9C3923B981}"/>
              </a:ext>
            </a:extLst>
          </p:cNvPr>
          <p:cNvSpPr>
            <a:spLocks noGrp="1"/>
          </p:cNvSpPr>
          <p:nvPr>
            <p:ph type="body" idx="1"/>
          </p:nvPr>
        </p:nvSpPr>
        <p:spPr/>
        <p:txBody>
          <a:bodyPr/>
          <a:lstStyle/>
          <a:p>
            <a:pPr fontAlgn="t"/>
            <a:r>
              <a:rPr lang="en-US" dirty="0"/>
              <a:t>How robots can contribute to: </a:t>
            </a:r>
          </a:p>
          <a:p>
            <a:pPr marL="342900" indent="-342900" fontAlgn="t">
              <a:buFont typeface="Arial" panose="020B0604020202020204" pitchFamily="34" charset="0"/>
              <a:buChar char="•"/>
            </a:pPr>
            <a:r>
              <a:rPr lang="en-US" dirty="0"/>
              <a:t>reduced material waste, 
energy-efficient production, 
repair and remanufacturing; 
sorting and recycling; 
precision agriculture; 
inspection of energy systems; 
safer and more ergonomic work.</a:t>
            </a:r>
            <a:endParaRPr lang="en-GB" dirty="0"/>
          </a:p>
        </p:txBody>
      </p:sp>
    </p:spTree>
    <p:extLst>
      <p:ext uri="{BB962C8B-B14F-4D97-AF65-F5344CB8AC3E}">
        <p14:creationId xmlns:p14="http://schemas.microsoft.com/office/powerpoint/2010/main" val="281395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57A948C4-BA8D-5771-801C-670D86A6F823}"/>
              </a:ext>
            </a:extLst>
          </p:cNvPr>
          <p:cNvSpPr>
            <a:spLocks noGrp="1"/>
          </p:cNvSpPr>
          <p:nvPr>
            <p:ph type="title"/>
          </p:nvPr>
        </p:nvSpPr>
        <p:spPr/>
        <p:txBody>
          <a:bodyPr/>
          <a:lstStyle/>
          <a:p>
            <a:r>
              <a:rPr lang="en-GB" dirty="0"/>
              <a:t>Sustainability of robotics</a:t>
            </a:r>
          </a:p>
        </p:txBody>
      </p:sp>
      <p:sp>
        <p:nvSpPr>
          <p:cNvPr id="3" name="Text Placeholder 2">
            <a:extLst>
              <a:ext uri="{FF2B5EF4-FFF2-40B4-BE49-F238E27FC236}">
                <a16:creationId xmlns:a16="http://schemas.microsoft.com/office/drawing/2014/main" id="{9D140529-01A8-8064-03F1-ED32B2C62AA1}"/>
              </a:ext>
            </a:extLst>
          </p:cNvPr>
          <p:cNvSpPr>
            <a:spLocks noGrp="1"/>
          </p:cNvSpPr>
          <p:nvPr>
            <p:ph type="body" idx="1"/>
          </p:nvPr>
        </p:nvSpPr>
        <p:spPr/>
        <p:txBody>
          <a:bodyPr/>
          <a:lstStyle/>
          <a:p>
            <a:pPr fontAlgn="t"/>
            <a:r>
              <a:rPr lang="en-US" dirty="0"/>
              <a:t>The robot's own impact through: </a:t>
            </a:r>
          </a:p>
          <a:p>
            <a:pPr marL="342900" indent="-342900" fontAlgn="t">
              <a:buFont typeface="Arial" panose="020B0604020202020204" pitchFamily="34" charset="0"/>
              <a:buChar char="•"/>
            </a:pPr>
            <a:r>
              <a:rPr lang="en-US" dirty="0"/>
              <a:t>materials and components; 
critical raw materials and electronics; 
manufacturing and transportation; 
energy use during operation; 
maintenance and spare parts, 
service life, upgradability and repairability; 
dismantling, reuse and recycling.</a:t>
            </a:r>
            <a:endParaRPr lang="en-GB" dirty="0"/>
          </a:p>
        </p:txBody>
      </p:sp>
    </p:spTree>
    <p:extLst>
      <p:ext uri="{BB962C8B-B14F-4D97-AF65-F5344CB8AC3E}">
        <p14:creationId xmlns:p14="http://schemas.microsoft.com/office/powerpoint/2010/main" val="3302502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D79AC961-44F6-BED6-3172-D66A1CB6A9D5}"/>
              </a:ext>
            </a:extLst>
          </p:cNvPr>
          <p:cNvSpPr>
            <a:spLocks noGrp="1"/>
          </p:cNvSpPr>
          <p:nvPr>
            <p:ph type="title"/>
          </p:nvPr>
        </p:nvSpPr>
        <p:spPr/>
        <p:txBody>
          <a:bodyPr/>
          <a:lstStyle/>
          <a:p>
            <a:r>
              <a:rPr lang="en-GB" dirty="0"/>
              <a:t>Robot Life Cycle</a:t>
            </a:r>
          </a:p>
        </p:txBody>
      </p:sp>
      <p:sp>
        <p:nvSpPr>
          <p:cNvPr id="3" name="Text Placeholder 2">
            <a:extLst>
              <a:ext uri="{FF2B5EF4-FFF2-40B4-BE49-F238E27FC236}">
                <a16:creationId xmlns:a16="http://schemas.microsoft.com/office/drawing/2014/main" id="{EAA451EC-8DC7-7276-6553-D1EEAC4C4535}"/>
              </a:ext>
            </a:extLst>
          </p:cNvPr>
          <p:cNvSpPr>
            <a:spLocks noGrp="1"/>
          </p:cNvSpPr>
          <p:nvPr>
            <p:ph type="body" idx="1"/>
          </p:nvPr>
        </p:nvSpPr>
        <p:spPr/>
        <p:txBody>
          <a:bodyPr/>
          <a:lstStyle/>
          <a:p>
            <a:r>
              <a:rPr lang="sv-SE" dirty="0" err="1"/>
              <a:t>Raw</a:t>
            </a:r>
            <a:r>
              <a:rPr lang="sv-SE" dirty="0"/>
              <a:t> materials → Components → Robot </a:t>
            </a:r>
            <a:r>
              <a:rPr lang="sv-SE" dirty="0" err="1"/>
              <a:t>manufacturing</a:t>
            </a:r>
            <a:r>
              <a:rPr lang="sv-SE" dirty="0"/>
              <a:t> → Integration → Operation → </a:t>
            </a:r>
            <a:r>
              <a:rPr lang="sv-SE" dirty="0" err="1"/>
              <a:t>Maintenance</a:t>
            </a:r>
            <a:r>
              <a:rPr lang="sv-SE" dirty="0"/>
              <a:t> → </a:t>
            </a:r>
            <a:r>
              <a:rPr lang="sv-SE" dirty="0" err="1"/>
              <a:t>Upgrading</a:t>
            </a:r>
            <a:r>
              <a:rPr lang="sv-SE" dirty="0"/>
              <a:t> → </a:t>
            </a:r>
            <a:r>
              <a:rPr lang="sv-SE" dirty="0" err="1"/>
              <a:t>Reuse</a:t>
            </a:r>
            <a:r>
              <a:rPr lang="sv-SE" dirty="0"/>
              <a:t>/</a:t>
            </a:r>
            <a:r>
              <a:rPr lang="sv-SE" dirty="0" err="1"/>
              <a:t>remanufacturing</a:t>
            </a:r>
            <a:r>
              <a:rPr lang="sv-SE" dirty="0"/>
              <a:t> → Recycling/end </a:t>
            </a:r>
            <a:r>
              <a:rPr lang="sv-SE" dirty="0" err="1"/>
              <a:t>of</a:t>
            </a:r>
            <a:r>
              <a:rPr lang="sv-SE" dirty="0"/>
              <a:t> </a:t>
            </a:r>
            <a:r>
              <a:rPr lang="sv-SE" dirty="0" err="1"/>
              <a:t>life</a:t>
            </a:r>
            <a:endParaRPr lang="sv-SE" dirty="0"/>
          </a:p>
          <a:p>
            <a:endParaRPr lang="sv-SE" dirty="0"/>
          </a:p>
          <a:p>
            <a:pPr marL="342900" indent="-342900">
              <a:buFont typeface="Arial" panose="020B0604020202020204" pitchFamily="34" charset="0"/>
              <a:buChar char="•"/>
            </a:pPr>
            <a:r>
              <a:rPr lang="en-US" dirty="0"/>
              <a:t>Embodied impact, impact from materials and manufacturing,</a:t>
            </a:r>
          </a:p>
          <a:p>
            <a:pPr marL="342900" indent="-342900">
              <a:buFont typeface="Arial" panose="020B0604020202020204" pitchFamily="34" charset="0"/>
              <a:buChar char="•"/>
            </a:pPr>
            <a:r>
              <a:rPr lang="en-US" dirty="0"/>
              <a:t>operational impact, especially electricity and consumables during operation, </a:t>
            </a:r>
          </a:p>
          <a:p>
            <a:pPr marL="342900" indent="-342900">
              <a:buFont typeface="Arial" panose="020B0604020202020204" pitchFamily="34" charset="0"/>
              <a:buChar char="•"/>
            </a:pPr>
            <a:r>
              <a:rPr lang="en-US" dirty="0"/>
              <a:t>avoided impact, such as reduced scrap or replaced hazardous work, </a:t>
            </a:r>
          </a:p>
          <a:p>
            <a:pPr marL="342900" indent="-342900">
              <a:buFont typeface="Arial" panose="020B0604020202020204" pitchFamily="34" charset="0"/>
              <a:buChar char="•"/>
            </a:pPr>
            <a:r>
              <a:rPr lang="en-US" dirty="0"/>
              <a:t>end-of-life impact, dismantling, reuse and recycling.</a:t>
            </a:r>
            <a:endParaRPr lang="en-GB" dirty="0"/>
          </a:p>
        </p:txBody>
      </p:sp>
    </p:spTree>
    <p:extLst>
      <p:ext uri="{BB962C8B-B14F-4D97-AF65-F5344CB8AC3E}">
        <p14:creationId xmlns:p14="http://schemas.microsoft.com/office/powerpoint/2010/main" val="1188894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15" name="Picture 4" descr="Different types of natural resources illustration">
            <a:extLst>
              <a:ext uri="{FF2B5EF4-FFF2-40B4-BE49-F238E27FC236}">
                <a16:creationId xmlns:a16="http://schemas.microsoft.com/office/drawing/2014/main" id="{40B4C71A-6CB6-35E8-4AA0-FD7BD708D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242" y="1376413"/>
            <a:ext cx="7538646" cy="527464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A6C0562-7278-7E95-5E9C-126C492D6221}"/>
              </a:ext>
            </a:extLst>
          </p:cNvPr>
          <p:cNvSpPr>
            <a:spLocks noGrp="1"/>
          </p:cNvSpPr>
          <p:nvPr>
            <p:ph type="title"/>
          </p:nvPr>
        </p:nvSpPr>
        <p:spPr>
          <a:xfrm>
            <a:off x="625642" y="289662"/>
            <a:ext cx="4119613" cy="526936"/>
          </a:xfrm>
        </p:spPr>
        <p:txBody>
          <a:bodyPr anchor="t"/>
          <a:lstStyle/>
          <a:p>
            <a:r>
              <a:rPr lang="en-US" sz="2800" cap="none" dirty="0"/>
              <a:t>Natural Resources</a:t>
            </a:r>
          </a:p>
        </p:txBody>
      </p:sp>
      <p:sp>
        <p:nvSpPr>
          <p:cNvPr id="7" name="TextBox 6">
            <a:extLst>
              <a:ext uri="{FF2B5EF4-FFF2-40B4-BE49-F238E27FC236}">
                <a16:creationId xmlns:a16="http://schemas.microsoft.com/office/drawing/2014/main" id="{346539F9-F526-85BB-DEA5-0CD7545C77CA}"/>
              </a:ext>
            </a:extLst>
          </p:cNvPr>
          <p:cNvSpPr txBox="1"/>
          <p:nvPr/>
        </p:nvSpPr>
        <p:spPr>
          <a:xfrm>
            <a:off x="625642" y="766732"/>
            <a:ext cx="9557886" cy="830997"/>
          </a:xfrm>
          <a:prstGeom prst="rect">
            <a:avLst/>
          </a:prstGeom>
          <a:noFill/>
        </p:spPr>
        <p:txBody>
          <a:bodyPr wrap="square">
            <a:spAutoFit/>
          </a:bodyPr>
          <a:lstStyle/>
          <a:p>
            <a:r>
              <a:rPr lang="en-US" sz="2400" b="1" dirty="0">
                <a:solidFill>
                  <a:srgbClr val="0645AD"/>
                </a:solidFill>
                <a:latin typeface="Arial" panose="020B0604020202020204" pitchFamily="34" charset="0"/>
              </a:rPr>
              <a:t>Natural Resources </a:t>
            </a:r>
            <a:r>
              <a:rPr lang="en-US" sz="2400" b="0" i="0" dirty="0">
                <a:solidFill>
                  <a:srgbClr val="202122"/>
                </a:solidFill>
                <a:effectLst/>
                <a:latin typeface="Arial" panose="020B0604020202020204" pitchFamily="34" charset="0"/>
              </a:rPr>
              <a:t>are </a:t>
            </a:r>
            <a:r>
              <a:rPr lang="en-US" sz="2400" b="0" i="0" u="none" strike="noStrike" dirty="0">
                <a:solidFill>
                  <a:srgbClr val="0645AD"/>
                </a:solidFill>
                <a:effectLst/>
                <a:latin typeface="Arial" panose="020B0604020202020204" pitchFamily="34" charset="0"/>
              </a:rPr>
              <a:t>resources</a:t>
            </a:r>
            <a:r>
              <a:rPr lang="en-US" sz="2400" b="0" i="0" dirty="0">
                <a:solidFill>
                  <a:srgbClr val="202122"/>
                </a:solidFill>
                <a:effectLst/>
                <a:latin typeface="Arial" panose="020B0604020202020204" pitchFamily="34" charset="0"/>
              </a:rPr>
              <a:t> that are drawn from </a:t>
            </a:r>
            <a:r>
              <a:rPr lang="en-US" sz="2400" b="0" i="0" u="none" strike="noStrike" dirty="0">
                <a:solidFill>
                  <a:srgbClr val="0645AD"/>
                </a:solidFill>
                <a:effectLst/>
                <a:latin typeface="Arial" panose="020B0604020202020204" pitchFamily="34" charset="0"/>
              </a:rPr>
              <a:t>nature</a:t>
            </a:r>
            <a:r>
              <a:rPr lang="en-US" sz="2400" b="0" i="0" dirty="0">
                <a:solidFill>
                  <a:srgbClr val="202122"/>
                </a:solidFill>
                <a:effectLst/>
                <a:latin typeface="Arial" panose="020B0604020202020204" pitchFamily="34" charset="0"/>
              </a:rPr>
              <a:t> (Earth) and used with few modifications to sustain human life.</a:t>
            </a:r>
            <a:endParaRPr lang="en-US" sz="2400" dirty="0"/>
          </a:p>
        </p:txBody>
      </p:sp>
      <p:sp>
        <p:nvSpPr>
          <p:cNvPr id="12" name="TextBox 11">
            <a:extLst>
              <a:ext uri="{FF2B5EF4-FFF2-40B4-BE49-F238E27FC236}">
                <a16:creationId xmlns:a16="http://schemas.microsoft.com/office/drawing/2014/main" id="{0C4A901D-4243-7CB6-5EF9-011BC5AA56F4}"/>
              </a:ext>
            </a:extLst>
          </p:cNvPr>
          <p:cNvSpPr txBox="1"/>
          <p:nvPr/>
        </p:nvSpPr>
        <p:spPr>
          <a:xfrm>
            <a:off x="10019899" y="3429000"/>
            <a:ext cx="1918635" cy="2246769"/>
          </a:xfrm>
          <a:prstGeom prst="rect">
            <a:avLst/>
          </a:prstGeom>
          <a:noFill/>
        </p:spPr>
        <p:txBody>
          <a:bodyPr wrap="square">
            <a:spAutoFit/>
          </a:bodyPr>
          <a:lstStyle/>
          <a:p>
            <a:pPr marL="285750" indent="-285750">
              <a:buFont typeface="Arial" panose="020B0604020202020204" pitchFamily="34" charset="0"/>
              <a:buChar char="•"/>
            </a:pPr>
            <a:r>
              <a:rPr lang="en-US" sz="2000" dirty="0"/>
              <a:t>Sunlight</a:t>
            </a:r>
          </a:p>
          <a:p>
            <a:pPr marL="285750" indent="-285750">
              <a:buFont typeface="Arial" panose="020B0604020202020204" pitchFamily="34" charset="0"/>
              <a:buChar char="•"/>
            </a:pPr>
            <a:r>
              <a:rPr lang="en-US" sz="2000" dirty="0"/>
              <a:t>Atmosphere </a:t>
            </a:r>
          </a:p>
          <a:p>
            <a:pPr marL="285750" indent="-285750">
              <a:buFont typeface="Arial" panose="020B0604020202020204" pitchFamily="34" charset="0"/>
              <a:buChar char="•"/>
            </a:pPr>
            <a:r>
              <a:rPr lang="en-US" sz="2000" dirty="0"/>
              <a:t>Water </a:t>
            </a:r>
          </a:p>
          <a:p>
            <a:pPr marL="285750" indent="-285750">
              <a:buFont typeface="Arial" panose="020B0604020202020204" pitchFamily="34" charset="0"/>
              <a:buChar char="•"/>
            </a:pPr>
            <a:r>
              <a:rPr lang="en-US" sz="2000" dirty="0"/>
              <a:t>Land</a:t>
            </a:r>
          </a:p>
          <a:p>
            <a:pPr marL="285750" indent="-285750">
              <a:buFont typeface="Arial" panose="020B0604020202020204" pitchFamily="34" charset="0"/>
              <a:buChar char="•"/>
            </a:pPr>
            <a:r>
              <a:rPr lang="en-US" sz="2000" dirty="0"/>
              <a:t>Minerals </a:t>
            </a:r>
          </a:p>
          <a:p>
            <a:pPr marL="285750" indent="-285750">
              <a:buFont typeface="Arial" panose="020B0604020202020204" pitchFamily="34" charset="0"/>
              <a:buChar char="•"/>
            </a:pPr>
            <a:r>
              <a:rPr lang="en-US" sz="2000" dirty="0"/>
              <a:t>Vegetation </a:t>
            </a:r>
          </a:p>
          <a:p>
            <a:pPr marL="285750" indent="-285750">
              <a:buFont typeface="Arial" panose="020B0604020202020204" pitchFamily="34" charset="0"/>
              <a:buChar char="•"/>
            </a:pPr>
            <a:r>
              <a:rPr lang="en-US" sz="2000" dirty="0"/>
              <a:t>Wildlife</a:t>
            </a:r>
          </a:p>
        </p:txBody>
      </p:sp>
    </p:spTree>
    <p:extLst>
      <p:ext uri="{BB962C8B-B14F-4D97-AF65-F5344CB8AC3E}">
        <p14:creationId xmlns:p14="http://schemas.microsoft.com/office/powerpoint/2010/main" val="3283011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1030" name="Picture 6" descr="Renewable and Non-renewable Natural Resources">
            <a:extLst>
              <a:ext uri="{FF2B5EF4-FFF2-40B4-BE49-F238E27FC236}">
                <a16:creationId xmlns:a16="http://schemas.microsoft.com/office/drawing/2014/main" id="{B3DCD54B-A3A8-F435-F13E-C996630BC9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228" r="15761" b="-1"/>
          <a:stretch/>
        </p:blipFill>
        <p:spPr bwMode="auto">
          <a:xfrm>
            <a:off x="4999879" y="2334636"/>
            <a:ext cx="6869393" cy="326924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A6C0562-7278-7E95-5E9C-126C492D6221}"/>
              </a:ext>
            </a:extLst>
          </p:cNvPr>
          <p:cNvSpPr>
            <a:spLocks noGrp="1"/>
          </p:cNvSpPr>
          <p:nvPr>
            <p:ph type="title"/>
          </p:nvPr>
        </p:nvSpPr>
        <p:spPr>
          <a:xfrm>
            <a:off x="193183" y="519263"/>
            <a:ext cx="11582400" cy="526936"/>
          </a:xfrm>
        </p:spPr>
        <p:txBody>
          <a:bodyPr anchor="t"/>
          <a:lstStyle/>
          <a:p>
            <a:r>
              <a:rPr lang="en-US" sz="2800" cap="none" dirty="0"/>
              <a:t>Renewable and Non-Renewable Resources</a:t>
            </a:r>
          </a:p>
        </p:txBody>
      </p:sp>
      <p:sp>
        <p:nvSpPr>
          <p:cNvPr id="11" name="TextBox 10">
            <a:extLst>
              <a:ext uri="{FF2B5EF4-FFF2-40B4-BE49-F238E27FC236}">
                <a16:creationId xmlns:a16="http://schemas.microsoft.com/office/drawing/2014/main" id="{96B921B4-EA59-717D-CBA3-B99C251FC7DE}"/>
              </a:ext>
            </a:extLst>
          </p:cNvPr>
          <p:cNvSpPr txBox="1"/>
          <p:nvPr/>
        </p:nvSpPr>
        <p:spPr>
          <a:xfrm>
            <a:off x="673767" y="1170412"/>
            <a:ext cx="10645541" cy="830997"/>
          </a:xfrm>
          <a:prstGeom prst="rect">
            <a:avLst/>
          </a:prstGeom>
          <a:noFill/>
        </p:spPr>
        <p:txBody>
          <a:bodyPr wrap="square" rtlCol="0">
            <a:spAutoFit/>
          </a:bodyPr>
          <a:lstStyle/>
          <a:p>
            <a:pPr algn="l"/>
            <a:r>
              <a:rPr lang="en-US" sz="2400" dirty="0">
                <a:solidFill>
                  <a:srgbClr val="202122"/>
                </a:solidFill>
                <a:latin typeface="Arial" panose="020B0604020202020204" pitchFamily="34" charset="0"/>
              </a:rPr>
              <a:t>A </a:t>
            </a:r>
            <a:r>
              <a:rPr lang="en-US" sz="2400" b="1" dirty="0">
                <a:solidFill>
                  <a:srgbClr val="00B050"/>
                </a:solidFill>
                <a:latin typeface="Arial" panose="020B0604020202020204" pitchFamily="34" charset="0"/>
              </a:rPr>
              <a:t>Renewable Energy </a:t>
            </a:r>
            <a:r>
              <a:rPr lang="en-US" sz="2400" dirty="0">
                <a:solidFill>
                  <a:srgbClr val="202122"/>
                </a:solidFill>
                <a:latin typeface="Arial" panose="020B0604020202020204" pitchFamily="34" charset="0"/>
              </a:rPr>
              <a:t>is a </a:t>
            </a:r>
            <a:r>
              <a:rPr lang="en-US" sz="2400" dirty="0">
                <a:solidFill>
                  <a:srgbClr val="0070C0"/>
                </a:solidFill>
                <a:latin typeface="Arial" panose="020B0604020202020204" pitchFamily="34" charset="0"/>
              </a:rPr>
              <a:t>Natural Resource </a:t>
            </a:r>
            <a:r>
              <a:rPr lang="en-US" sz="2400" dirty="0">
                <a:solidFill>
                  <a:srgbClr val="202122"/>
                </a:solidFill>
                <a:latin typeface="Arial" panose="020B0604020202020204" pitchFamily="34" charset="0"/>
              </a:rPr>
              <a:t>that can be replenished naturally over time. </a:t>
            </a:r>
          </a:p>
        </p:txBody>
      </p:sp>
      <p:sp>
        <p:nvSpPr>
          <p:cNvPr id="3" name="TextBox 2">
            <a:extLst>
              <a:ext uri="{FF2B5EF4-FFF2-40B4-BE49-F238E27FC236}">
                <a16:creationId xmlns:a16="http://schemas.microsoft.com/office/drawing/2014/main" id="{9B7E3805-FBF3-457B-D5A9-707CFF85E135}"/>
              </a:ext>
            </a:extLst>
          </p:cNvPr>
          <p:cNvSpPr txBox="1"/>
          <p:nvPr/>
        </p:nvSpPr>
        <p:spPr>
          <a:xfrm>
            <a:off x="786061" y="3705337"/>
            <a:ext cx="4117226" cy="707886"/>
          </a:xfrm>
          <a:prstGeom prst="rect">
            <a:avLst/>
          </a:prstGeom>
          <a:noFill/>
        </p:spPr>
        <p:txBody>
          <a:bodyPr wrap="square" rtlCol="0">
            <a:spAutoFit/>
          </a:bodyPr>
          <a:lstStyle/>
          <a:p>
            <a:pPr algn="l"/>
            <a:r>
              <a:rPr lang="en-US" sz="2000" dirty="0">
                <a:solidFill>
                  <a:srgbClr val="202122"/>
                </a:solidFill>
                <a:latin typeface="Arial" panose="020B0604020202020204" pitchFamily="34" charset="0"/>
              </a:rPr>
              <a:t>They are especially important because they are rather </a:t>
            </a:r>
            <a:r>
              <a:rPr lang="en-US" sz="2000" b="1" dirty="0">
                <a:solidFill>
                  <a:srgbClr val="0070C0"/>
                </a:solidFill>
                <a:latin typeface="Arial" panose="020B0604020202020204" pitchFamily="34" charset="0"/>
              </a:rPr>
              <a:t>INFINITE</a:t>
            </a:r>
            <a:r>
              <a:rPr lang="en-US" sz="2000" dirty="0">
                <a:solidFill>
                  <a:srgbClr val="202122"/>
                </a:solidFill>
                <a:latin typeface="Arial" panose="020B0604020202020204" pitchFamily="34" charset="0"/>
              </a:rPr>
              <a:t>.</a:t>
            </a:r>
          </a:p>
        </p:txBody>
      </p:sp>
      <p:sp>
        <p:nvSpPr>
          <p:cNvPr id="5" name="TextBox 4">
            <a:extLst>
              <a:ext uri="{FF2B5EF4-FFF2-40B4-BE49-F238E27FC236}">
                <a16:creationId xmlns:a16="http://schemas.microsoft.com/office/drawing/2014/main" id="{86D1189F-4415-C553-02EB-1CE1219CE982}"/>
              </a:ext>
            </a:extLst>
          </p:cNvPr>
          <p:cNvSpPr txBox="1"/>
          <p:nvPr/>
        </p:nvSpPr>
        <p:spPr>
          <a:xfrm>
            <a:off x="786060" y="3007261"/>
            <a:ext cx="4411581" cy="707886"/>
          </a:xfrm>
          <a:prstGeom prst="rect">
            <a:avLst/>
          </a:prstGeom>
          <a:noFill/>
        </p:spPr>
        <p:txBody>
          <a:bodyPr wrap="square" rtlCol="0">
            <a:spAutoFit/>
          </a:bodyPr>
          <a:lstStyle/>
          <a:p>
            <a:pPr algn="l"/>
            <a:r>
              <a:rPr lang="en-US" sz="2000" dirty="0">
                <a:solidFill>
                  <a:srgbClr val="202122"/>
                </a:solidFill>
                <a:latin typeface="Arial" panose="020B0604020202020204" pitchFamily="34" charset="0"/>
              </a:rPr>
              <a:t>They offer </a:t>
            </a:r>
            <a:r>
              <a:rPr lang="en-US" sz="2000" b="1" dirty="0">
                <a:solidFill>
                  <a:srgbClr val="0070C0"/>
                </a:solidFill>
                <a:latin typeface="Arial" panose="020B0604020202020204" pitchFamily="34" charset="0"/>
              </a:rPr>
              <a:t>CLEANER</a:t>
            </a:r>
            <a:r>
              <a:rPr lang="en-US" sz="2000" dirty="0">
                <a:solidFill>
                  <a:srgbClr val="202122"/>
                </a:solidFill>
                <a:latin typeface="Arial" panose="020B0604020202020204" pitchFamily="34" charset="0"/>
              </a:rPr>
              <a:t> energy solutions.</a:t>
            </a:r>
          </a:p>
        </p:txBody>
      </p:sp>
    </p:spTree>
    <p:extLst>
      <p:ext uri="{BB962C8B-B14F-4D97-AF65-F5344CB8AC3E}">
        <p14:creationId xmlns:p14="http://schemas.microsoft.com/office/powerpoint/2010/main" val="3088863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8" name="Title 1">
            <a:extLst>
              <a:ext uri="{FF2B5EF4-FFF2-40B4-BE49-F238E27FC236}">
                <a16:creationId xmlns:a16="http://schemas.microsoft.com/office/drawing/2014/main" id="{10336D53-80D6-9B25-F737-4D1C77246C2A}"/>
              </a:ext>
            </a:extLst>
          </p:cNvPr>
          <p:cNvSpPr>
            <a:spLocks noGrp="1"/>
          </p:cNvSpPr>
          <p:nvPr>
            <p:ph type="title"/>
          </p:nvPr>
        </p:nvSpPr>
        <p:spPr/>
        <p:txBody>
          <a:bodyPr anchor="t"/>
          <a:lstStyle/>
          <a:p>
            <a:r>
              <a:rPr lang="en-US" sz="2800" cap="none" dirty="0">
                <a:solidFill>
                  <a:srgbClr val="202124"/>
                </a:solidFill>
                <a:latin typeface="arial" panose="020B0604020202020204" pitchFamily="34" charset="0"/>
              </a:rPr>
              <a:t>Major Benefits of Renewable Energy</a:t>
            </a:r>
            <a:endParaRPr lang="en-US" sz="2800" b="0" i="0" cap="none" dirty="0">
              <a:solidFill>
                <a:srgbClr val="202124"/>
              </a:solidFill>
              <a:effectLst/>
              <a:latin typeface="arial" panose="020B0604020202020204" pitchFamily="34" charset="0"/>
            </a:endParaRPr>
          </a:p>
        </p:txBody>
      </p:sp>
      <p:sp>
        <p:nvSpPr>
          <p:cNvPr id="3" name="Picture Placeholder 2">
            <a:extLst>
              <a:ext uri="{FF2B5EF4-FFF2-40B4-BE49-F238E27FC236}">
                <a16:creationId xmlns:a16="http://schemas.microsoft.com/office/drawing/2014/main" id="{4324CCCD-769A-6AA1-7562-F417AF047C51}"/>
              </a:ext>
            </a:extLst>
          </p:cNvPr>
          <p:cNvSpPr>
            <a:spLocks noGrp="1"/>
          </p:cNvSpPr>
          <p:nvPr>
            <p:ph type="pic" sz="quarter" idx="14"/>
          </p:nvPr>
        </p:nvSpPr>
        <p:spPr/>
        <p:txBody>
          <a:bodyPr/>
          <a:lstStyle/>
          <a:p>
            <a:endParaRPr lang="en-GB"/>
          </a:p>
        </p:txBody>
      </p:sp>
      <p:sp>
        <p:nvSpPr>
          <p:cNvPr id="4" name="Text Placeholder 3">
            <a:extLst>
              <a:ext uri="{FF2B5EF4-FFF2-40B4-BE49-F238E27FC236}">
                <a16:creationId xmlns:a16="http://schemas.microsoft.com/office/drawing/2014/main" id="{024A4AEC-33D3-8C8D-8672-E2A6496F4E6D}"/>
              </a:ext>
            </a:extLst>
          </p:cNvPr>
          <p:cNvSpPr>
            <a:spLocks noGrp="1"/>
          </p:cNvSpPr>
          <p:nvPr>
            <p:ph type="body" sz="quarter" idx="15"/>
          </p:nvPr>
        </p:nvSpPr>
        <p:spPr/>
        <p:txBody>
          <a:bodyPr/>
          <a:lstStyle/>
          <a:p>
            <a:pPr marL="800100" lvl="1" indent="-342900">
              <a:lnSpc>
                <a:spcPct val="100000"/>
              </a:lnSpc>
              <a:buFont typeface="Arial" panose="020B0604020202020204" pitchFamily="34" charset="0"/>
              <a:buChar char="•"/>
            </a:pPr>
            <a:r>
              <a:rPr lang="en-US" sz="2400" dirty="0">
                <a:solidFill>
                  <a:schemeClr val="bg1"/>
                </a:solidFill>
                <a:latin typeface="BentonSansRegular"/>
              </a:rPr>
              <a:t>Less Global Warming </a:t>
            </a:r>
          </a:p>
          <a:p>
            <a:pPr marL="800100" lvl="1" indent="-342900">
              <a:lnSpc>
                <a:spcPct val="100000"/>
              </a:lnSpc>
              <a:buFont typeface="Arial" panose="020B0604020202020204" pitchFamily="34" charset="0"/>
              <a:buChar char="•"/>
            </a:pPr>
            <a:r>
              <a:rPr lang="en-US" sz="2400" dirty="0">
                <a:solidFill>
                  <a:schemeClr val="bg1"/>
                </a:solidFill>
                <a:latin typeface="BentonSansRegular"/>
              </a:rPr>
              <a:t>Improving Public Health </a:t>
            </a:r>
          </a:p>
          <a:p>
            <a:pPr marL="800100" lvl="1" indent="-342900">
              <a:lnSpc>
                <a:spcPct val="100000"/>
              </a:lnSpc>
              <a:buFont typeface="Arial" panose="020B0604020202020204" pitchFamily="34" charset="0"/>
              <a:buChar char="•"/>
            </a:pPr>
            <a:r>
              <a:rPr lang="en-US" sz="2400" dirty="0">
                <a:solidFill>
                  <a:schemeClr val="bg1"/>
                </a:solidFill>
                <a:latin typeface="BentonSansRegular"/>
              </a:rPr>
              <a:t>Inexhaustible Energy </a:t>
            </a:r>
          </a:p>
          <a:p>
            <a:pPr marL="800100" lvl="1" indent="-342900">
              <a:lnSpc>
                <a:spcPct val="100000"/>
              </a:lnSpc>
              <a:buFont typeface="Arial" panose="020B0604020202020204" pitchFamily="34" charset="0"/>
              <a:buChar char="•"/>
            </a:pPr>
            <a:r>
              <a:rPr lang="en-US" sz="2400" dirty="0">
                <a:solidFill>
                  <a:schemeClr val="bg1"/>
                </a:solidFill>
                <a:latin typeface="BentonSansRegular"/>
              </a:rPr>
              <a:t>New Jobs and other Economic Benefits</a:t>
            </a:r>
          </a:p>
          <a:p>
            <a:pPr marL="800100" lvl="1" indent="-342900">
              <a:lnSpc>
                <a:spcPct val="100000"/>
              </a:lnSpc>
              <a:buFont typeface="Arial" panose="020B0604020202020204" pitchFamily="34" charset="0"/>
              <a:buChar char="•"/>
            </a:pPr>
            <a:r>
              <a:rPr lang="en-US" sz="2400" dirty="0">
                <a:solidFill>
                  <a:schemeClr val="bg1"/>
                </a:solidFill>
                <a:latin typeface="BentonSansRegular"/>
              </a:rPr>
              <a:t>Stable Energy Prices</a:t>
            </a:r>
          </a:p>
          <a:p>
            <a:pPr marL="800100" lvl="1" indent="-342900">
              <a:lnSpc>
                <a:spcPct val="100000"/>
              </a:lnSpc>
              <a:buFont typeface="Arial" panose="020B0604020202020204" pitchFamily="34" charset="0"/>
              <a:buChar char="•"/>
            </a:pPr>
            <a:r>
              <a:rPr lang="en-US" sz="2400" dirty="0">
                <a:solidFill>
                  <a:schemeClr val="bg1"/>
                </a:solidFill>
                <a:latin typeface="BentonSansRegular"/>
              </a:rPr>
              <a:t>Reliability and Resilience</a:t>
            </a:r>
          </a:p>
          <a:p>
            <a:pPr>
              <a:lnSpc>
                <a:spcPct val="100000"/>
              </a:lnSpc>
            </a:pPr>
            <a:endParaRPr lang="en-GB" sz="1600" dirty="0"/>
          </a:p>
        </p:txBody>
      </p:sp>
      <p:pic>
        <p:nvPicPr>
          <p:cNvPr id="2" name="Picture 6" descr="Renewable and Non-renewable Natural Resources">
            <a:extLst>
              <a:ext uri="{FF2B5EF4-FFF2-40B4-BE49-F238E27FC236}">
                <a16:creationId xmlns:a16="http://schemas.microsoft.com/office/drawing/2014/main" id="{0D493483-F1F3-BDF5-DE9E-F0FF59F89E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874" r="15761"/>
          <a:stretch/>
        </p:blipFill>
        <p:spPr bwMode="auto">
          <a:xfrm>
            <a:off x="8348155" y="4216935"/>
            <a:ext cx="2971154" cy="19277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n focus: Renewable energy in Europe | European Commission">
            <a:extLst>
              <a:ext uri="{FF2B5EF4-FFF2-40B4-BE49-F238E27FC236}">
                <a16:creationId xmlns:a16="http://schemas.microsoft.com/office/drawing/2014/main" id="{FAFBF4DF-32A9-B102-D458-CCE6A06DD1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1035" y="1895952"/>
            <a:ext cx="4259757" cy="2071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849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9A6C0562-7278-7E95-5E9C-126C492D6221}"/>
              </a:ext>
            </a:extLst>
          </p:cNvPr>
          <p:cNvSpPr>
            <a:spLocks noGrp="1"/>
          </p:cNvSpPr>
          <p:nvPr>
            <p:ph type="title"/>
          </p:nvPr>
        </p:nvSpPr>
        <p:spPr>
          <a:xfrm>
            <a:off x="503495" y="437141"/>
            <a:ext cx="11582400" cy="526936"/>
          </a:xfrm>
        </p:spPr>
        <p:txBody>
          <a:bodyPr anchor="t"/>
          <a:lstStyle/>
          <a:p>
            <a:r>
              <a:rPr lang="en-US" sz="2800" cap="none" dirty="0"/>
              <a:t>Efficient Use of Natural Resources</a:t>
            </a:r>
          </a:p>
        </p:txBody>
      </p:sp>
      <p:sp>
        <p:nvSpPr>
          <p:cNvPr id="5" name="TextBox 4">
            <a:extLst>
              <a:ext uri="{FF2B5EF4-FFF2-40B4-BE49-F238E27FC236}">
                <a16:creationId xmlns:a16="http://schemas.microsoft.com/office/drawing/2014/main" id="{21BA12DA-EF27-6574-B9E9-0DB72070671D}"/>
              </a:ext>
            </a:extLst>
          </p:cNvPr>
          <p:cNvSpPr txBox="1"/>
          <p:nvPr/>
        </p:nvSpPr>
        <p:spPr>
          <a:xfrm>
            <a:off x="1290320" y="6371457"/>
            <a:ext cx="10901680" cy="307777"/>
          </a:xfrm>
          <a:prstGeom prst="rect">
            <a:avLst/>
          </a:prstGeom>
          <a:noFill/>
        </p:spPr>
        <p:txBody>
          <a:bodyPr wrap="square">
            <a:spAutoFit/>
          </a:bodyPr>
          <a:lstStyle/>
          <a:p>
            <a:r>
              <a:rPr lang="en-US" sz="1400" dirty="0">
                <a:hlinkClick r:id="rId3"/>
              </a:rPr>
              <a:t>https://www.eea.europa.eu/themes/waste/resource-efficiency/why-is-resource-efficiency-important</a:t>
            </a:r>
            <a:endParaRPr lang="en-US" sz="1400" dirty="0"/>
          </a:p>
        </p:txBody>
      </p:sp>
      <p:pic>
        <p:nvPicPr>
          <p:cNvPr id="1026" name="Picture 2" descr="European Environment Agency">
            <a:extLst>
              <a:ext uri="{FF2B5EF4-FFF2-40B4-BE49-F238E27FC236}">
                <a16:creationId xmlns:a16="http://schemas.microsoft.com/office/drawing/2014/main" id="{3629D7AD-1C45-A829-3F08-0BA64845FE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6665" y="6205958"/>
            <a:ext cx="2729230" cy="5601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 theme">
            <a:extLst>
              <a:ext uri="{FF2B5EF4-FFF2-40B4-BE49-F238E27FC236}">
                <a16:creationId xmlns:a16="http://schemas.microsoft.com/office/drawing/2014/main" id="{97578F62-9B31-2622-0324-0C6E80440D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58957" y="1050904"/>
            <a:ext cx="4712840" cy="334183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6B921B4-EA59-717D-CBA3-B99C251FC7DE}"/>
              </a:ext>
            </a:extLst>
          </p:cNvPr>
          <p:cNvSpPr txBox="1"/>
          <p:nvPr/>
        </p:nvSpPr>
        <p:spPr>
          <a:xfrm>
            <a:off x="342123" y="2142805"/>
            <a:ext cx="6916834" cy="2616101"/>
          </a:xfrm>
          <a:prstGeom prst="rect">
            <a:avLst/>
          </a:prstGeom>
          <a:noFill/>
        </p:spPr>
        <p:txBody>
          <a:bodyPr wrap="square" rtlCol="0">
            <a:spAutoFit/>
          </a:bodyPr>
          <a:lstStyle/>
          <a:p>
            <a:pPr marL="285750" indent="-285750">
              <a:buFont typeface="Arial" panose="020B0604020202020204" pitchFamily="34" charset="0"/>
              <a:buChar char="•"/>
            </a:pPr>
            <a:r>
              <a:rPr lang="en-US" sz="2000" dirty="0"/>
              <a:t>Economy relies on </a:t>
            </a:r>
            <a:r>
              <a:rPr lang="en-US" sz="2000" dirty="0">
                <a:solidFill>
                  <a:srgbClr val="00B050"/>
                </a:solidFill>
              </a:rPr>
              <a:t>sustainable</a:t>
            </a:r>
            <a:r>
              <a:rPr lang="en-US" sz="2000" dirty="0"/>
              <a:t> </a:t>
            </a:r>
            <a:r>
              <a:rPr lang="en-US" sz="2000" dirty="0">
                <a:solidFill>
                  <a:srgbClr val="00B050"/>
                </a:solidFill>
              </a:rPr>
              <a:t>ecosystem</a:t>
            </a:r>
            <a:r>
              <a:rPr lang="en-US" sz="2000" dirty="0"/>
              <a:t> (providing </a:t>
            </a:r>
            <a:r>
              <a:rPr lang="en-US" sz="2000" dirty="0">
                <a:solidFill>
                  <a:srgbClr val="00B050"/>
                </a:solidFill>
              </a:rPr>
              <a:t>resources</a:t>
            </a:r>
            <a:r>
              <a:rPr lang="en-US" sz="2000" dirty="0"/>
              <a:t>, and absorbing the </a:t>
            </a:r>
            <a:r>
              <a:rPr lang="en-US" sz="2000" dirty="0">
                <a:solidFill>
                  <a:srgbClr val="FF0000"/>
                </a:solidFill>
              </a:rPr>
              <a:t>waste</a:t>
            </a:r>
            <a:r>
              <a:rPr lang="en-US" sz="2000" dirty="0"/>
              <a:t> and </a:t>
            </a:r>
            <a:r>
              <a:rPr lang="en-US" sz="2000" dirty="0">
                <a:solidFill>
                  <a:srgbClr val="FF0000"/>
                </a:solidFill>
              </a:rPr>
              <a:t>pollution</a:t>
            </a:r>
            <a:r>
              <a:rPr lang="en-US" sz="2000" dirty="0"/>
              <a: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solidFill>
                  <a:srgbClr val="00B050"/>
                </a:solidFill>
              </a:rPr>
              <a:t>Natural</a:t>
            </a:r>
            <a:r>
              <a:rPr lang="en-US" sz="2000" dirty="0"/>
              <a:t> </a:t>
            </a:r>
            <a:r>
              <a:rPr lang="en-US" sz="2000" dirty="0">
                <a:solidFill>
                  <a:srgbClr val="00B050"/>
                </a:solidFill>
              </a:rPr>
              <a:t>Resources</a:t>
            </a:r>
            <a:r>
              <a:rPr lang="en-US" sz="2000" dirty="0"/>
              <a:t> are capitals! If we </a:t>
            </a:r>
            <a:r>
              <a:rPr lang="en-US" sz="2000" dirty="0">
                <a:solidFill>
                  <a:srgbClr val="00B050"/>
                </a:solidFill>
              </a:rPr>
              <a:t>maintain</a:t>
            </a:r>
            <a:r>
              <a:rPr lang="en-US" sz="2000" dirty="0"/>
              <a:t> them then they provide us constantly and over-exploiting reduces their capacity later.</a:t>
            </a:r>
          </a:p>
          <a:p>
            <a:pPr marL="285750" indent="-285750">
              <a:buFont typeface="Arial" panose="020B0604020202020204" pitchFamily="34" charset="0"/>
              <a:buChar char="•"/>
            </a:pPr>
            <a:endParaRPr lang="en-US" sz="2400" b="1" dirty="0"/>
          </a:p>
        </p:txBody>
      </p:sp>
      <p:sp>
        <p:nvSpPr>
          <p:cNvPr id="3" name="TextBox 2">
            <a:extLst>
              <a:ext uri="{FF2B5EF4-FFF2-40B4-BE49-F238E27FC236}">
                <a16:creationId xmlns:a16="http://schemas.microsoft.com/office/drawing/2014/main" id="{8C33322C-8F0B-EA28-8905-E0179547530C}"/>
              </a:ext>
            </a:extLst>
          </p:cNvPr>
          <p:cNvSpPr txBox="1"/>
          <p:nvPr/>
        </p:nvSpPr>
        <p:spPr>
          <a:xfrm>
            <a:off x="893971" y="5125077"/>
            <a:ext cx="11298029" cy="954107"/>
          </a:xfrm>
          <a:prstGeom prst="rect">
            <a:avLst/>
          </a:prstGeom>
          <a:noFill/>
        </p:spPr>
        <p:txBody>
          <a:bodyPr wrap="square">
            <a:spAutoFit/>
          </a:bodyPr>
          <a:lstStyle/>
          <a:p>
            <a:pPr algn="ctr"/>
            <a:r>
              <a:rPr lang="en-US" sz="2800" b="1" dirty="0">
                <a:solidFill>
                  <a:srgbClr val="00B050"/>
                </a:solidFill>
              </a:rPr>
              <a:t>We can't keep taking ever more resources from the environment and generating ever more waste!</a:t>
            </a:r>
          </a:p>
        </p:txBody>
      </p:sp>
    </p:spTree>
    <p:extLst>
      <p:ext uri="{BB962C8B-B14F-4D97-AF65-F5344CB8AC3E}">
        <p14:creationId xmlns:p14="http://schemas.microsoft.com/office/powerpoint/2010/main" val="1224427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Box 1">
            <a:extLst>
              <a:ext uri="{FF2B5EF4-FFF2-40B4-BE49-F238E27FC236}">
                <a16:creationId xmlns:a16="http://schemas.microsoft.com/office/drawing/2014/main" id="{7873DC0C-6411-B310-75C6-1368AE99B008}"/>
              </a:ext>
            </a:extLst>
          </p:cNvPr>
          <p:cNvSpPr txBox="1"/>
          <p:nvPr/>
        </p:nvSpPr>
        <p:spPr>
          <a:xfrm>
            <a:off x="151598" y="42802"/>
            <a:ext cx="9801768" cy="424441"/>
          </a:xfrm>
          <a:prstGeom prst="rect">
            <a:avLst/>
          </a:prstGeom>
        </p:spPr>
        <p:txBody>
          <a:bodyPr vert="horz" lIns="91440" tIns="45720" rIns="91440" bIns="45720" rtlCol="0" anchor="t">
            <a:noAutofit/>
          </a:bodyPr>
          <a:lstStyle>
            <a:lvl1pPr>
              <a:lnSpc>
                <a:spcPct val="90000"/>
              </a:lnSpc>
              <a:spcBef>
                <a:spcPct val="0"/>
              </a:spcBef>
              <a:buNone/>
              <a:defRPr sz="2800" b="1" i="0" cap="none" baseline="0">
                <a:solidFill>
                  <a:srgbClr val="202124"/>
                </a:solidFill>
                <a:latin typeface="arial" panose="020B0604020202020204" pitchFamily="34" charset="0"/>
                <a:ea typeface="+mj-ea"/>
                <a:cs typeface="+mj-cs"/>
              </a:defRPr>
            </a:lvl1pPr>
          </a:lstStyle>
          <a:p>
            <a:r>
              <a:rPr lang="en-US" sz="3200" dirty="0">
                <a:solidFill>
                  <a:schemeClr val="tx1"/>
                </a:solidFill>
              </a:rPr>
              <a:t>Waste</a:t>
            </a:r>
          </a:p>
        </p:txBody>
      </p:sp>
      <p:sp>
        <p:nvSpPr>
          <p:cNvPr id="7" name="TextBox 6">
            <a:extLst>
              <a:ext uri="{FF2B5EF4-FFF2-40B4-BE49-F238E27FC236}">
                <a16:creationId xmlns:a16="http://schemas.microsoft.com/office/drawing/2014/main" id="{67AF2DAF-6A77-114B-0382-B59F06B4505B}"/>
              </a:ext>
            </a:extLst>
          </p:cNvPr>
          <p:cNvSpPr txBox="1"/>
          <p:nvPr/>
        </p:nvSpPr>
        <p:spPr>
          <a:xfrm>
            <a:off x="151598" y="6538199"/>
            <a:ext cx="6097604" cy="276999"/>
          </a:xfrm>
          <a:prstGeom prst="rect">
            <a:avLst/>
          </a:prstGeom>
          <a:noFill/>
        </p:spPr>
        <p:txBody>
          <a:bodyPr wrap="square">
            <a:spAutoFit/>
          </a:bodyPr>
          <a:lstStyle/>
          <a:p>
            <a:r>
              <a:rPr lang="en-US" sz="1200" dirty="0">
                <a:hlinkClick r:id="rId3"/>
              </a:rPr>
              <a:t>https://www.conserve-energy-future.com/sustainable-practices-waste-management.php</a:t>
            </a:r>
            <a:r>
              <a:rPr lang="en-US" sz="1200" dirty="0"/>
              <a:t> </a:t>
            </a:r>
          </a:p>
        </p:txBody>
      </p:sp>
      <p:sp>
        <p:nvSpPr>
          <p:cNvPr id="9" name="TextBox 8">
            <a:extLst>
              <a:ext uri="{FF2B5EF4-FFF2-40B4-BE49-F238E27FC236}">
                <a16:creationId xmlns:a16="http://schemas.microsoft.com/office/drawing/2014/main" id="{BDFD357A-1DB3-6237-8DE9-6A1332E97310}"/>
              </a:ext>
            </a:extLst>
          </p:cNvPr>
          <p:cNvSpPr txBox="1"/>
          <p:nvPr/>
        </p:nvSpPr>
        <p:spPr>
          <a:xfrm>
            <a:off x="1104498" y="6339286"/>
            <a:ext cx="7991375" cy="276999"/>
          </a:xfrm>
          <a:prstGeom prst="rect">
            <a:avLst/>
          </a:prstGeom>
          <a:noFill/>
        </p:spPr>
        <p:txBody>
          <a:bodyPr wrap="square">
            <a:spAutoFit/>
          </a:bodyPr>
          <a:lstStyle/>
          <a:p>
            <a:r>
              <a:rPr lang="en-US" sz="1200" dirty="0">
                <a:hlinkClick r:id="rId4"/>
              </a:rPr>
              <a:t>https://www.wm.com/content/dam/wm/documents/RecyclingResources/Posters-Guides-Tools/Recycling-Myths.pdf</a:t>
            </a:r>
            <a:r>
              <a:rPr lang="en-US" sz="1200" dirty="0"/>
              <a:t> </a:t>
            </a:r>
          </a:p>
        </p:txBody>
      </p:sp>
      <p:sp>
        <p:nvSpPr>
          <p:cNvPr id="6" name="TextBox 5">
            <a:extLst>
              <a:ext uri="{FF2B5EF4-FFF2-40B4-BE49-F238E27FC236}">
                <a16:creationId xmlns:a16="http://schemas.microsoft.com/office/drawing/2014/main" id="{0F997DA6-E6A7-EE0E-7AF1-FEB797483186}"/>
              </a:ext>
            </a:extLst>
          </p:cNvPr>
          <p:cNvSpPr txBox="1"/>
          <p:nvPr/>
        </p:nvSpPr>
        <p:spPr>
          <a:xfrm>
            <a:off x="497283" y="2459911"/>
            <a:ext cx="6097604" cy="1323439"/>
          </a:xfrm>
          <a:prstGeom prst="rect">
            <a:avLst/>
          </a:prstGeom>
          <a:noFill/>
        </p:spPr>
        <p:txBody>
          <a:bodyPr wrap="square">
            <a:spAutoFit/>
          </a:bodyPr>
          <a:lstStyle/>
          <a:p>
            <a:r>
              <a:rPr lang="en-US" sz="2000" dirty="0"/>
              <a:t>We humans generate a lot of waste which affects:</a:t>
            </a:r>
          </a:p>
          <a:p>
            <a:pPr marL="742950" lvl="1" indent="-285750">
              <a:buFont typeface="Courier New" panose="02070309020205020404" pitchFamily="49" charset="0"/>
              <a:buChar char="o"/>
            </a:pPr>
            <a:r>
              <a:rPr lang="en-US" sz="2000" dirty="0"/>
              <a:t>Air</a:t>
            </a:r>
          </a:p>
          <a:p>
            <a:pPr marL="742950" lvl="1" indent="-285750">
              <a:buFont typeface="Courier New" panose="02070309020205020404" pitchFamily="49" charset="0"/>
              <a:buChar char="o"/>
            </a:pPr>
            <a:r>
              <a:rPr lang="en-US" sz="2000" dirty="0"/>
              <a:t>Water</a:t>
            </a:r>
          </a:p>
          <a:p>
            <a:pPr marL="742950" lvl="1" indent="-285750">
              <a:buFont typeface="Courier New" panose="02070309020205020404" pitchFamily="49" charset="0"/>
              <a:buChar char="o"/>
            </a:pPr>
            <a:r>
              <a:rPr lang="en-US" sz="2000" dirty="0"/>
              <a:t>Land</a:t>
            </a:r>
          </a:p>
        </p:txBody>
      </p:sp>
      <p:sp>
        <p:nvSpPr>
          <p:cNvPr id="12" name="TextBox 11">
            <a:extLst>
              <a:ext uri="{FF2B5EF4-FFF2-40B4-BE49-F238E27FC236}">
                <a16:creationId xmlns:a16="http://schemas.microsoft.com/office/drawing/2014/main" id="{E89C93D5-71C8-01E5-EAF2-573B0EA49BBA}"/>
              </a:ext>
            </a:extLst>
          </p:cNvPr>
          <p:cNvSpPr txBox="1"/>
          <p:nvPr/>
        </p:nvSpPr>
        <p:spPr>
          <a:xfrm>
            <a:off x="497283" y="3716748"/>
            <a:ext cx="11503838" cy="1631216"/>
          </a:xfrm>
          <a:prstGeom prst="rect">
            <a:avLst/>
          </a:prstGeom>
          <a:noFill/>
        </p:spPr>
        <p:txBody>
          <a:bodyPr wrap="square">
            <a:spAutoFit/>
          </a:bodyPr>
          <a:lstStyle/>
          <a:p>
            <a:r>
              <a:rPr lang="en-US" sz="2000" dirty="0"/>
              <a:t>Some of the </a:t>
            </a:r>
            <a:r>
              <a:rPr lang="en-US" sz="2000" b="1" dirty="0"/>
              <a:t>main</a:t>
            </a:r>
            <a:r>
              <a:rPr lang="en-US" sz="2000" dirty="0"/>
              <a:t> types of </a:t>
            </a:r>
            <a:r>
              <a:rPr lang="en-US" sz="2000" dirty="0">
                <a:solidFill>
                  <a:srgbClr val="FF0000"/>
                </a:solidFill>
              </a:rPr>
              <a:t>Wastes</a:t>
            </a:r>
            <a:r>
              <a:rPr lang="en-US" sz="2000" dirty="0"/>
              <a:t>:</a:t>
            </a:r>
          </a:p>
          <a:p>
            <a:pPr marL="742950" lvl="1" indent="-285750">
              <a:buFont typeface="Courier New" panose="02070309020205020404" pitchFamily="49" charset="0"/>
              <a:buChar char="o"/>
            </a:pPr>
            <a:r>
              <a:rPr lang="en-US" sz="2000" b="1" dirty="0"/>
              <a:t>Municipal</a:t>
            </a:r>
            <a:r>
              <a:rPr lang="en-US" sz="2000" dirty="0"/>
              <a:t>, which includes household, commercial and demolition waste; </a:t>
            </a:r>
          </a:p>
          <a:p>
            <a:pPr marL="742950" lvl="1" indent="-285750">
              <a:buFont typeface="Courier New" panose="02070309020205020404" pitchFamily="49" charset="0"/>
              <a:buChar char="o"/>
            </a:pPr>
            <a:r>
              <a:rPr lang="en-US" sz="2000" b="1" dirty="0"/>
              <a:t>E-waste</a:t>
            </a:r>
            <a:r>
              <a:rPr lang="en-US" sz="2000" dirty="0"/>
              <a:t>, which includes computer parts, other electronics;</a:t>
            </a:r>
          </a:p>
          <a:p>
            <a:pPr marL="742950" lvl="1" indent="-285750">
              <a:buFont typeface="Courier New" panose="02070309020205020404" pitchFamily="49" charset="0"/>
              <a:buChar char="o"/>
            </a:pPr>
            <a:r>
              <a:rPr lang="en-US" sz="2000" b="1" dirty="0"/>
              <a:t>Radioactive</a:t>
            </a:r>
            <a:r>
              <a:rPr lang="en-US" sz="2000" dirty="0"/>
              <a:t> waste</a:t>
            </a:r>
          </a:p>
          <a:p>
            <a:pPr marL="742950" lvl="1" indent="-285750">
              <a:buFont typeface="Courier New" panose="02070309020205020404" pitchFamily="49" charset="0"/>
              <a:buChar char="o"/>
            </a:pPr>
            <a:r>
              <a:rPr lang="en-US" sz="2000" b="1" dirty="0"/>
              <a:t>Manufacturing</a:t>
            </a:r>
            <a:r>
              <a:rPr lang="en-US" sz="2000" dirty="0"/>
              <a:t> </a:t>
            </a:r>
            <a:r>
              <a:rPr lang="en-US" sz="2000" b="1" dirty="0"/>
              <a:t>Material</a:t>
            </a:r>
            <a:r>
              <a:rPr lang="en-US" sz="2000" dirty="0"/>
              <a:t> waste.</a:t>
            </a:r>
          </a:p>
        </p:txBody>
      </p:sp>
      <p:pic>
        <p:nvPicPr>
          <p:cNvPr id="2050" name="Picture 2" descr="Overview - Waste - Eurostat">
            <a:extLst>
              <a:ext uri="{FF2B5EF4-FFF2-40B4-BE49-F238E27FC236}">
                <a16:creationId xmlns:a16="http://schemas.microsoft.com/office/drawing/2014/main" id="{BD1AB85E-1D70-B4EE-B69C-452D9B726B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01499" y="1397779"/>
            <a:ext cx="1719632" cy="114871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e Human Footprint: Air Pollution and Solid Waste - Population Education">
            <a:extLst>
              <a:ext uri="{FF2B5EF4-FFF2-40B4-BE49-F238E27FC236}">
                <a16:creationId xmlns:a16="http://schemas.microsoft.com/office/drawing/2014/main" id="{3BD041C1-5ECA-692F-1B1F-586642B5F2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1433" y="1380205"/>
            <a:ext cx="1387181" cy="115598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ypes, Sources, Effects and Solutions of Wastewater on Our Environment |  Earth Eclipse">
            <a:extLst>
              <a:ext uri="{FF2B5EF4-FFF2-40B4-BE49-F238E27FC236}">
                <a16:creationId xmlns:a16="http://schemas.microsoft.com/office/drawing/2014/main" id="{290DDDC2-67A3-FB72-C487-CE2491D023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93318" y="1380205"/>
            <a:ext cx="1713477" cy="115065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Practical approaches to controlling waste in manufacturing - AMTIL">
            <a:extLst>
              <a:ext uri="{FF2B5EF4-FFF2-40B4-BE49-F238E27FC236}">
                <a16:creationId xmlns:a16="http://schemas.microsoft.com/office/drawing/2014/main" id="{E8EE7F49-DC73-EFE8-2CDD-CCB1122D9A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20743" y="2818088"/>
            <a:ext cx="1900388" cy="110345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Why should you let the concepts of the Zero waste movement to enter your  life right now? - NoNags.com">
            <a:extLst>
              <a:ext uri="{FF2B5EF4-FFF2-40B4-BE49-F238E27FC236}">
                <a16:creationId xmlns:a16="http://schemas.microsoft.com/office/drawing/2014/main" id="{AC980D77-187B-C90E-2FEF-3191059082C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47121" y="2818088"/>
            <a:ext cx="1792281" cy="1103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174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Box 1">
            <a:extLst>
              <a:ext uri="{FF2B5EF4-FFF2-40B4-BE49-F238E27FC236}">
                <a16:creationId xmlns:a16="http://schemas.microsoft.com/office/drawing/2014/main" id="{7873DC0C-6411-B310-75C6-1368AE99B008}"/>
              </a:ext>
            </a:extLst>
          </p:cNvPr>
          <p:cNvSpPr txBox="1"/>
          <p:nvPr/>
        </p:nvSpPr>
        <p:spPr>
          <a:xfrm>
            <a:off x="2530699" y="510987"/>
            <a:ext cx="9953366" cy="424441"/>
          </a:xfrm>
          <a:prstGeom prst="rect">
            <a:avLst/>
          </a:prstGeom>
        </p:spPr>
        <p:txBody>
          <a:bodyPr vert="horz" lIns="91440" tIns="45720" rIns="91440" bIns="45720" rtlCol="0" anchor="t">
            <a:noAutofit/>
          </a:bodyPr>
          <a:lstStyle>
            <a:lvl1pPr>
              <a:lnSpc>
                <a:spcPct val="90000"/>
              </a:lnSpc>
              <a:spcBef>
                <a:spcPct val="0"/>
              </a:spcBef>
              <a:buNone/>
              <a:defRPr sz="2800" b="1" i="0" cap="none" baseline="0">
                <a:solidFill>
                  <a:srgbClr val="202124"/>
                </a:solidFill>
                <a:latin typeface="arial" panose="020B0604020202020204" pitchFamily="34" charset="0"/>
                <a:ea typeface="+mj-ea"/>
                <a:cs typeface="+mj-cs"/>
              </a:defRPr>
            </a:lvl1pPr>
          </a:lstStyle>
          <a:p>
            <a:endParaRPr lang="en-US" dirty="0">
              <a:solidFill>
                <a:schemeClr val="tx1"/>
              </a:solidFill>
            </a:endParaRPr>
          </a:p>
        </p:txBody>
      </p:sp>
      <p:sp>
        <p:nvSpPr>
          <p:cNvPr id="7" name="TextBox 6">
            <a:extLst>
              <a:ext uri="{FF2B5EF4-FFF2-40B4-BE49-F238E27FC236}">
                <a16:creationId xmlns:a16="http://schemas.microsoft.com/office/drawing/2014/main" id="{67AF2DAF-6A77-114B-0382-B59F06B4505B}"/>
              </a:ext>
            </a:extLst>
          </p:cNvPr>
          <p:cNvSpPr txBox="1"/>
          <p:nvPr/>
        </p:nvSpPr>
        <p:spPr>
          <a:xfrm>
            <a:off x="112827" y="6104980"/>
            <a:ext cx="6097604" cy="230832"/>
          </a:xfrm>
          <a:prstGeom prst="rect">
            <a:avLst/>
          </a:prstGeom>
          <a:noFill/>
        </p:spPr>
        <p:txBody>
          <a:bodyPr wrap="square">
            <a:spAutoFit/>
          </a:bodyPr>
          <a:lstStyle/>
          <a:p>
            <a:r>
              <a:rPr lang="en-US" sz="900" dirty="0">
                <a:hlinkClick r:id="rId3"/>
              </a:rPr>
              <a:t>https://www.conserve-energy-future.com/sustainable-practices-waste-management.php</a:t>
            </a:r>
            <a:r>
              <a:rPr lang="en-US" sz="900" dirty="0"/>
              <a:t> </a:t>
            </a:r>
          </a:p>
        </p:txBody>
      </p:sp>
      <p:sp>
        <p:nvSpPr>
          <p:cNvPr id="9" name="TextBox 8">
            <a:extLst>
              <a:ext uri="{FF2B5EF4-FFF2-40B4-BE49-F238E27FC236}">
                <a16:creationId xmlns:a16="http://schemas.microsoft.com/office/drawing/2014/main" id="{BDFD357A-1DB3-6237-8DE9-6A1332E97310}"/>
              </a:ext>
            </a:extLst>
          </p:cNvPr>
          <p:cNvSpPr txBox="1"/>
          <p:nvPr/>
        </p:nvSpPr>
        <p:spPr>
          <a:xfrm>
            <a:off x="112827" y="5933504"/>
            <a:ext cx="5983173" cy="230832"/>
          </a:xfrm>
          <a:prstGeom prst="rect">
            <a:avLst/>
          </a:prstGeom>
          <a:noFill/>
        </p:spPr>
        <p:txBody>
          <a:bodyPr wrap="square">
            <a:spAutoFit/>
          </a:bodyPr>
          <a:lstStyle/>
          <a:p>
            <a:r>
              <a:rPr lang="en-US" sz="900" dirty="0">
                <a:hlinkClick r:id="rId4"/>
              </a:rPr>
              <a:t>https://www.wm.com/content/dam/wm/documents/RecyclingResources/Posters-Guides-Tools/Recycling-Myths.pdf</a:t>
            </a:r>
            <a:r>
              <a:rPr lang="en-US" sz="900" dirty="0"/>
              <a:t> </a:t>
            </a:r>
          </a:p>
        </p:txBody>
      </p:sp>
      <p:sp>
        <p:nvSpPr>
          <p:cNvPr id="3" name="Title 2">
            <a:extLst>
              <a:ext uri="{FF2B5EF4-FFF2-40B4-BE49-F238E27FC236}">
                <a16:creationId xmlns:a16="http://schemas.microsoft.com/office/drawing/2014/main" id="{C59D8F5C-BC69-040C-58B1-669B6F8072AB}"/>
              </a:ext>
            </a:extLst>
          </p:cNvPr>
          <p:cNvSpPr>
            <a:spLocks noGrp="1"/>
          </p:cNvSpPr>
          <p:nvPr>
            <p:ph type="title"/>
          </p:nvPr>
        </p:nvSpPr>
        <p:spPr/>
        <p:txBody>
          <a:bodyPr/>
          <a:lstStyle/>
          <a:p>
            <a:r>
              <a:rPr lang="en-US" dirty="0">
                <a:solidFill>
                  <a:schemeClr val="tx1"/>
                </a:solidFill>
              </a:rPr>
              <a:t>What is Sustainable Waste Management?</a:t>
            </a:r>
            <a:endParaRPr lang="en-GB" dirty="0"/>
          </a:p>
        </p:txBody>
      </p:sp>
      <p:sp>
        <p:nvSpPr>
          <p:cNvPr id="4" name="Text Placeholder 3">
            <a:extLst>
              <a:ext uri="{FF2B5EF4-FFF2-40B4-BE49-F238E27FC236}">
                <a16:creationId xmlns:a16="http://schemas.microsoft.com/office/drawing/2014/main" id="{389D01EA-60D9-A8D4-2213-AEDF0CA6A005}"/>
              </a:ext>
            </a:extLst>
          </p:cNvPr>
          <p:cNvSpPr>
            <a:spLocks noGrp="1"/>
          </p:cNvSpPr>
          <p:nvPr>
            <p:ph type="body" sz="quarter" idx="13"/>
          </p:nvPr>
        </p:nvSpPr>
        <p:spPr/>
        <p:txBody>
          <a:bodyPr/>
          <a:lstStyle/>
          <a:p>
            <a:r>
              <a:rPr lang="en-US" b="1" dirty="0">
                <a:solidFill>
                  <a:srgbClr val="00B050"/>
                </a:solidFill>
              </a:rPr>
              <a:t>Sustainable Waste Management</a:t>
            </a:r>
            <a:r>
              <a:rPr lang="en-US" b="1" dirty="0"/>
              <a:t> </a:t>
            </a:r>
            <a:r>
              <a:rPr lang="en-US" dirty="0"/>
              <a:t>refers to the practice of </a:t>
            </a:r>
          </a:p>
          <a:p>
            <a:r>
              <a:rPr lang="en-US" dirty="0"/>
              <a:t>managing and monitoring the  </a:t>
            </a:r>
          </a:p>
          <a:p>
            <a:r>
              <a:rPr lang="en-US" b="1" dirty="0"/>
              <a:t>Collection</a:t>
            </a:r>
            <a:r>
              <a:rPr lang="en-US" dirty="0"/>
              <a:t>, </a:t>
            </a:r>
            <a:r>
              <a:rPr lang="en-US" b="1" dirty="0"/>
              <a:t>Transportation</a:t>
            </a:r>
            <a:r>
              <a:rPr lang="en-US" dirty="0"/>
              <a:t>, </a:t>
            </a:r>
            <a:r>
              <a:rPr lang="en-US" b="1" dirty="0"/>
              <a:t>Processing</a:t>
            </a:r>
            <a:r>
              <a:rPr lang="en-US" dirty="0"/>
              <a:t> or </a:t>
            </a:r>
            <a:r>
              <a:rPr lang="en-US" b="1" dirty="0"/>
              <a:t>Disposing</a:t>
            </a:r>
            <a:r>
              <a:rPr lang="en-US" dirty="0"/>
              <a:t> </a:t>
            </a:r>
          </a:p>
          <a:p>
            <a:r>
              <a:rPr lang="en-US" dirty="0"/>
              <a:t>the various waste materials </a:t>
            </a:r>
          </a:p>
          <a:p>
            <a:r>
              <a:rPr lang="en-US" dirty="0"/>
              <a:t>not jeopardize the </a:t>
            </a:r>
            <a:r>
              <a:rPr lang="en-US" b="1" dirty="0"/>
              <a:t>environment</a:t>
            </a:r>
            <a:r>
              <a:rPr lang="en-US" dirty="0"/>
              <a:t>, </a:t>
            </a:r>
            <a:r>
              <a:rPr lang="en-US" b="1" dirty="0"/>
              <a:t>human health </a:t>
            </a:r>
            <a:r>
              <a:rPr lang="en-US" dirty="0"/>
              <a:t>or </a:t>
            </a:r>
            <a:r>
              <a:rPr lang="en-US" b="1" dirty="0"/>
              <a:t>future generations</a:t>
            </a:r>
            <a:r>
              <a:rPr lang="en-US" dirty="0"/>
              <a:t>.</a:t>
            </a:r>
          </a:p>
          <a:p>
            <a:endParaRPr lang="en-GB" dirty="0"/>
          </a:p>
        </p:txBody>
      </p:sp>
      <p:pic>
        <p:nvPicPr>
          <p:cNvPr id="6" name="Picture 2" descr="woman-holding-global-environment-sustainable-earth-globe">
            <a:extLst>
              <a:ext uri="{FF2B5EF4-FFF2-40B4-BE49-F238E27FC236}">
                <a16:creationId xmlns:a16="http://schemas.microsoft.com/office/drawing/2014/main" id="{2E3BE83F-CC31-3585-143D-99E930CACE76}"/>
              </a:ext>
            </a:extLst>
          </p:cNvPr>
          <p:cNvPicPr>
            <a:picLocks noGrp="1" noChangeAspect="1" noChangeArrowheads="1"/>
          </p:cNvPicPr>
          <p:nvPr>
            <p:ph type="pic" sz="quarter" idx="14"/>
          </p:nvPr>
        </p:nvPicPr>
        <p:blipFill rotWithShape="1">
          <a:blip r:embed="rId5">
            <a:extLst>
              <a:ext uri="{BEBA8EAE-BF5A-486C-A8C5-ECC9F3942E4B}">
                <a14:imgProps xmlns:a14="http://schemas.microsoft.com/office/drawing/2010/main">
                  <a14:imgLayer r:embed="rId6">
                    <a14:imgEffect>
                      <a14:sharpenSoften amount="-50000"/>
                    </a14:imgEffect>
                    <a14:imgEffect>
                      <a14:saturation sat="66000"/>
                    </a14:imgEffect>
                  </a14:imgLayer>
                </a14:imgProps>
              </a:ext>
              <a:ext uri="{28A0092B-C50C-407E-A947-70E740481C1C}">
                <a14:useLocalDpi xmlns:a14="http://schemas.microsoft.com/office/drawing/2010/main" val="0"/>
              </a:ext>
            </a:extLst>
          </a:blip>
          <a:srcRect l="-614" t="1" r="-1" b="314"/>
          <a:stretch>
            <a:fillRect/>
          </a:stretch>
        </p:blipFill>
        <p:spPr bwMode="auto">
          <a:xfrm>
            <a:off x="-38634" y="1268568"/>
            <a:ext cx="6134634" cy="4082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4205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Box 6">
            <a:extLst>
              <a:ext uri="{FF2B5EF4-FFF2-40B4-BE49-F238E27FC236}">
                <a16:creationId xmlns:a16="http://schemas.microsoft.com/office/drawing/2014/main" id="{2E36DB7D-1B8A-B761-BE5D-0D8DBC6C597C}"/>
              </a:ext>
            </a:extLst>
          </p:cNvPr>
          <p:cNvSpPr txBox="1"/>
          <p:nvPr/>
        </p:nvSpPr>
        <p:spPr>
          <a:xfrm>
            <a:off x="746974" y="518931"/>
            <a:ext cx="9953366" cy="448086"/>
          </a:xfrm>
          <a:prstGeom prst="rect">
            <a:avLst/>
          </a:prstGeom>
        </p:spPr>
        <p:txBody>
          <a:bodyPr vert="horz" lIns="91440" tIns="45720" rIns="91440" bIns="45720" rtlCol="0" anchor="t">
            <a:noAutofit/>
          </a:bodyPr>
          <a:lstStyle>
            <a:lvl1pPr>
              <a:lnSpc>
                <a:spcPct val="90000"/>
              </a:lnSpc>
              <a:spcBef>
                <a:spcPct val="0"/>
              </a:spcBef>
              <a:buNone/>
              <a:defRPr sz="2800" b="1" i="0" cap="none" baseline="0">
                <a:solidFill>
                  <a:srgbClr val="202124"/>
                </a:solidFill>
                <a:latin typeface="arial" panose="020B0604020202020204" pitchFamily="34" charset="0"/>
                <a:ea typeface="+mj-ea"/>
                <a:cs typeface="+mj-cs"/>
              </a:defRPr>
            </a:lvl1pPr>
          </a:lstStyle>
          <a:p>
            <a:r>
              <a:rPr lang="en-US" dirty="0"/>
              <a:t>Goals of </a:t>
            </a:r>
            <a:r>
              <a:rPr lang="en-US" dirty="0">
                <a:solidFill>
                  <a:srgbClr val="00B050"/>
                </a:solidFill>
              </a:rPr>
              <a:t>Sustainable Waste Management</a:t>
            </a:r>
          </a:p>
          <a:p>
            <a:endParaRPr lang="en-US" dirty="0"/>
          </a:p>
        </p:txBody>
      </p:sp>
      <p:grpSp>
        <p:nvGrpSpPr>
          <p:cNvPr id="22" name="Group 21">
            <a:extLst>
              <a:ext uri="{FF2B5EF4-FFF2-40B4-BE49-F238E27FC236}">
                <a16:creationId xmlns:a16="http://schemas.microsoft.com/office/drawing/2014/main" id="{433371C6-C1F7-260D-3F70-3466C22625E7}"/>
              </a:ext>
            </a:extLst>
          </p:cNvPr>
          <p:cNvGrpSpPr/>
          <p:nvPr/>
        </p:nvGrpSpPr>
        <p:grpSpPr>
          <a:xfrm>
            <a:off x="7409070" y="1043027"/>
            <a:ext cx="4557371" cy="4204812"/>
            <a:chOff x="7493148" y="717209"/>
            <a:chExt cx="4557371" cy="4204812"/>
          </a:xfrm>
        </p:grpSpPr>
        <p:sp>
          <p:nvSpPr>
            <p:cNvPr id="9" name="Arrow: Pentagon 8">
              <a:extLst>
                <a:ext uri="{FF2B5EF4-FFF2-40B4-BE49-F238E27FC236}">
                  <a16:creationId xmlns:a16="http://schemas.microsoft.com/office/drawing/2014/main" id="{398FDAC3-3BCC-BD3E-A737-3031C1F7D301}"/>
                </a:ext>
              </a:extLst>
            </p:cNvPr>
            <p:cNvSpPr/>
            <p:nvPr/>
          </p:nvSpPr>
          <p:spPr>
            <a:xfrm>
              <a:off x="7744179" y="1454021"/>
              <a:ext cx="3220401" cy="563627"/>
            </a:xfrm>
            <a:prstGeom prst="homePlate">
              <a:avLst/>
            </a:prstGeom>
            <a:solidFill>
              <a:srgbClr val="8BAF7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Prevention</a:t>
              </a:r>
            </a:p>
          </p:txBody>
        </p:sp>
        <p:sp>
          <p:nvSpPr>
            <p:cNvPr id="10" name="Arrow: Pentagon 9">
              <a:extLst>
                <a:ext uri="{FF2B5EF4-FFF2-40B4-BE49-F238E27FC236}">
                  <a16:creationId xmlns:a16="http://schemas.microsoft.com/office/drawing/2014/main" id="{F782CEB1-38CE-2F99-9B6A-13525967DC5C}"/>
                </a:ext>
              </a:extLst>
            </p:cNvPr>
            <p:cNvSpPr/>
            <p:nvPr/>
          </p:nvSpPr>
          <p:spPr>
            <a:xfrm>
              <a:off x="7744180" y="2162872"/>
              <a:ext cx="2808204" cy="592143"/>
            </a:xfrm>
            <a:prstGeom prst="homePlate">
              <a:avLst/>
            </a:prstGeom>
            <a:solidFill>
              <a:srgbClr val="A8D2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Reduction &amp; Reuse</a:t>
              </a:r>
            </a:p>
          </p:txBody>
        </p:sp>
        <p:sp>
          <p:nvSpPr>
            <p:cNvPr id="11" name="Arrow: Pentagon 10">
              <a:extLst>
                <a:ext uri="{FF2B5EF4-FFF2-40B4-BE49-F238E27FC236}">
                  <a16:creationId xmlns:a16="http://schemas.microsoft.com/office/drawing/2014/main" id="{B987AB58-9A14-E280-7722-78944D5EBC42}"/>
                </a:ext>
              </a:extLst>
            </p:cNvPr>
            <p:cNvSpPr/>
            <p:nvPr/>
          </p:nvSpPr>
          <p:spPr>
            <a:xfrm>
              <a:off x="7744180" y="2889113"/>
              <a:ext cx="2209183" cy="603928"/>
            </a:xfrm>
            <a:prstGeom prst="homePlate">
              <a:avLst/>
            </a:prstGeom>
            <a:solidFill>
              <a:srgbClr val="E7EB9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Recycle</a:t>
              </a:r>
            </a:p>
          </p:txBody>
        </p:sp>
        <p:sp>
          <p:nvSpPr>
            <p:cNvPr id="12" name="Arrow: Pentagon 11">
              <a:extLst>
                <a:ext uri="{FF2B5EF4-FFF2-40B4-BE49-F238E27FC236}">
                  <a16:creationId xmlns:a16="http://schemas.microsoft.com/office/drawing/2014/main" id="{4D25334F-DC3A-74AB-7C2E-41348169F6CC}"/>
                </a:ext>
              </a:extLst>
            </p:cNvPr>
            <p:cNvSpPr/>
            <p:nvPr/>
          </p:nvSpPr>
          <p:spPr>
            <a:xfrm>
              <a:off x="7744181" y="3606119"/>
              <a:ext cx="1610024" cy="585647"/>
            </a:xfrm>
            <a:prstGeom prst="homePlate">
              <a:avLst/>
            </a:prstGeom>
            <a:solidFill>
              <a:srgbClr val="FFE1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Recovery</a:t>
              </a:r>
            </a:p>
          </p:txBody>
        </p:sp>
        <p:sp>
          <p:nvSpPr>
            <p:cNvPr id="13" name="Arrow: Pentagon 12">
              <a:extLst>
                <a:ext uri="{FF2B5EF4-FFF2-40B4-BE49-F238E27FC236}">
                  <a16:creationId xmlns:a16="http://schemas.microsoft.com/office/drawing/2014/main" id="{7DCE3812-E263-22F3-C2F0-79984BA2262E}"/>
                </a:ext>
              </a:extLst>
            </p:cNvPr>
            <p:cNvSpPr/>
            <p:nvPr/>
          </p:nvSpPr>
          <p:spPr>
            <a:xfrm>
              <a:off x="7744179" y="4316354"/>
              <a:ext cx="1179102" cy="563627"/>
            </a:xfrm>
            <a:prstGeom prst="homePlate">
              <a:avLst/>
            </a:prstGeom>
            <a:solidFill>
              <a:srgbClr val="F7931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Disposal</a:t>
              </a:r>
            </a:p>
          </p:txBody>
        </p:sp>
        <p:sp>
          <p:nvSpPr>
            <p:cNvPr id="14" name="TextBox 13">
              <a:extLst>
                <a:ext uri="{FF2B5EF4-FFF2-40B4-BE49-F238E27FC236}">
                  <a16:creationId xmlns:a16="http://schemas.microsoft.com/office/drawing/2014/main" id="{E0A7D560-7C20-7F0B-70AB-8FB696A43336}"/>
                </a:ext>
              </a:extLst>
            </p:cNvPr>
            <p:cNvSpPr txBox="1"/>
            <p:nvPr/>
          </p:nvSpPr>
          <p:spPr>
            <a:xfrm>
              <a:off x="10964581" y="1384364"/>
              <a:ext cx="1085938" cy="584775"/>
            </a:xfrm>
            <a:prstGeom prst="rect">
              <a:avLst/>
            </a:prstGeom>
            <a:noFill/>
          </p:spPr>
          <p:txBody>
            <a:bodyPr wrap="square" rtlCol="0">
              <a:spAutoFit/>
            </a:bodyPr>
            <a:lstStyle/>
            <a:p>
              <a:pPr algn="ctr"/>
              <a:r>
                <a:rPr lang="en-US" sz="1600" dirty="0"/>
                <a:t>Most </a:t>
              </a:r>
            </a:p>
            <a:p>
              <a:pPr algn="ctr"/>
              <a:r>
                <a:rPr lang="en-US" sz="1600" dirty="0"/>
                <a:t>Preferred</a:t>
              </a:r>
            </a:p>
          </p:txBody>
        </p:sp>
        <p:sp>
          <p:nvSpPr>
            <p:cNvPr id="15" name="TextBox 14">
              <a:extLst>
                <a:ext uri="{FF2B5EF4-FFF2-40B4-BE49-F238E27FC236}">
                  <a16:creationId xmlns:a16="http://schemas.microsoft.com/office/drawing/2014/main" id="{6A9CB4DD-5E18-59D1-2F77-D2BE16B458C2}"/>
                </a:ext>
              </a:extLst>
            </p:cNvPr>
            <p:cNvSpPr txBox="1"/>
            <p:nvPr/>
          </p:nvSpPr>
          <p:spPr>
            <a:xfrm>
              <a:off x="10982409" y="4337246"/>
              <a:ext cx="1040670" cy="584775"/>
            </a:xfrm>
            <a:prstGeom prst="rect">
              <a:avLst/>
            </a:prstGeom>
            <a:noFill/>
          </p:spPr>
          <p:txBody>
            <a:bodyPr wrap="none" rtlCol="0">
              <a:spAutoFit/>
            </a:bodyPr>
            <a:lstStyle/>
            <a:p>
              <a:pPr algn="ctr"/>
              <a:r>
                <a:rPr lang="en-US" sz="1600" dirty="0"/>
                <a:t>Least </a:t>
              </a:r>
            </a:p>
            <a:p>
              <a:pPr algn="ctr"/>
              <a:r>
                <a:rPr lang="en-US" sz="1600" dirty="0"/>
                <a:t>Preferred</a:t>
              </a:r>
            </a:p>
          </p:txBody>
        </p:sp>
        <p:sp>
          <p:nvSpPr>
            <p:cNvPr id="17" name="TextBox 16">
              <a:extLst>
                <a:ext uri="{FF2B5EF4-FFF2-40B4-BE49-F238E27FC236}">
                  <a16:creationId xmlns:a16="http://schemas.microsoft.com/office/drawing/2014/main" id="{9D4E620B-C41A-1720-E800-F39DAC130FC5}"/>
                </a:ext>
              </a:extLst>
            </p:cNvPr>
            <p:cNvSpPr txBox="1"/>
            <p:nvPr/>
          </p:nvSpPr>
          <p:spPr>
            <a:xfrm>
              <a:off x="7493148" y="717209"/>
              <a:ext cx="4554260" cy="461665"/>
            </a:xfrm>
            <a:prstGeom prst="rect">
              <a:avLst/>
            </a:prstGeom>
            <a:noFill/>
          </p:spPr>
          <p:txBody>
            <a:bodyPr wrap="none" rtlCol="0">
              <a:spAutoFit/>
            </a:bodyPr>
            <a:lstStyle/>
            <a:p>
              <a:r>
                <a:rPr lang="en-US" sz="2400" b="1" dirty="0">
                  <a:solidFill>
                    <a:srgbClr val="00B050"/>
                  </a:solidFill>
                </a:rPr>
                <a:t>Waste Management Hierarchy</a:t>
              </a:r>
            </a:p>
          </p:txBody>
        </p:sp>
      </p:grpSp>
      <p:sp>
        <p:nvSpPr>
          <p:cNvPr id="21" name="TextBox 20">
            <a:extLst>
              <a:ext uri="{FF2B5EF4-FFF2-40B4-BE49-F238E27FC236}">
                <a16:creationId xmlns:a16="http://schemas.microsoft.com/office/drawing/2014/main" id="{210EBAAE-DB3A-350C-CAB4-700B63B74957}"/>
              </a:ext>
            </a:extLst>
          </p:cNvPr>
          <p:cNvSpPr txBox="1"/>
          <p:nvPr/>
        </p:nvSpPr>
        <p:spPr>
          <a:xfrm>
            <a:off x="341908" y="1697135"/>
            <a:ext cx="7208151" cy="923330"/>
          </a:xfrm>
          <a:prstGeom prst="rect">
            <a:avLst/>
          </a:prstGeom>
          <a:noFill/>
        </p:spPr>
        <p:txBody>
          <a:bodyPr wrap="square" rtlCol="0">
            <a:spAutoFit/>
          </a:bodyPr>
          <a:lstStyle/>
          <a:p>
            <a:r>
              <a:rPr lang="en-US" b="1" dirty="0"/>
              <a:t>Prevention</a:t>
            </a:r>
            <a:r>
              <a:rPr lang="en-US" dirty="0"/>
              <a:t>: Simply avoiding the generation of waste, including increasing quality in production, longer product lifetime, safe and environmentally friendly material.</a:t>
            </a:r>
          </a:p>
        </p:txBody>
      </p:sp>
      <p:sp>
        <p:nvSpPr>
          <p:cNvPr id="23" name="TextBox 22">
            <a:extLst>
              <a:ext uri="{FF2B5EF4-FFF2-40B4-BE49-F238E27FC236}">
                <a16:creationId xmlns:a16="http://schemas.microsoft.com/office/drawing/2014/main" id="{FCEEC3DA-C754-C466-CA5F-EE7B38244784}"/>
              </a:ext>
            </a:extLst>
          </p:cNvPr>
          <p:cNvSpPr txBox="1"/>
          <p:nvPr/>
        </p:nvSpPr>
        <p:spPr>
          <a:xfrm>
            <a:off x="341906" y="2603065"/>
            <a:ext cx="7208151" cy="646331"/>
          </a:xfrm>
          <a:prstGeom prst="rect">
            <a:avLst/>
          </a:prstGeom>
          <a:noFill/>
        </p:spPr>
        <p:txBody>
          <a:bodyPr wrap="square" rtlCol="0">
            <a:spAutoFit/>
          </a:bodyPr>
          <a:lstStyle/>
          <a:p>
            <a:r>
              <a:rPr lang="en-US" b="1" dirty="0"/>
              <a:t>Reduction &amp; Reuse</a:t>
            </a:r>
            <a:r>
              <a:rPr lang="en-US" dirty="0"/>
              <a:t>: Reduction waste and reuse of substance, product or material again.</a:t>
            </a:r>
          </a:p>
        </p:txBody>
      </p:sp>
      <p:sp>
        <p:nvSpPr>
          <p:cNvPr id="24" name="TextBox 23">
            <a:extLst>
              <a:ext uri="{FF2B5EF4-FFF2-40B4-BE49-F238E27FC236}">
                <a16:creationId xmlns:a16="http://schemas.microsoft.com/office/drawing/2014/main" id="{89DDC1C2-E801-3D42-D248-F05D347A7AC9}"/>
              </a:ext>
            </a:extLst>
          </p:cNvPr>
          <p:cNvSpPr txBox="1"/>
          <p:nvPr/>
        </p:nvSpPr>
        <p:spPr>
          <a:xfrm>
            <a:off x="341908" y="3262529"/>
            <a:ext cx="7208151" cy="369332"/>
          </a:xfrm>
          <a:prstGeom prst="rect">
            <a:avLst/>
          </a:prstGeom>
          <a:noFill/>
        </p:spPr>
        <p:txBody>
          <a:bodyPr wrap="square" rtlCol="0">
            <a:spAutoFit/>
          </a:bodyPr>
          <a:lstStyle/>
          <a:p>
            <a:r>
              <a:rPr lang="en-US" b="1" dirty="0"/>
              <a:t>Recycle</a:t>
            </a:r>
            <a:r>
              <a:rPr lang="en-US" dirty="0"/>
              <a:t>: Turning waste into a new substance or product.</a:t>
            </a:r>
          </a:p>
        </p:txBody>
      </p:sp>
      <p:sp>
        <p:nvSpPr>
          <p:cNvPr id="25" name="TextBox 24">
            <a:extLst>
              <a:ext uri="{FF2B5EF4-FFF2-40B4-BE49-F238E27FC236}">
                <a16:creationId xmlns:a16="http://schemas.microsoft.com/office/drawing/2014/main" id="{C6C86B84-9B0F-42EF-33DC-3053F44ACBCE}"/>
              </a:ext>
            </a:extLst>
          </p:cNvPr>
          <p:cNvSpPr txBox="1"/>
          <p:nvPr/>
        </p:nvSpPr>
        <p:spPr>
          <a:xfrm>
            <a:off x="341905" y="3614383"/>
            <a:ext cx="7208151" cy="646331"/>
          </a:xfrm>
          <a:prstGeom prst="rect">
            <a:avLst/>
          </a:prstGeom>
          <a:noFill/>
        </p:spPr>
        <p:txBody>
          <a:bodyPr wrap="square" rtlCol="0">
            <a:spAutoFit/>
          </a:bodyPr>
          <a:lstStyle/>
          <a:p>
            <a:r>
              <a:rPr lang="en-US" b="1" dirty="0"/>
              <a:t>Recovery</a:t>
            </a:r>
            <a:r>
              <a:rPr lang="en-US" dirty="0"/>
              <a:t>: Energy recovery from waste! Into usable heat, electricity, or fuel through a variety of processes including combustion, gasification, etc. </a:t>
            </a:r>
          </a:p>
        </p:txBody>
      </p:sp>
      <p:sp>
        <p:nvSpPr>
          <p:cNvPr id="26" name="TextBox 25">
            <a:extLst>
              <a:ext uri="{FF2B5EF4-FFF2-40B4-BE49-F238E27FC236}">
                <a16:creationId xmlns:a16="http://schemas.microsoft.com/office/drawing/2014/main" id="{65676C16-A10E-EAB9-A96E-9747A9FF884D}"/>
              </a:ext>
            </a:extLst>
          </p:cNvPr>
          <p:cNvSpPr txBox="1"/>
          <p:nvPr/>
        </p:nvSpPr>
        <p:spPr>
          <a:xfrm>
            <a:off x="341906" y="4500602"/>
            <a:ext cx="7208151" cy="369332"/>
          </a:xfrm>
          <a:prstGeom prst="rect">
            <a:avLst/>
          </a:prstGeom>
          <a:noFill/>
        </p:spPr>
        <p:txBody>
          <a:bodyPr wrap="square" rtlCol="0">
            <a:spAutoFit/>
          </a:bodyPr>
          <a:lstStyle/>
          <a:p>
            <a:r>
              <a:rPr lang="en-US" b="1" dirty="0"/>
              <a:t>Disposal</a:t>
            </a:r>
            <a:r>
              <a:rPr lang="en-US" dirty="0"/>
              <a:t>: Landfill</a:t>
            </a:r>
          </a:p>
        </p:txBody>
      </p:sp>
    </p:spTree>
    <p:extLst>
      <p:ext uri="{BB962C8B-B14F-4D97-AF65-F5344CB8AC3E}">
        <p14:creationId xmlns:p14="http://schemas.microsoft.com/office/powerpoint/2010/main" val="315491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Box 1">
            <a:extLst>
              <a:ext uri="{FF2B5EF4-FFF2-40B4-BE49-F238E27FC236}">
                <a16:creationId xmlns:a16="http://schemas.microsoft.com/office/drawing/2014/main" id="{7873DC0C-6411-B310-75C6-1368AE99B008}"/>
              </a:ext>
            </a:extLst>
          </p:cNvPr>
          <p:cNvSpPr txBox="1"/>
          <p:nvPr/>
        </p:nvSpPr>
        <p:spPr>
          <a:xfrm>
            <a:off x="0" y="42802"/>
            <a:ext cx="9953366" cy="424441"/>
          </a:xfrm>
          <a:prstGeom prst="rect">
            <a:avLst/>
          </a:prstGeom>
        </p:spPr>
        <p:txBody>
          <a:bodyPr vert="horz" lIns="91440" tIns="45720" rIns="91440" bIns="45720" rtlCol="0" anchor="t">
            <a:noAutofit/>
          </a:bodyPr>
          <a:lstStyle>
            <a:lvl1pPr>
              <a:lnSpc>
                <a:spcPct val="90000"/>
              </a:lnSpc>
              <a:spcBef>
                <a:spcPct val="0"/>
              </a:spcBef>
              <a:buNone/>
              <a:defRPr sz="2800" b="1" i="0" cap="none" baseline="0">
                <a:solidFill>
                  <a:srgbClr val="202124"/>
                </a:solidFill>
                <a:latin typeface="arial" panose="020B0604020202020204" pitchFamily="34" charset="0"/>
                <a:ea typeface="+mj-ea"/>
                <a:cs typeface="+mj-cs"/>
              </a:defRPr>
            </a:lvl1pPr>
          </a:lstStyle>
          <a:p>
            <a:endParaRPr lang="en-US" dirty="0"/>
          </a:p>
        </p:txBody>
      </p:sp>
      <p:sp>
        <p:nvSpPr>
          <p:cNvPr id="4" name="Title 3">
            <a:extLst>
              <a:ext uri="{FF2B5EF4-FFF2-40B4-BE49-F238E27FC236}">
                <a16:creationId xmlns:a16="http://schemas.microsoft.com/office/drawing/2014/main" id="{907A1107-4261-DE6E-06EC-A00A9396D1E5}"/>
              </a:ext>
            </a:extLst>
          </p:cNvPr>
          <p:cNvSpPr>
            <a:spLocks noGrp="1"/>
          </p:cNvSpPr>
          <p:nvPr>
            <p:ph type="title"/>
          </p:nvPr>
        </p:nvSpPr>
        <p:spPr/>
        <p:txBody>
          <a:bodyPr/>
          <a:lstStyle/>
          <a:p>
            <a:r>
              <a:rPr lang="en-US" dirty="0">
                <a:solidFill>
                  <a:srgbClr val="00B050"/>
                </a:solidFill>
              </a:rPr>
              <a:t>Sustainable Waste Management </a:t>
            </a:r>
            <a:r>
              <a:rPr lang="en-US" dirty="0"/>
              <a:t>vs. </a:t>
            </a:r>
            <a:r>
              <a:rPr lang="en-US" dirty="0">
                <a:solidFill>
                  <a:srgbClr val="0070C0"/>
                </a:solidFill>
              </a:rPr>
              <a:t>Industry 4.0</a:t>
            </a:r>
            <a:br>
              <a:rPr lang="en-US" dirty="0">
                <a:solidFill>
                  <a:srgbClr val="0070C0"/>
                </a:solidFill>
              </a:rPr>
            </a:br>
            <a:endParaRPr lang="en-GB" dirty="0"/>
          </a:p>
        </p:txBody>
      </p:sp>
      <p:sp>
        <p:nvSpPr>
          <p:cNvPr id="5" name="Text Placeholder 4">
            <a:extLst>
              <a:ext uri="{FF2B5EF4-FFF2-40B4-BE49-F238E27FC236}">
                <a16:creationId xmlns:a16="http://schemas.microsoft.com/office/drawing/2014/main" id="{05B43830-E5FD-49EC-0CC1-CFEBC9CFE74E}"/>
              </a:ext>
            </a:extLst>
          </p:cNvPr>
          <p:cNvSpPr>
            <a:spLocks noGrp="1"/>
          </p:cNvSpPr>
          <p:nvPr>
            <p:ph type="body" idx="1"/>
          </p:nvPr>
        </p:nvSpPr>
        <p:spPr/>
        <p:txBody>
          <a:bodyPr/>
          <a:lstStyle/>
          <a:p>
            <a:pPr marL="457200" indent="-457200">
              <a:buFont typeface="+mj-lt"/>
              <a:buAutoNum type="arabicPeriod"/>
            </a:pPr>
            <a:r>
              <a:rPr lang="en-US" sz="1800" dirty="0"/>
              <a:t>Reduce Material Waste through Simulation. Manufacturers can see a virtual view of the machines, lines, and factory before making a product helping them set up production flows efficiently reduce material use and waste.</a:t>
            </a:r>
          </a:p>
          <a:p>
            <a:pPr marL="457200" indent="-457200">
              <a:buFont typeface="+mj-lt"/>
              <a:buAutoNum type="arabicPeriod"/>
            </a:pPr>
            <a:r>
              <a:rPr lang="en-US" sz="1800" dirty="0"/>
              <a:t>Lowering Energy Consumption through Digital Twins. Can create the optimal facility layout and location design on the factory floor and managing machines idle times lowering energy consumption</a:t>
            </a:r>
          </a:p>
          <a:p>
            <a:pPr marL="457200" indent="-457200">
              <a:buFont typeface="+mj-lt"/>
              <a:buAutoNum type="arabicPeriod"/>
            </a:pPr>
            <a:r>
              <a:rPr lang="en-US" sz="1800" dirty="0"/>
              <a:t>Increasing Quality and Product Lifetime through Robotics and Digitalization. By Robotics and Digitalization machines operate at peak efficiency using high-speed automation, sensors and actuators, and removing human errors increasing quality products faster and cheaper with longer life span</a:t>
            </a:r>
          </a:p>
          <a:p>
            <a:pPr marL="457200" indent="-457200">
              <a:buFont typeface="+mj-lt"/>
              <a:buAutoNum type="arabicPeriod"/>
            </a:pPr>
            <a:r>
              <a:rPr lang="en-US" sz="1800" dirty="0"/>
              <a:t>Better Employee Experience through IoT. IoT and other Automation solutions capture data during manual processes, leveraging detection capabilities, as well as reducing work injury risks improving ergonomic, safe and sustainable work environment</a:t>
            </a:r>
          </a:p>
        </p:txBody>
      </p:sp>
    </p:spTree>
    <p:extLst>
      <p:ext uri="{BB962C8B-B14F-4D97-AF65-F5344CB8AC3E}">
        <p14:creationId xmlns:p14="http://schemas.microsoft.com/office/powerpoint/2010/main" val="1492201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7315200" cy="274320"/>
          </a:xfrm>
          <a:prstGeom prst="rect">
            <a:avLst/>
          </a:prstGeom>
          <a:noFill/>
        </p:spPr>
        <p:txBody>
          <a:bodyPr wrap="square" lIns="36576" tIns="18288" rIns="36576" bIns="18288" anchor="t">
            <a:spAutoFit/>
          </a:bodyPr>
          <a:lstStyle/>
          <a:p>
            <a:pPr algn="l"/>
            <a:r>
              <a:rPr sz="1100" b="1">
                <a:solidFill>
                  <a:srgbClr val="00B050"/>
                </a:solidFill>
                <a:latin typeface="Arial"/>
              </a:rPr>
              <a:t>CIRCULAR PRODUCTION</a:t>
            </a:r>
          </a:p>
        </p:txBody>
      </p:sp>
      <p:sp>
        <p:nvSpPr>
          <p:cNvPr id="3" name="TextBox 2"/>
          <p:cNvSpPr txBox="1"/>
          <p:nvPr/>
        </p:nvSpPr>
        <p:spPr>
          <a:xfrm>
            <a:off x="502920" y="566928"/>
            <a:ext cx="10972800" cy="594360"/>
          </a:xfrm>
          <a:prstGeom prst="rect">
            <a:avLst/>
          </a:prstGeom>
          <a:noFill/>
        </p:spPr>
        <p:txBody>
          <a:bodyPr wrap="square" lIns="36576" tIns="18288" rIns="36576" bIns="18288" anchor="t">
            <a:spAutoFit/>
          </a:bodyPr>
          <a:lstStyle/>
          <a:p>
            <a:pPr algn="l"/>
            <a:r>
              <a:rPr sz="2700" b="1">
                <a:solidFill>
                  <a:srgbClr val="202124"/>
                </a:solidFill>
                <a:latin typeface="Arial"/>
              </a:rPr>
              <a:t>Case: Robotic Battery Disassembly</a:t>
            </a:r>
          </a:p>
        </p:txBody>
      </p:sp>
      <p:sp>
        <p:nvSpPr>
          <p:cNvPr id="4" name="Rectangle 3"/>
          <p:cNvSpPr/>
          <p:nvPr/>
        </p:nvSpPr>
        <p:spPr>
          <a:xfrm>
            <a:off x="502920" y="1243584"/>
            <a:ext cx="1051560" cy="54864"/>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673bc361ab.png"/>
          <p:cNvPicPr>
            <a:picLocks noChangeAspect="1"/>
          </p:cNvPicPr>
          <p:nvPr/>
        </p:nvPicPr>
        <p:blipFill>
          <a:blip r:embed="rId3"/>
          <a:stretch>
            <a:fillRect/>
          </a:stretch>
        </p:blipFill>
        <p:spPr>
          <a:xfrm>
            <a:off x="502920" y="1554480"/>
            <a:ext cx="5623560" cy="4526280"/>
          </a:xfrm>
          <a:prstGeom prst="rect">
            <a:avLst/>
          </a:prstGeom>
        </p:spPr>
      </p:pic>
      <p:sp>
        <p:nvSpPr>
          <p:cNvPr id="6" name="Rounded Rectangle 5"/>
          <p:cNvSpPr/>
          <p:nvPr/>
        </p:nvSpPr>
        <p:spPr>
          <a:xfrm>
            <a:off x="6400800" y="1554480"/>
            <a:ext cx="5285232" cy="4526280"/>
          </a:xfrm>
          <a:prstGeom prst="roundRect">
            <a:avLst/>
          </a:prstGeom>
          <a:solidFill>
            <a:srgbClr val="F2F6F4"/>
          </a:solidFill>
          <a:ln>
            <a:solidFill>
              <a:srgbClr val="D8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93408" y="1783080"/>
            <a:ext cx="2011680" cy="228600"/>
          </a:xfrm>
          <a:prstGeom prst="rect">
            <a:avLst/>
          </a:prstGeom>
          <a:noFill/>
        </p:spPr>
        <p:txBody>
          <a:bodyPr wrap="square" lIns="36576" tIns="18288" rIns="36576" bIns="18288" anchor="t">
            <a:spAutoFit/>
          </a:bodyPr>
          <a:lstStyle/>
          <a:p>
            <a:pPr algn="l"/>
            <a:r>
              <a:rPr sz="1000" b="1">
                <a:solidFill>
                  <a:srgbClr val="007099"/>
                </a:solidFill>
                <a:latin typeface="Arial"/>
              </a:rPr>
              <a:t>CHALLENGE</a:t>
            </a:r>
          </a:p>
        </p:txBody>
      </p:sp>
      <p:sp>
        <p:nvSpPr>
          <p:cNvPr id="8" name="TextBox 7"/>
          <p:cNvSpPr txBox="1"/>
          <p:nvPr/>
        </p:nvSpPr>
        <p:spPr>
          <a:xfrm>
            <a:off x="6693408" y="2048256"/>
            <a:ext cx="4572000" cy="658368"/>
          </a:xfrm>
          <a:prstGeom prst="rect">
            <a:avLst/>
          </a:prstGeom>
          <a:noFill/>
        </p:spPr>
        <p:txBody>
          <a:bodyPr wrap="square" lIns="36576" tIns="18288" rIns="36576" bIns="18288" anchor="t">
            <a:spAutoFit/>
          </a:bodyPr>
          <a:lstStyle/>
          <a:p>
            <a:pPr algn="l"/>
            <a:r>
              <a:rPr sz="1500" b="0">
                <a:solidFill>
                  <a:srgbClr val="202124"/>
                </a:solidFill>
                <a:latin typeface="Arial"/>
              </a:rPr>
              <a:t>Returned battery packs vary in condition and may expose workers to electrical, thermal and ergonomic hazards.</a:t>
            </a:r>
          </a:p>
        </p:txBody>
      </p:sp>
      <p:sp>
        <p:nvSpPr>
          <p:cNvPr id="9" name="TextBox 8"/>
          <p:cNvSpPr txBox="1"/>
          <p:nvPr/>
        </p:nvSpPr>
        <p:spPr>
          <a:xfrm>
            <a:off x="6693408" y="2770632"/>
            <a:ext cx="2468880" cy="228600"/>
          </a:xfrm>
          <a:prstGeom prst="rect">
            <a:avLst/>
          </a:prstGeom>
          <a:noFill/>
        </p:spPr>
        <p:txBody>
          <a:bodyPr wrap="square" lIns="36576" tIns="18288" rIns="36576" bIns="18288" anchor="t">
            <a:spAutoFit/>
          </a:bodyPr>
          <a:lstStyle/>
          <a:p>
            <a:pPr algn="l"/>
            <a:r>
              <a:rPr sz="1000" b="1">
                <a:solidFill>
                  <a:srgbClr val="007099"/>
                </a:solidFill>
                <a:latin typeface="Arial"/>
              </a:rPr>
              <a:t>ROBOTIC APPROACH</a:t>
            </a:r>
          </a:p>
        </p:txBody>
      </p:sp>
      <p:sp>
        <p:nvSpPr>
          <p:cNvPr id="10" name="TextBox 9"/>
          <p:cNvSpPr txBox="1"/>
          <p:nvPr/>
        </p:nvSpPr>
        <p:spPr>
          <a:xfrm>
            <a:off x="6693408" y="3035808"/>
            <a:ext cx="4572000" cy="841248"/>
          </a:xfrm>
          <a:prstGeom prst="rect">
            <a:avLst/>
          </a:prstGeom>
          <a:noFill/>
        </p:spPr>
        <p:txBody>
          <a:bodyPr wrap="square" lIns="36576" tIns="18288" rIns="36576" bIns="18288" anchor="t">
            <a:spAutoFit/>
          </a:bodyPr>
          <a:lstStyle/>
          <a:p>
            <a:pPr algn="l"/>
            <a:r>
              <a:rPr sz="1500" b="0">
                <a:solidFill>
                  <a:srgbClr val="202124"/>
                </a:solidFill>
                <a:latin typeface="Arial"/>
              </a:rPr>
              <a:t>Machine vision identifies pack variants. A robot performs controlled opening, component removal and sorting for reuse, remanufacturing or recycling.</a:t>
            </a:r>
          </a:p>
        </p:txBody>
      </p:sp>
      <p:sp>
        <p:nvSpPr>
          <p:cNvPr id="11" name="TextBox 10"/>
          <p:cNvSpPr txBox="1"/>
          <p:nvPr/>
        </p:nvSpPr>
        <p:spPr>
          <a:xfrm>
            <a:off x="6693408" y="3977639"/>
            <a:ext cx="2468880" cy="228600"/>
          </a:xfrm>
          <a:prstGeom prst="rect">
            <a:avLst/>
          </a:prstGeom>
          <a:noFill/>
        </p:spPr>
        <p:txBody>
          <a:bodyPr wrap="square" lIns="36576" tIns="18288" rIns="36576" bIns="18288" anchor="t">
            <a:spAutoFit/>
          </a:bodyPr>
          <a:lstStyle/>
          <a:p>
            <a:pPr algn="l"/>
            <a:r>
              <a:rPr sz="1000" b="1">
                <a:solidFill>
                  <a:srgbClr val="007099"/>
                </a:solidFill>
                <a:latin typeface="Arial"/>
              </a:rPr>
              <a:t>WHAT TO MEASURE</a:t>
            </a:r>
          </a:p>
        </p:txBody>
      </p:sp>
      <p:sp>
        <p:nvSpPr>
          <p:cNvPr id="12" name="TextBox 11"/>
          <p:cNvSpPr txBox="1"/>
          <p:nvPr/>
        </p:nvSpPr>
        <p:spPr>
          <a:xfrm>
            <a:off x="6656832" y="4270248"/>
            <a:ext cx="4617720" cy="1051560"/>
          </a:xfrm>
          <a:prstGeom prst="rect">
            <a:avLst/>
          </a:prstGeom>
          <a:noFill/>
        </p:spPr>
        <p:txBody>
          <a:bodyPr wrap="square" lIns="36576">
            <a:spAutoFit/>
          </a:bodyPr>
          <a:lstStyle/>
          <a:p>
            <a:pPr>
              <a:spcAft>
                <a:spcPts val="700"/>
              </a:spcAft>
            </a:pPr>
            <a:r>
              <a:rPr sz="1400">
                <a:solidFill>
                  <a:srgbClr val="202124"/>
                </a:solidFill>
                <a:latin typeface="Arial"/>
              </a:rPr>
              <a:t>•  Recovered material and component yield</a:t>
            </a:r>
          </a:p>
          <a:p>
            <a:pPr>
              <a:spcAft>
                <a:spcPts val="700"/>
              </a:spcAft>
            </a:pPr>
            <a:r>
              <a:rPr sz="1400">
                <a:solidFill>
                  <a:srgbClr val="202124"/>
                </a:solidFill>
                <a:latin typeface="Arial"/>
              </a:rPr>
              <a:t>•  Energy use per processed pack</a:t>
            </a:r>
          </a:p>
          <a:p>
            <a:pPr>
              <a:spcAft>
                <a:spcPts val="700"/>
              </a:spcAft>
            </a:pPr>
            <a:r>
              <a:rPr sz="1400">
                <a:solidFill>
                  <a:srgbClr val="202124"/>
                </a:solidFill>
                <a:latin typeface="Arial"/>
              </a:rPr>
              <a:t>•  Cycle time and operator exposure</a:t>
            </a:r>
          </a:p>
        </p:txBody>
      </p:sp>
      <p:sp>
        <p:nvSpPr>
          <p:cNvPr id="13" name="Rounded Rectangle 12"/>
          <p:cNvSpPr/>
          <p:nvPr/>
        </p:nvSpPr>
        <p:spPr>
          <a:xfrm>
            <a:off x="6656832" y="5468112"/>
            <a:ext cx="4617720" cy="438912"/>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84848" y="5541264"/>
            <a:ext cx="4361688" cy="228600"/>
          </a:xfrm>
          <a:prstGeom prst="rect">
            <a:avLst/>
          </a:prstGeom>
          <a:noFill/>
        </p:spPr>
        <p:txBody>
          <a:bodyPr wrap="square" lIns="36576" tIns="18288" rIns="36576" bIns="18288" anchor="ctr">
            <a:spAutoFit/>
          </a:bodyPr>
          <a:lstStyle/>
          <a:p>
            <a:pPr algn="ctr"/>
            <a:r>
              <a:rPr sz="1100" b="1">
                <a:solidFill>
                  <a:srgbClr val="FFFFFF"/>
                </a:solidFill>
                <a:latin typeface="Arial"/>
              </a:rPr>
              <a:t>Evaluate total lifecycle impact, not only recycling rate.</a:t>
            </a:r>
          </a:p>
        </p:txBody>
      </p:sp>
      <p:sp>
        <p:nvSpPr>
          <p:cNvPr id="15" name="TextBox 14"/>
          <p:cNvSpPr txBox="1"/>
          <p:nvPr/>
        </p:nvSpPr>
        <p:spPr>
          <a:xfrm>
            <a:off x="502920" y="6537960"/>
            <a:ext cx="11155680" cy="164592"/>
          </a:xfrm>
          <a:prstGeom prst="rect">
            <a:avLst/>
          </a:prstGeom>
          <a:noFill/>
        </p:spPr>
        <p:txBody>
          <a:bodyPr wrap="square" lIns="36576" tIns="18288" rIns="36576" bIns="18288" anchor="t">
            <a:spAutoFit/>
          </a:bodyPr>
          <a:lstStyle/>
          <a:p>
            <a:pPr algn="r"/>
            <a:r>
              <a:rPr sz="900" b="0">
                <a:solidFill>
                  <a:srgbClr val="5A6368"/>
                </a:solidFill>
                <a:latin typeface="Arial"/>
              </a:rPr>
              <a:t>Illustrative case for discussion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1028" name="Picture 4" descr="Why Is Waste Management So Important? - Global Trash Solutions">
            <a:extLst>
              <a:ext uri="{FF2B5EF4-FFF2-40B4-BE49-F238E27FC236}">
                <a16:creationId xmlns:a16="http://schemas.microsoft.com/office/drawing/2014/main" id="{F4D4C628-90C5-B543-3379-17ED0FE916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526" r="25033" b="73422"/>
          <a:stretch/>
        </p:blipFill>
        <p:spPr bwMode="auto">
          <a:xfrm>
            <a:off x="7880813" y="4561042"/>
            <a:ext cx="3064681" cy="5034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Why Is Waste Management So Important? - Global Trash Solutions">
            <a:extLst>
              <a:ext uri="{FF2B5EF4-FFF2-40B4-BE49-F238E27FC236}">
                <a16:creationId xmlns:a16="http://schemas.microsoft.com/office/drawing/2014/main" id="{957783E4-8F45-29AF-9F9C-32AFE4B85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9230" b="9851"/>
          <a:stretch/>
        </p:blipFill>
        <p:spPr bwMode="auto">
          <a:xfrm>
            <a:off x="1321919" y="5063348"/>
            <a:ext cx="9244531" cy="168609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What Is a Waste Management Hierarchy? | Axil-IS">
            <a:extLst>
              <a:ext uri="{FF2B5EF4-FFF2-40B4-BE49-F238E27FC236}">
                <a16:creationId xmlns:a16="http://schemas.microsoft.com/office/drawing/2014/main" id="{75BDF07E-F116-AECF-B188-C20D736808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3807" y="1255353"/>
            <a:ext cx="5158691" cy="34778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7BED8D8-A228-C6BB-A31B-674AA5E30F54}"/>
              </a:ext>
            </a:extLst>
          </p:cNvPr>
          <p:cNvSpPr txBox="1"/>
          <p:nvPr/>
        </p:nvSpPr>
        <p:spPr>
          <a:xfrm>
            <a:off x="479284" y="1112643"/>
            <a:ext cx="6908800" cy="3785652"/>
          </a:xfrm>
          <a:prstGeom prst="rect">
            <a:avLst/>
          </a:prstGeom>
          <a:noFill/>
        </p:spPr>
        <p:txBody>
          <a:bodyPr wrap="square">
            <a:spAutoFit/>
          </a:bodyPr>
          <a:lstStyle/>
          <a:p>
            <a:pPr algn="l"/>
            <a:r>
              <a:rPr lang="en-US" sz="2000" b="1" dirty="0">
                <a:solidFill>
                  <a:srgbClr val="00B050"/>
                </a:solidFill>
                <a:latin typeface="arial" panose="020B0604020202020204" pitchFamily="34" charset="0"/>
              </a:rPr>
              <a:t>Preventing</a:t>
            </a:r>
            <a:r>
              <a:rPr lang="en-US" sz="2000" dirty="0">
                <a:solidFill>
                  <a:srgbClr val="202124"/>
                </a:solidFill>
                <a:latin typeface="arial" panose="020B0604020202020204" pitchFamily="34" charset="0"/>
              </a:rPr>
              <a:t> wastes.</a:t>
            </a:r>
          </a:p>
          <a:p>
            <a:pPr algn="l"/>
            <a:r>
              <a:rPr lang="en-US" sz="2000" b="1" dirty="0">
                <a:solidFill>
                  <a:srgbClr val="00B050"/>
                </a:solidFill>
                <a:latin typeface="arial" panose="020B0604020202020204" pitchFamily="34" charset="0"/>
              </a:rPr>
              <a:t>Reducing</a:t>
            </a:r>
            <a:r>
              <a:rPr lang="en-US" sz="2000" dirty="0">
                <a:solidFill>
                  <a:srgbClr val="202124"/>
                </a:solidFill>
                <a:latin typeface="arial" panose="020B0604020202020204" pitchFamily="34" charset="0"/>
              </a:rPr>
              <a:t> wastes. </a:t>
            </a:r>
          </a:p>
          <a:p>
            <a:pPr algn="l"/>
            <a:r>
              <a:rPr lang="en-US" sz="2000" dirty="0">
                <a:solidFill>
                  <a:srgbClr val="202124"/>
                </a:solidFill>
                <a:latin typeface="arial" panose="020B0604020202020204" pitchFamily="34" charset="0"/>
              </a:rPr>
              <a:t>Improving waste management practices. </a:t>
            </a:r>
          </a:p>
          <a:p>
            <a:pPr algn="l"/>
            <a:r>
              <a:rPr lang="en-US" sz="2000" dirty="0">
                <a:solidFill>
                  <a:srgbClr val="202124"/>
                </a:solidFill>
                <a:latin typeface="arial" panose="020B0604020202020204" pitchFamily="34" charset="0"/>
              </a:rPr>
              <a:t>Improving recording and reporting within your business.</a:t>
            </a:r>
          </a:p>
          <a:p>
            <a:pPr algn="l"/>
            <a:r>
              <a:rPr lang="en-US" sz="2000" dirty="0">
                <a:solidFill>
                  <a:srgbClr val="202124"/>
                </a:solidFill>
                <a:latin typeface="arial" panose="020B0604020202020204" pitchFamily="34" charset="0"/>
              </a:rPr>
              <a:t>Improving purchasing to reduce waste.</a:t>
            </a:r>
          </a:p>
          <a:p>
            <a:pPr algn="l"/>
            <a:r>
              <a:rPr lang="en-US" sz="2000" b="1" dirty="0">
                <a:solidFill>
                  <a:srgbClr val="00B050"/>
                </a:solidFill>
                <a:latin typeface="arial" panose="020B0604020202020204" pitchFamily="34" charset="0"/>
              </a:rPr>
              <a:t>Reuse</a:t>
            </a:r>
            <a:r>
              <a:rPr lang="en-US" sz="2000" dirty="0">
                <a:solidFill>
                  <a:srgbClr val="202124"/>
                </a:solidFill>
                <a:latin typeface="arial" panose="020B0604020202020204" pitchFamily="34" charset="0"/>
              </a:rPr>
              <a:t> as much as possible.</a:t>
            </a:r>
          </a:p>
          <a:p>
            <a:pPr algn="l"/>
            <a:r>
              <a:rPr lang="en-US" sz="2000" dirty="0">
                <a:solidFill>
                  <a:srgbClr val="202124"/>
                </a:solidFill>
                <a:latin typeface="arial" panose="020B0604020202020204" pitchFamily="34" charset="0"/>
              </a:rPr>
              <a:t>Strategies for </a:t>
            </a:r>
            <a:r>
              <a:rPr lang="en-US" sz="2000" b="1" dirty="0">
                <a:solidFill>
                  <a:srgbClr val="00B050"/>
                </a:solidFill>
                <a:latin typeface="arial" panose="020B0604020202020204" pitchFamily="34" charset="0"/>
              </a:rPr>
              <a:t>recycling</a:t>
            </a:r>
            <a:r>
              <a:rPr lang="en-US" sz="2000" dirty="0">
                <a:solidFill>
                  <a:srgbClr val="202124"/>
                </a:solidFill>
                <a:latin typeface="arial" panose="020B0604020202020204" pitchFamily="34" charset="0"/>
              </a:rPr>
              <a:t>.</a:t>
            </a:r>
          </a:p>
          <a:p>
            <a:pPr algn="l"/>
            <a:r>
              <a:rPr lang="en-US" sz="2000" dirty="0">
                <a:solidFill>
                  <a:srgbClr val="202124"/>
                </a:solidFill>
                <a:latin typeface="arial" panose="020B0604020202020204" pitchFamily="34" charset="0"/>
              </a:rPr>
              <a:t>Improving storage and inventory management.</a:t>
            </a:r>
          </a:p>
          <a:p>
            <a:pPr algn="l"/>
            <a:r>
              <a:rPr lang="en-US" sz="2000" b="1" dirty="0">
                <a:solidFill>
                  <a:srgbClr val="00B050"/>
                </a:solidFill>
                <a:latin typeface="arial" panose="020B0604020202020204" pitchFamily="34" charset="0"/>
              </a:rPr>
              <a:t>Conserving</a:t>
            </a:r>
            <a:r>
              <a:rPr lang="en-US" sz="2000" dirty="0">
                <a:solidFill>
                  <a:srgbClr val="202124"/>
                </a:solidFill>
                <a:latin typeface="arial" panose="020B0604020202020204" pitchFamily="34" charset="0"/>
              </a:rPr>
              <a:t> </a:t>
            </a:r>
            <a:r>
              <a:rPr lang="en-US" sz="2000" b="1" dirty="0">
                <a:solidFill>
                  <a:srgbClr val="202124"/>
                </a:solidFill>
                <a:latin typeface="arial" panose="020B0604020202020204" pitchFamily="34" charset="0"/>
              </a:rPr>
              <a:t>energy and water</a:t>
            </a:r>
            <a:r>
              <a:rPr lang="en-US" sz="2000" dirty="0">
                <a:solidFill>
                  <a:srgbClr val="202124"/>
                </a:solidFill>
                <a:latin typeface="arial" panose="020B0604020202020204" pitchFamily="34" charset="0"/>
              </a:rPr>
              <a:t>.</a:t>
            </a:r>
          </a:p>
          <a:p>
            <a:pPr algn="l"/>
            <a:r>
              <a:rPr lang="en-US" sz="2000" dirty="0">
                <a:solidFill>
                  <a:srgbClr val="202124"/>
                </a:solidFill>
                <a:latin typeface="arial" panose="020B0604020202020204" pitchFamily="34" charset="0"/>
              </a:rPr>
              <a:t>Updating systems to improve operations and staff support.</a:t>
            </a:r>
          </a:p>
          <a:p>
            <a:r>
              <a:rPr lang="en-US" sz="2000" dirty="0">
                <a:solidFill>
                  <a:srgbClr val="00B050"/>
                </a:solidFill>
                <a:latin typeface="arial" panose="020B0604020202020204" pitchFamily="34" charset="0"/>
              </a:rPr>
              <a:t>Avoid contamination </a:t>
            </a:r>
            <a:r>
              <a:rPr lang="en-US" sz="2000" dirty="0">
                <a:solidFill>
                  <a:srgbClr val="202124"/>
                </a:solidFill>
                <a:latin typeface="arial" panose="020B0604020202020204" pitchFamily="34" charset="0"/>
              </a:rPr>
              <a:t>like keeping waste out of drains. </a:t>
            </a:r>
          </a:p>
          <a:p>
            <a:pPr algn="l"/>
            <a:r>
              <a:rPr lang="en-US" sz="2000" dirty="0">
                <a:solidFill>
                  <a:srgbClr val="00B050"/>
                </a:solidFill>
                <a:latin typeface="arial" panose="020B0604020202020204" pitchFamily="34" charset="0"/>
              </a:rPr>
              <a:t>Reducing</a:t>
            </a:r>
            <a:r>
              <a:rPr lang="en-US" sz="2000" dirty="0">
                <a:solidFill>
                  <a:srgbClr val="202124"/>
                </a:solidFill>
                <a:latin typeface="arial" panose="020B0604020202020204" pitchFamily="34" charset="0"/>
              </a:rPr>
              <a:t> odor and air emissions.</a:t>
            </a:r>
          </a:p>
        </p:txBody>
      </p:sp>
      <p:sp>
        <p:nvSpPr>
          <p:cNvPr id="4" name="Title 1">
            <a:extLst>
              <a:ext uri="{FF2B5EF4-FFF2-40B4-BE49-F238E27FC236}">
                <a16:creationId xmlns:a16="http://schemas.microsoft.com/office/drawing/2014/main" id="{41898822-A271-02E1-562B-0C352054CF14}"/>
              </a:ext>
            </a:extLst>
          </p:cNvPr>
          <p:cNvSpPr>
            <a:spLocks noGrp="1"/>
          </p:cNvSpPr>
          <p:nvPr>
            <p:ph type="title"/>
          </p:nvPr>
        </p:nvSpPr>
        <p:spPr>
          <a:xfrm>
            <a:off x="519038" y="159218"/>
            <a:ext cx="10751419" cy="526936"/>
          </a:xfrm>
        </p:spPr>
        <p:txBody>
          <a:bodyPr anchor="t"/>
          <a:lstStyle/>
          <a:p>
            <a:r>
              <a:rPr lang="en-US" sz="2800" cap="none" dirty="0">
                <a:solidFill>
                  <a:srgbClr val="202124"/>
                </a:solidFill>
                <a:latin typeface="arial" panose="020B0604020202020204" pitchFamily="34" charset="0"/>
              </a:rPr>
              <a:t>Guidelines to </a:t>
            </a:r>
            <a:r>
              <a:rPr lang="en-US" sz="2800" b="1" i="0" cap="none" dirty="0">
                <a:solidFill>
                  <a:srgbClr val="202124"/>
                </a:solidFill>
                <a:effectLst/>
                <a:latin typeface="arial" panose="020B0604020202020204" pitchFamily="34" charset="0"/>
              </a:rPr>
              <a:t>Improve Resource Efficiency and waste management in Your Business</a:t>
            </a:r>
            <a:endParaRPr lang="en-US" sz="2800" b="0" i="0" cap="none" dirty="0">
              <a:solidFill>
                <a:srgbClr val="202124"/>
              </a:solidFill>
              <a:effectLst/>
              <a:latin typeface="arial" panose="020B0604020202020204" pitchFamily="34" charset="0"/>
            </a:endParaRPr>
          </a:p>
        </p:txBody>
      </p:sp>
      <p:pic>
        <p:nvPicPr>
          <p:cNvPr id="1030" name="Picture 6" descr="Conservation ( Read ) | Biology | CK-12 Foundation">
            <a:extLst>
              <a:ext uri="{FF2B5EF4-FFF2-40B4-BE49-F238E27FC236}">
                <a16:creationId xmlns:a16="http://schemas.microsoft.com/office/drawing/2014/main" id="{8F1CEE89-1570-D708-447C-4B5A3C54F6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41322" y="5344703"/>
            <a:ext cx="1472997" cy="1340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564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DDC881DD-65D4-4FBD-87F1-7CA5492151F7}"/>
              </a:ext>
            </a:extLst>
          </p:cNvPr>
          <p:cNvSpPr>
            <a:spLocks noGrp="1"/>
          </p:cNvSpPr>
          <p:nvPr>
            <p:ph type="title"/>
          </p:nvPr>
        </p:nvSpPr>
        <p:spPr/>
        <p:txBody>
          <a:bodyPr/>
          <a:lstStyle/>
          <a:p>
            <a:r>
              <a:rPr lang="en-US" dirty="0"/>
              <a:t>Industry 4.0 and 5.0</a:t>
            </a:r>
          </a:p>
        </p:txBody>
      </p:sp>
    </p:spTree>
    <p:extLst>
      <p:ext uri="{BB962C8B-B14F-4D97-AF65-F5344CB8AC3E}">
        <p14:creationId xmlns:p14="http://schemas.microsoft.com/office/powerpoint/2010/main" val="3613269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2DA29250-88FF-5BE8-052D-1208B7C479B2}"/>
              </a:ext>
            </a:extLst>
          </p:cNvPr>
          <p:cNvSpPr>
            <a:spLocks noGrp="1"/>
          </p:cNvSpPr>
          <p:nvPr>
            <p:ph type="title"/>
          </p:nvPr>
        </p:nvSpPr>
        <p:spPr/>
        <p:txBody>
          <a:bodyPr anchor="t"/>
          <a:lstStyle/>
          <a:p>
            <a:r>
              <a:rPr lang="en-US" sz="3200" cap="none" dirty="0">
                <a:solidFill>
                  <a:srgbClr val="202124"/>
                </a:solidFill>
                <a:latin typeface="arial" panose="020B0604020202020204" pitchFamily="34" charset="0"/>
              </a:rPr>
              <a:t>How Industry 4.0 Impacts Sustainability</a:t>
            </a:r>
            <a:endParaRPr lang="en-US" sz="3200" b="0" i="0" cap="none" dirty="0">
              <a:solidFill>
                <a:srgbClr val="202124"/>
              </a:solidFill>
              <a:effectLst/>
              <a:latin typeface="arial" panose="020B0604020202020204" pitchFamily="34" charset="0"/>
            </a:endParaRPr>
          </a:p>
        </p:txBody>
      </p:sp>
      <p:sp>
        <p:nvSpPr>
          <p:cNvPr id="5" name="Text Placeholder 4">
            <a:extLst>
              <a:ext uri="{FF2B5EF4-FFF2-40B4-BE49-F238E27FC236}">
                <a16:creationId xmlns:a16="http://schemas.microsoft.com/office/drawing/2014/main" id="{AA21A828-9DC8-E55E-8E30-CD8437651075}"/>
              </a:ext>
            </a:extLst>
          </p:cNvPr>
          <p:cNvSpPr>
            <a:spLocks noGrp="1"/>
          </p:cNvSpPr>
          <p:nvPr>
            <p:ph type="body" idx="1"/>
          </p:nvPr>
        </p:nvSpPr>
        <p:spPr/>
        <p:txBody>
          <a:bodyPr/>
          <a:lstStyle/>
          <a:p>
            <a:r>
              <a:rPr lang="en-US" b="1" dirty="0"/>
              <a:t>Industry 4.0 </a:t>
            </a:r>
            <a:r>
              <a:rPr lang="en-US" dirty="0"/>
              <a:t>is a </a:t>
            </a:r>
            <a:r>
              <a:rPr lang="en-US" b="1" dirty="0"/>
              <a:t>new automation trend </a:t>
            </a:r>
            <a:r>
              <a:rPr lang="en-US" dirty="0"/>
              <a:t>in industry and enables improvements in production processes and systems through technologies such as:</a:t>
            </a:r>
          </a:p>
          <a:p>
            <a:endParaRPr lang="en-US" sz="1200" dirty="0"/>
          </a:p>
          <a:p>
            <a:pPr marL="285750" indent="-285750">
              <a:buFont typeface="Arial" panose="020B0604020202020204" pitchFamily="34" charset="0"/>
              <a:buChar char="•"/>
            </a:pPr>
            <a:r>
              <a:rPr lang="en-US" dirty="0">
                <a:solidFill>
                  <a:srgbClr val="0070C0"/>
                </a:solidFill>
              </a:rPr>
              <a:t>Digitalization</a:t>
            </a:r>
          </a:p>
          <a:p>
            <a:pPr marL="285750" indent="-285750">
              <a:buFont typeface="Arial" panose="020B0604020202020204" pitchFamily="34" charset="0"/>
              <a:buChar char="•"/>
            </a:pPr>
            <a:r>
              <a:rPr lang="en-US" dirty="0">
                <a:solidFill>
                  <a:srgbClr val="0070C0"/>
                </a:solidFill>
              </a:rPr>
              <a:t>Internet of Things (IoT)</a:t>
            </a:r>
          </a:p>
          <a:p>
            <a:pPr marL="285750" indent="-285750">
              <a:buFont typeface="Arial" panose="020B0604020202020204" pitchFamily="34" charset="0"/>
              <a:buChar char="•"/>
            </a:pPr>
            <a:r>
              <a:rPr lang="en-US" dirty="0">
                <a:solidFill>
                  <a:srgbClr val="0070C0"/>
                </a:solidFill>
              </a:rPr>
              <a:t>Robotics</a:t>
            </a:r>
          </a:p>
          <a:p>
            <a:pPr marL="285750" indent="-285750">
              <a:buFont typeface="Arial" panose="020B0604020202020204" pitchFamily="34" charset="0"/>
              <a:buChar char="•"/>
            </a:pPr>
            <a:r>
              <a:rPr lang="en-US" dirty="0">
                <a:solidFill>
                  <a:srgbClr val="0070C0"/>
                </a:solidFill>
              </a:rPr>
              <a:t>Systems Integration </a:t>
            </a:r>
          </a:p>
          <a:p>
            <a:pPr marL="285750" indent="-285750">
              <a:buFont typeface="Arial" panose="020B0604020202020204" pitchFamily="34" charset="0"/>
              <a:buChar char="•"/>
            </a:pPr>
            <a:r>
              <a:rPr lang="en-US" dirty="0">
                <a:solidFill>
                  <a:srgbClr val="0070C0"/>
                </a:solidFill>
              </a:rPr>
              <a:t>Big Data, Artificial Intelligence (AI) &amp; Machine Learning (ML)</a:t>
            </a:r>
          </a:p>
          <a:p>
            <a:pPr marL="285750" indent="-285750">
              <a:buFont typeface="Arial" panose="020B0604020202020204" pitchFamily="34" charset="0"/>
              <a:buChar char="•"/>
            </a:pPr>
            <a:r>
              <a:rPr lang="en-US" dirty="0">
                <a:solidFill>
                  <a:srgbClr val="0070C0"/>
                </a:solidFill>
              </a:rPr>
              <a:t>Augmented Reality (AR)</a:t>
            </a:r>
          </a:p>
          <a:p>
            <a:pPr marL="285750" indent="-285750">
              <a:buFont typeface="Arial" panose="020B0604020202020204" pitchFamily="34" charset="0"/>
              <a:buChar char="•"/>
            </a:pPr>
            <a:r>
              <a:rPr lang="en-US" dirty="0">
                <a:solidFill>
                  <a:srgbClr val="0070C0"/>
                </a:solidFill>
              </a:rPr>
              <a:t>Cloud Computing</a:t>
            </a:r>
          </a:p>
          <a:p>
            <a:pPr marL="285750" indent="-285750">
              <a:buFont typeface="Arial" panose="020B0604020202020204" pitchFamily="34" charset="0"/>
              <a:buChar char="•"/>
            </a:pPr>
            <a:r>
              <a:rPr lang="en-US" dirty="0">
                <a:solidFill>
                  <a:srgbClr val="0070C0"/>
                </a:solidFill>
              </a:rPr>
              <a:t>etc.</a:t>
            </a:r>
          </a:p>
          <a:p>
            <a:endParaRPr lang="en-GB" dirty="0"/>
          </a:p>
        </p:txBody>
      </p:sp>
      <p:grpSp>
        <p:nvGrpSpPr>
          <p:cNvPr id="11" name="Group 10">
            <a:extLst>
              <a:ext uri="{FF2B5EF4-FFF2-40B4-BE49-F238E27FC236}">
                <a16:creationId xmlns:a16="http://schemas.microsoft.com/office/drawing/2014/main" id="{F5526C94-2C93-D189-F02E-7E51833573AB}"/>
              </a:ext>
            </a:extLst>
          </p:cNvPr>
          <p:cNvGrpSpPr/>
          <p:nvPr/>
        </p:nvGrpSpPr>
        <p:grpSpPr>
          <a:xfrm>
            <a:off x="8834230" y="5354700"/>
            <a:ext cx="3275215" cy="712461"/>
            <a:chOff x="8916785" y="1273499"/>
            <a:chExt cx="3275215" cy="712461"/>
          </a:xfrm>
        </p:grpSpPr>
        <p:sp>
          <p:nvSpPr>
            <p:cNvPr id="7" name="TextBox 6">
              <a:extLst>
                <a:ext uri="{FF2B5EF4-FFF2-40B4-BE49-F238E27FC236}">
                  <a16:creationId xmlns:a16="http://schemas.microsoft.com/office/drawing/2014/main" id="{FA1BD802-DF89-32BA-D71F-7F1633A20398}"/>
                </a:ext>
              </a:extLst>
            </p:cNvPr>
            <p:cNvSpPr txBox="1"/>
            <p:nvPr/>
          </p:nvSpPr>
          <p:spPr>
            <a:xfrm>
              <a:off x="9453723" y="1316426"/>
              <a:ext cx="2738277" cy="523220"/>
            </a:xfrm>
            <a:prstGeom prst="rect">
              <a:avLst/>
            </a:prstGeom>
            <a:noFill/>
          </p:spPr>
          <p:txBody>
            <a:bodyPr wrap="square">
              <a:spAutoFit/>
            </a:bodyPr>
            <a:lstStyle/>
            <a:p>
              <a:pPr algn="ctr"/>
              <a:r>
                <a:rPr lang="en-US" sz="1400" b="0" i="0" dirty="0">
                  <a:solidFill>
                    <a:schemeClr val="accent2">
                      <a:lumMod val="75000"/>
                    </a:schemeClr>
                  </a:solidFill>
                  <a:effectLst/>
                  <a:latin typeface="BentonSansRegular"/>
                </a:rPr>
                <a:t>United Nations Industrial </a:t>
              </a:r>
            </a:p>
            <a:p>
              <a:pPr algn="ctr"/>
              <a:r>
                <a:rPr lang="en-US" sz="1400" b="0" i="0" dirty="0">
                  <a:solidFill>
                    <a:schemeClr val="accent2">
                      <a:lumMod val="75000"/>
                    </a:schemeClr>
                  </a:solidFill>
                  <a:effectLst/>
                  <a:latin typeface="BentonSansRegular"/>
                </a:rPr>
                <a:t>Development Organization</a:t>
              </a:r>
              <a:endParaRPr lang="en-US" sz="1400" dirty="0">
                <a:solidFill>
                  <a:schemeClr val="accent2">
                    <a:lumMod val="75000"/>
                  </a:schemeClr>
                </a:solidFill>
              </a:endParaRPr>
            </a:p>
          </p:txBody>
        </p:sp>
        <p:pic>
          <p:nvPicPr>
            <p:cNvPr id="10" name="Picture 2" descr="upload.wikimedia.org/wikipedia/commons/thumb/6/...">
              <a:extLst>
                <a:ext uri="{FF2B5EF4-FFF2-40B4-BE49-F238E27FC236}">
                  <a16:creationId xmlns:a16="http://schemas.microsoft.com/office/drawing/2014/main" id="{5B2CE428-153A-1CC4-3515-E2331DAD50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6785" y="1273499"/>
              <a:ext cx="899317" cy="712461"/>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14">
            <a:extLst>
              <a:ext uri="{FF2B5EF4-FFF2-40B4-BE49-F238E27FC236}">
                <a16:creationId xmlns:a16="http://schemas.microsoft.com/office/drawing/2014/main" id="{E51087B0-563A-5563-BC95-CD7AA6CC7FA6}"/>
              </a:ext>
            </a:extLst>
          </p:cNvPr>
          <p:cNvSpPr txBox="1"/>
          <p:nvPr/>
        </p:nvSpPr>
        <p:spPr>
          <a:xfrm>
            <a:off x="1797300" y="6221049"/>
            <a:ext cx="9298329" cy="307777"/>
          </a:xfrm>
          <a:prstGeom prst="rect">
            <a:avLst/>
          </a:prstGeom>
          <a:noFill/>
        </p:spPr>
        <p:txBody>
          <a:bodyPr wrap="square">
            <a:spAutoFit/>
          </a:bodyPr>
          <a:lstStyle/>
          <a:p>
            <a:r>
              <a:rPr lang="en-US" sz="1400" dirty="0">
                <a:hlinkClick r:id="rId4"/>
              </a:rPr>
              <a:t>https://www.unido.org/sites/default/files/2017-08/REPORT_Accelerating_clean_energy_through_Industry_4.0.Final_0.pdf</a:t>
            </a:r>
            <a:r>
              <a:rPr lang="en-US" sz="1400" dirty="0"/>
              <a:t> </a:t>
            </a:r>
          </a:p>
        </p:txBody>
      </p:sp>
    </p:spTree>
    <p:extLst>
      <p:ext uri="{BB962C8B-B14F-4D97-AF65-F5344CB8AC3E}">
        <p14:creationId xmlns:p14="http://schemas.microsoft.com/office/powerpoint/2010/main" val="2677622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 name="Content Placeholder 2">
            <a:extLst>
              <a:ext uri="{FF2B5EF4-FFF2-40B4-BE49-F238E27FC236}">
                <a16:creationId xmlns:a16="http://schemas.microsoft.com/office/drawing/2014/main" id="{2374F56E-9C8E-9DB5-3E51-793E9A1CC475}"/>
              </a:ext>
            </a:extLst>
          </p:cNvPr>
          <p:cNvSpPr txBox="1">
            <a:spLocks/>
          </p:cNvSpPr>
          <p:nvPr/>
        </p:nvSpPr>
        <p:spPr>
          <a:xfrm>
            <a:off x="452661" y="1171593"/>
            <a:ext cx="11637269" cy="552346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Industry 4.0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is the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current trend </a:t>
            </a:r>
            <a:r>
              <a:rPr kumimoji="0" lang="en-US" sz="2400" i="0" u="none" strike="noStrike" kern="1200" cap="none" spc="0" normalizeH="0" baseline="0" noProof="0" dirty="0">
                <a:ln>
                  <a:noFill/>
                </a:ln>
                <a:solidFill>
                  <a:prstClr val="black"/>
                </a:solidFill>
                <a:effectLst/>
                <a:uLnTx/>
                <a:uFillTx/>
                <a:latin typeface="Calibri" panose="020F0502020204030204"/>
                <a:ea typeface="+mn-ea"/>
                <a:cs typeface="+mn-cs"/>
              </a:rPr>
              <a:t>of</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Automation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and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Data Exchange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 manufacturing technologies.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000" dirty="0"/>
              <a:t>Autonomous </a:t>
            </a:r>
            <a:r>
              <a:rPr lang="en-US" sz="2000" i="1" dirty="0"/>
              <a:t>Products </a:t>
            </a:r>
            <a:r>
              <a:rPr lang="en-US" sz="2000" dirty="0"/>
              <a:t>and</a:t>
            </a:r>
            <a:r>
              <a:rPr lang="en-US" sz="2000" i="1" dirty="0"/>
              <a:t> Decision-making Processes </a:t>
            </a:r>
            <a:r>
              <a:rPr lang="en-US" sz="2000" dirty="0"/>
              <a:t>in near </a:t>
            </a:r>
            <a:r>
              <a:rPr lang="en-US" sz="2000" b="1" dirty="0"/>
              <a:t>real-time</a:t>
            </a:r>
            <a:r>
              <a:rPr lang="sv-SE" sz="2000" dirty="0"/>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dirty="0">
              <a:solidFill>
                <a:prstClr val="black"/>
              </a:solidFill>
              <a:latin typeface="Calibri" panose="020F0502020204030204"/>
            </a:endParaRPr>
          </a:p>
        </p:txBody>
      </p:sp>
      <p:pic>
        <p:nvPicPr>
          <p:cNvPr id="6" name="Picture 5">
            <a:extLst>
              <a:ext uri="{FF2B5EF4-FFF2-40B4-BE49-F238E27FC236}">
                <a16:creationId xmlns:a16="http://schemas.microsoft.com/office/drawing/2014/main" id="{AA88B731-F017-FB3F-34EC-35444BE9FD5A}"/>
              </a:ext>
            </a:extLst>
          </p:cNvPr>
          <p:cNvPicPr>
            <a:picLocks noChangeAspect="1"/>
          </p:cNvPicPr>
          <p:nvPr/>
        </p:nvPicPr>
        <p:blipFill>
          <a:blip r:embed="rId3"/>
          <a:stretch>
            <a:fillRect/>
          </a:stretch>
        </p:blipFill>
        <p:spPr>
          <a:xfrm>
            <a:off x="1631185" y="2519802"/>
            <a:ext cx="9096917" cy="3702609"/>
          </a:xfrm>
          <a:prstGeom prst="rect">
            <a:avLst/>
          </a:prstGeom>
        </p:spPr>
      </p:pic>
      <p:sp>
        <p:nvSpPr>
          <p:cNvPr id="2" name="Title 1">
            <a:extLst>
              <a:ext uri="{FF2B5EF4-FFF2-40B4-BE49-F238E27FC236}">
                <a16:creationId xmlns:a16="http://schemas.microsoft.com/office/drawing/2014/main" id="{C4B36572-B144-9E79-3ACB-F14996AE524C}"/>
              </a:ext>
            </a:extLst>
          </p:cNvPr>
          <p:cNvSpPr>
            <a:spLocks noGrp="1"/>
          </p:cNvSpPr>
          <p:nvPr>
            <p:ph type="title"/>
          </p:nvPr>
        </p:nvSpPr>
        <p:spPr>
          <a:xfrm>
            <a:off x="507530" y="551460"/>
            <a:ext cx="11582400" cy="526936"/>
          </a:xfrm>
        </p:spPr>
        <p:txBody>
          <a:bodyPr anchor="t"/>
          <a:lstStyle/>
          <a:p>
            <a:r>
              <a:rPr lang="en-US" sz="3200" cap="none" dirty="0">
                <a:solidFill>
                  <a:srgbClr val="202124"/>
                </a:solidFill>
                <a:latin typeface="arial" panose="020B0604020202020204" pitchFamily="34" charset="0"/>
              </a:rPr>
              <a:t>Industry 4.0</a:t>
            </a:r>
            <a:endParaRPr lang="en-US" sz="3200" b="0" i="0" cap="none" dirty="0">
              <a:solidFill>
                <a:srgbClr val="202124"/>
              </a:solidFill>
              <a:effectLst/>
              <a:latin typeface="arial" panose="020B0604020202020204" pitchFamily="34" charset="0"/>
            </a:endParaRPr>
          </a:p>
        </p:txBody>
      </p:sp>
    </p:spTree>
    <p:extLst>
      <p:ext uri="{BB962C8B-B14F-4D97-AF65-F5344CB8AC3E}">
        <p14:creationId xmlns:p14="http://schemas.microsoft.com/office/powerpoint/2010/main" val="3441001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A9300783-0E2C-FB38-2D5F-83A27938186F}"/>
              </a:ext>
            </a:extLst>
          </p:cNvPr>
          <p:cNvSpPr>
            <a:spLocks noGrp="1"/>
          </p:cNvSpPr>
          <p:nvPr>
            <p:ph type="title"/>
          </p:nvPr>
        </p:nvSpPr>
        <p:spPr/>
        <p:txBody>
          <a:bodyPr/>
          <a:lstStyle/>
          <a:p>
            <a:r>
              <a:rPr lang="en-US" dirty="0">
                <a:latin typeface="Arial" panose="020B0604020202020204"/>
              </a:rPr>
              <a:t>Cyber-Physical System (CPS):</a:t>
            </a:r>
            <a:endParaRPr lang="en-GB" dirty="0"/>
          </a:p>
        </p:txBody>
      </p:sp>
      <p:sp>
        <p:nvSpPr>
          <p:cNvPr id="5" name="Picture Placeholder 4">
            <a:extLst>
              <a:ext uri="{FF2B5EF4-FFF2-40B4-BE49-F238E27FC236}">
                <a16:creationId xmlns:a16="http://schemas.microsoft.com/office/drawing/2014/main" id="{939CF47C-B2E6-FB15-18A7-DC58AFF004F9}"/>
              </a:ext>
            </a:extLst>
          </p:cNvPr>
          <p:cNvSpPr>
            <a:spLocks noGrp="1"/>
          </p:cNvSpPr>
          <p:nvPr>
            <p:ph type="pic" sz="quarter" idx="14"/>
          </p:nvPr>
        </p:nvSpPr>
        <p:spPr/>
        <p:txBody>
          <a:bodyPr/>
          <a:lstStyle/>
          <a:p>
            <a:endParaRPr lang="en-GB"/>
          </a:p>
        </p:txBody>
      </p:sp>
      <p:sp>
        <p:nvSpPr>
          <p:cNvPr id="4" name="Platshållare för text 2">
            <a:extLst>
              <a:ext uri="{FF2B5EF4-FFF2-40B4-BE49-F238E27FC236}">
                <a16:creationId xmlns:a16="http://schemas.microsoft.com/office/drawing/2014/main" id="{A088DC67-E0D7-37ED-D26F-7F2C0DD95FDE}"/>
              </a:ext>
            </a:extLst>
          </p:cNvPr>
          <p:cNvSpPr>
            <a:spLocks noGrp="1"/>
          </p:cNvSpPr>
          <p:nvPr>
            <p:ph type="body" sz="quarter" idx="15"/>
          </p:nvPr>
        </p:nvSpPr>
        <p:spPr/>
        <p:txBody>
          <a:bodyPr numCol="1"/>
          <a:lstStyle/>
          <a:p>
            <a:pPr>
              <a:lnSpc>
                <a:spcPct val="100000"/>
              </a:lnSpc>
            </a:pPr>
            <a:r>
              <a:rPr lang="en-GB" sz="2000" b="1" dirty="0"/>
              <a:t>CPS</a:t>
            </a:r>
            <a:r>
              <a:rPr lang="en-GB" sz="2000" dirty="0"/>
              <a:t> is a </a:t>
            </a:r>
            <a:r>
              <a:rPr lang="en-GB" sz="2000" dirty="0">
                <a:solidFill>
                  <a:srgbClr val="961B81"/>
                </a:solidFill>
              </a:rPr>
              <a:t>mechanism </a:t>
            </a:r>
            <a:r>
              <a:rPr lang="en-GB" sz="2000" dirty="0"/>
              <a:t>that is </a:t>
            </a:r>
          </a:p>
          <a:p>
            <a:pPr marL="457200" indent="-457200">
              <a:lnSpc>
                <a:spcPct val="100000"/>
              </a:lnSpc>
              <a:buFont typeface="Arial" panose="020B0604020202020204" pitchFamily="34" charset="0"/>
              <a:buChar char="•"/>
            </a:pPr>
            <a:r>
              <a:rPr lang="en-GB" sz="2000" dirty="0"/>
              <a:t>Controlled or monitored by Computer </a:t>
            </a:r>
            <a:r>
              <a:rPr lang="en-GB" sz="2000" b="1" dirty="0"/>
              <a:t>Algorithms</a:t>
            </a:r>
          </a:p>
          <a:p>
            <a:pPr marL="457200" indent="-457200">
              <a:lnSpc>
                <a:spcPct val="100000"/>
              </a:lnSpc>
              <a:buFont typeface="Arial" panose="020B0604020202020204" pitchFamily="34" charset="0"/>
              <a:buChar char="•"/>
            </a:pPr>
            <a:r>
              <a:rPr lang="en-GB" sz="2000" dirty="0"/>
              <a:t>Deeply integrated or a network of </a:t>
            </a:r>
            <a:r>
              <a:rPr lang="en-GB" sz="2000" b="1" dirty="0"/>
              <a:t>Cyber</a:t>
            </a:r>
            <a:r>
              <a:rPr lang="en-GB" sz="2000" dirty="0"/>
              <a:t> (software) and </a:t>
            </a:r>
            <a:r>
              <a:rPr lang="en-GB" sz="2000" b="1" dirty="0"/>
              <a:t>Physical Part </a:t>
            </a:r>
            <a:r>
              <a:rPr lang="en-GB" sz="2000" dirty="0"/>
              <a:t>of the system.</a:t>
            </a:r>
          </a:p>
          <a:p>
            <a:pPr marL="457200" indent="-457200">
              <a:lnSpc>
                <a:spcPct val="100000"/>
              </a:lnSpc>
              <a:buFont typeface="Arial" panose="020B0604020202020204" pitchFamily="34" charset="0"/>
              <a:buChar char="•"/>
            </a:pPr>
            <a:r>
              <a:rPr lang="en-GB" sz="2000" dirty="0"/>
              <a:t>Unlike embedded systems, CPSs are not standalone devices.</a:t>
            </a:r>
          </a:p>
          <a:p>
            <a:pPr marL="457200" indent="-457200">
              <a:lnSpc>
                <a:spcPct val="100000"/>
              </a:lnSpc>
              <a:buFont typeface="Arial" panose="020B0604020202020204" pitchFamily="34" charset="0"/>
              <a:buChar char="•"/>
            </a:pPr>
            <a:r>
              <a:rPr lang="en-US" sz="2000" dirty="0"/>
              <a:t>CPS is like Internet of Things (IoT), sharing the same basic architecture, </a:t>
            </a:r>
            <a:r>
              <a:rPr lang="en-US" sz="2000" b="1" dirty="0"/>
              <a:t>But</a:t>
            </a:r>
            <a:r>
              <a:rPr lang="en-US" sz="2000" dirty="0"/>
              <a:t> CPS presents a higher combination and coordination between physical and computational elements.</a:t>
            </a:r>
            <a:endParaRPr lang="en-GB" sz="2000" dirty="0"/>
          </a:p>
          <a:p>
            <a:pPr>
              <a:lnSpc>
                <a:spcPct val="100000"/>
              </a:lnSpc>
            </a:pPr>
            <a:endParaRPr lang="en-GB" sz="2000" dirty="0"/>
          </a:p>
          <a:p>
            <a:pPr marL="457200" indent="-457200">
              <a:lnSpc>
                <a:spcPct val="100000"/>
              </a:lnSpc>
              <a:buFont typeface="Arial" panose="020B0604020202020204" pitchFamily="34" charset="0"/>
              <a:buChar char="•"/>
            </a:pPr>
            <a:endParaRPr lang="en-US" sz="2400" dirty="0"/>
          </a:p>
          <a:p>
            <a:pPr>
              <a:lnSpc>
                <a:spcPct val="100000"/>
              </a:lnSpc>
            </a:pPr>
            <a:endParaRPr lang="en-GB" sz="2400" dirty="0"/>
          </a:p>
          <a:p>
            <a:pPr marL="523875" marR="0" lvl="2" indent="195263"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lang="en-US" sz="1050" b="0" i="0" dirty="0">
              <a:solidFill>
                <a:srgbClr val="202122"/>
              </a:solidFill>
              <a:effectLst/>
              <a:latin typeface="Arial" panose="020B0604020202020204" pitchFamily="34" charset="0"/>
            </a:endParaRPr>
          </a:p>
          <a:p>
            <a:pPr marL="180975" marR="0" lvl="2" algn="l" defTabSz="914400" rtl="0" eaLnBrk="1" fontAlgn="auto" latinLnBrk="0" hangingPunct="1">
              <a:lnSpc>
                <a:spcPct val="90000"/>
              </a:lnSpc>
              <a:spcBef>
                <a:spcPts val="500"/>
              </a:spcBef>
              <a:spcAft>
                <a:spcPts val="0"/>
              </a:spcAft>
              <a:buClrTx/>
              <a:buSzTx/>
              <a:tabLst/>
              <a:defRPr/>
            </a:pPr>
            <a:r>
              <a:rPr lang="en-US" sz="2000" b="0" i="0" dirty="0">
                <a:solidFill>
                  <a:srgbClr val="4D5156"/>
                </a:solidFill>
                <a:effectLst/>
                <a:latin typeface="arial" panose="020B0604020202020204" pitchFamily="34" charset="0"/>
              </a:rPr>
              <a:t>	</a:t>
            </a:r>
            <a:endParaRPr kumimoji="0" lang="en-US" sz="2800" b="0" i="0" u="none" strike="noStrike" kern="1200" cap="none" spc="0" normalizeH="0" baseline="0" dirty="0">
              <a:ln>
                <a:noFill/>
              </a:ln>
              <a:solidFill>
                <a:prstClr val="black"/>
              </a:solidFill>
              <a:effectLst/>
              <a:uLnTx/>
              <a:uFillTx/>
              <a:latin typeface="Calibri" panose="020F0502020204030204"/>
              <a:ea typeface="+mn-ea"/>
              <a:cs typeface="+mn-cs"/>
            </a:endParaRPr>
          </a:p>
        </p:txBody>
      </p:sp>
      <p:pic>
        <p:nvPicPr>
          <p:cNvPr id="7" name="Content Placeholder 3">
            <a:extLst>
              <a:ext uri="{FF2B5EF4-FFF2-40B4-BE49-F238E27FC236}">
                <a16:creationId xmlns:a16="http://schemas.microsoft.com/office/drawing/2014/main" id="{CE6D0B5A-6D74-23E3-06A3-4793157A4ABB}"/>
              </a:ext>
            </a:extLst>
          </p:cNvPr>
          <p:cNvPicPr>
            <a:picLocks noChangeAspect="1"/>
          </p:cNvPicPr>
          <p:nvPr/>
        </p:nvPicPr>
        <p:blipFill>
          <a:blip r:embed="rId3"/>
          <a:stretch>
            <a:fillRect/>
          </a:stretch>
        </p:blipFill>
        <p:spPr>
          <a:xfrm>
            <a:off x="8133593" y="111627"/>
            <a:ext cx="3904376" cy="3450755"/>
          </a:xfrm>
          <a:prstGeom prst="rect">
            <a:avLst/>
          </a:prstGeom>
        </p:spPr>
      </p:pic>
      <p:pic>
        <p:nvPicPr>
          <p:cNvPr id="8" name="Picture 7" descr="Image result for cyber physical systems">
            <a:extLst>
              <a:ext uri="{FF2B5EF4-FFF2-40B4-BE49-F238E27FC236}">
                <a16:creationId xmlns:a16="http://schemas.microsoft.com/office/drawing/2014/main" id="{CA24563E-EE67-5778-DC23-3D90D41995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3049" y="3842650"/>
            <a:ext cx="3465464" cy="2887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2DA29250-88FF-5BE8-052D-1208B7C479B2}"/>
              </a:ext>
            </a:extLst>
          </p:cNvPr>
          <p:cNvSpPr>
            <a:spLocks noGrp="1"/>
          </p:cNvSpPr>
          <p:nvPr>
            <p:ph type="title"/>
          </p:nvPr>
        </p:nvSpPr>
        <p:spPr/>
        <p:txBody>
          <a:bodyPr anchor="t"/>
          <a:lstStyle/>
          <a:p>
            <a:r>
              <a:rPr lang="en-US" cap="none" dirty="0">
                <a:latin typeface="arial" panose="020B0604020202020204" pitchFamily="34" charset="0"/>
              </a:rPr>
              <a:t>How Industry 4.0 Impacts Sustainability</a:t>
            </a:r>
            <a:endParaRPr lang="en-US" b="0" i="0" cap="none" dirty="0">
              <a:effectLst/>
              <a:latin typeface="arial" panose="020B0604020202020204" pitchFamily="34" charset="0"/>
            </a:endParaRPr>
          </a:p>
        </p:txBody>
      </p:sp>
      <p:sp>
        <p:nvSpPr>
          <p:cNvPr id="6" name="Text Placeholder 5">
            <a:extLst>
              <a:ext uri="{FF2B5EF4-FFF2-40B4-BE49-F238E27FC236}">
                <a16:creationId xmlns:a16="http://schemas.microsoft.com/office/drawing/2014/main" id="{A79665E6-9C59-5DE3-13FF-4412E7BB9487}"/>
              </a:ext>
            </a:extLst>
          </p:cNvPr>
          <p:cNvSpPr>
            <a:spLocks noGrp="1"/>
          </p:cNvSpPr>
          <p:nvPr>
            <p:ph type="body" sz="quarter" idx="13"/>
          </p:nvPr>
        </p:nvSpPr>
        <p:spPr/>
        <p:txBody>
          <a:bodyPr/>
          <a:lstStyle/>
          <a:p>
            <a:r>
              <a:rPr lang="en-US" dirty="0">
                <a:solidFill>
                  <a:schemeClr val="bg1"/>
                </a:solidFill>
                <a:cs typeface="Arial" panose="020B0604020202020204" pitchFamily="34" charset="0"/>
              </a:rPr>
              <a:t>Industry 4.0 accelerates the </a:t>
            </a:r>
            <a:r>
              <a:rPr lang="en-US" b="1" dirty="0">
                <a:solidFill>
                  <a:schemeClr val="bg1"/>
                </a:solidFill>
                <a:cs typeface="Arial" panose="020B0604020202020204" pitchFamily="34" charset="0"/>
              </a:rPr>
              <a:t>deployment</a:t>
            </a:r>
            <a:r>
              <a:rPr lang="en-US" dirty="0">
                <a:solidFill>
                  <a:schemeClr val="bg1"/>
                </a:solidFill>
                <a:cs typeface="Arial" panose="020B0604020202020204" pitchFamily="34" charset="0"/>
              </a:rPr>
              <a:t> towards:</a:t>
            </a:r>
          </a:p>
          <a:p>
            <a:pPr marL="285750" indent="-285750">
              <a:buFont typeface="Arial" panose="020B0604020202020204" pitchFamily="34" charset="0"/>
              <a:buChar char="•"/>
            </a:pPr>
            <a:r>
              <a:rPr lang="en-US" dirty="0">
                <a:solidFill>
                  <a:schemeClr val="bg1"/>
                </a:solidFill>
                <a:cs typeface="Arial" panose="020B0604020202020204" pitchFamily="34" charset="0"/>
              </a:rPr>
              <a:t>Renewable Energy </a:t>
            </a:r>
          </a:p>
          <a:p>
            <a:pPr marL="285750" indent="-285750">
              <a:buFont typeface="Arial" panose="020B0604020202020204" pitchFamily="34" charset="0"/>
              <a:buChar char="•"/>
            </a:pPr>
            <a:r>
              <a:rPr lang="en-US" dirty="0">
                <a:solidFill>
                  <a:schemeClr val="bg1"/>
                </a:solidFill>
                <a:cs typeface="Arial" panose="020B0604020202020204" pitchFamily="34" charset="0"/>
              </a:rPr>
              <a:t>Reduce Carbon Emissions</a:t>
            </a:r>
          </a:p>
          <a:p>
            <a:pPr marL="285750" indent="-285750">
              <a:buFont typeface="Arial" panose="020B0604020202020204" pitchFamily="34" charset="0"/>
              <a:buChar char="•"/>
            </a:pPr>
            <a:r>
              <a:rPr lang="en-US" dirty="0">
                <a:solidFill>
                  <a:schemeClr val="bg1"/>
                </a:solidFill>
                <a:cs typeface="Arial" panose="020B0604020202020204" pitchFamily="34" charset="0"/>
              </a:rPr>
              <a:t>Optimize Energy Use </a:t>
            </a:r>
          </a:p>
          <a:p>
            <a:pPr marL="285750" indent="-285750">
              <a:buFont typeface="Arial" panose="020B0604020202020204" pitchFamily="34" charset="0"/>
              <a:buChar char="•"/>
            </a:pPr>
            <a:r>
              <a:rPr lang="en-US" dirty="0">
                <a:solidFill>
                  <a:schemeClr val="bg1"/>
                </a:solidFill>
                <a:cs typeface="Arial" panose="020B0604020202020204" pitchFamily="34" charset="0"/>
              </a:rPr>
              <a:t>Enhance Productivity </a:t>
            </a:r>
          </a:p>
          <a:p>
            <a:pPr marL="285750" indent="-285750">
              <a:buFont typeface="Arial" panose="020B0604020202020204" pitchFamily="34" charset="0"/>
              <a:buChar char="•"/>
            </a:pPr>
            <a:r>
              <a:rPr lang="en-US" dirty="0">
                <a:solidFill>
                  <a:schemeClr val="bg1"/>
                </a:solidFill>
                <a:cs typeface="Arial" panose="020B0604020202020204" pitchFamily="34" charset="0"/>
              </a:rPr>
              <a:t>Cost Reduction </a:t>
            </a:r>
          </a:p>
          <a:p>
            <a:endParaRPr lang="en-GB" dirty="0"/>
          </a:p>
        </p:txBody>
      </p:sp>
      <p:sp>
        <p:nvSpPr>
          <p:cNvPr id="8" name="Picture Placeholder 7">
            <a:extLst>
              <a:ext uri="{FF2B5EF4-FFF2-40B4-BE49-F238E27FC236}">
                <a16:creationId xmlns:a16="http://schemas.microsoft.com/office/drawing/2014/main" id="{A6C3828D-F5F9-61EE-A4ED-69F3B8B4B314}"/>
              </a:ext>
            </a:extLst>
          </p:cNvPr>
          <p:cNvSpPr>
            <a:spLocks noGrp="1"/>
          </p:cNvSpPr>
          <p:nvPr>
            <p:ph type="pic" sz="quarter" idx="14"/>
          </p:nvPr>
        </p:nvSpPr>
        <p:spPr/>
        <p:txBody>
          <a:bodyPr/>
          <a:lstStyle/>
          <a:p>
            <a:endParaRPr lang="en-GB"/>
          </a:p>
        </p:txBody>
      </p:sp>
      <p:sp>
        <p:nvSpPr>
          <p:cNvPr id="15" name="TextBox 14">
            <a:extLst>
              <a:ext uri="{FF2B5EF4-FFF2-40B4-BE49-F238E27FC236}">
                <a16:creationId xmlns:a16="http://schemas.microsoft.com/office/drawing/2014/main" id="{E51087B0-563A-5563-BC95-CD7AA6CC7FA6}"/>
              </a:ext>
            </a:extLst>
          </p:cNvPr>
          <p:cNvSpPr txBox="1"/>
          <p:nvPr/>
        </p:nvSpPr>
        <p:spPr>
          <a:xfrm>
            <a:off x="633504" y="5889428"/>
            <a:ext cx="5303657" cy="461665"/>
          </a:xfrm>
          <a:prstGeom prst="rect">
            <a:avLst/>
          </a:prstGeom>
          <a:noFill/>
        </p:spPr>
        <p:txBody>
          <a:bodyPr wrap="square">
            <a:spAutoFit/>
          </a:bodyPr>
          <a:lstStyle/>
          <a:p>
            <a:r>
              <a:rPr lang="en-US" sz="1200" dirty="0">
                <a:solidFill>
                  <a:schemeClr val="bg1"/>
                </a:solidFill>
                <a:hlinkClick r:id="rId3">
                  <a:extLst>
                    <a:ext uri="{A12FA001-AC4F-418D-AE19-62706E023703}">
                      <ahyp:hlinkClr xmlns:ahyp="http://schemas.microsoft.com/office/drawing/2018/hyperlinkcolor" val="tx"/>
                    </a:ext>
                  </a:extLst>
                </a:hlinkClick>
              </a:rPr>
              <a:t>https://www.unido.org/sites/default/files/2017-08/REPORT_Accelerating_clean_energy_through_Industry_4.0.Final_0.pdf</a:t>
            </a:r>
            <a:r>
              <a:rPr lang="en-US" sz="1200" dirty="0">
                <a:solidFill>
                  <a:schemeClr val="bg1"/>
                </a:solidFill>
              </a:rPr>
              <a:t> </a:t>
            </a:r>
          </a:p>
        </p:txBody>
      </p:sp>
      <p:pic>
        <p:nvPicPr>
          <p:cNvPr id="3074" name="Picture 2" descr="New UNIDO report explores potential of Industry 4.0 to accelerate  transition towards sustainable energy | UNIDO">
            <a:extLst>
              <a:ext uri="{FF2B5EF4-FFF2-40B4-BE49-F238E27FC236}">
                <a16:creationId xmlns:a16="http://schemas.microsoft.com/office/drawing/2014/main" id="{F35A5614-C887-A946-85A2-B8C9948EE09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6718"/>
          <a:stretch/>
        </p:blipFill>
        <p:spPr bwMode="auto">
          <a:xfrm>
            <a:off x="6595496" y="267055"/>
            <a:ext cx="5217649" cy="353971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hare of renewable energy in the EU up to 19.7% in 2019 | European  Commission">
            <a:extLst>
              <a:ext uri="{FF2B5EF4-FFF2-40B4-BE49-F238E27FC236}">
                <a16:creationId xmlns:a16="http://schemas.microsoft.com/office/drawing/2014/main" id="{9A12161C-1D20-84DE-077D-408CA862E1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2254" y="4174547"/>
            <a:ext cx="2984131" cy="1991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1085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9" name="TextBox 8">
            <a:extLst>
              <a:ext uri="{FF2B5EF4-FFF2-40B4-BE49-F238E27FC236}">
                <a16:creationId xmlns:a16="http://schemas.microsoft.com/office/drawing/2014/main" id="{7CB80283-43E9-4CF9-98A4-5355EF9109D9}"/>
              </a:ext>
            </a:extLst>
          </p:cNvPr>
          <p:cNvSpPr txBox="1"/>
          <p:nvPr/>
        </p:nvSpPr>
        <p:spPr>
          <a:xfrm>
            <a:off x="154728" y="49263"/>
            <a:ext cx="10367185" cy="369332"/>
          </a:xfrm>
          <a:prstGeom prst="rect">
            <a:avLst/>
          </a:prstGeom>
        </p:spPr>
        <p:txBody>
          <a:bodyPr vert="horz" lIns="91440" tIns="45720" rIns="91440" bIns="45720" rtlCol="0" anchor="t">
            <a:noAutofit/>
          </a:bodyPr>
          <a:lstStyle>
            <a:lvl1pPr>
              <a:lnSpc>
                <a:spcPct val="90000"/>
              </a:lnSpc>
              <a:spcBef>
                <a:spcPct val="0"/>
              </a:spcBef>
              <a:buNone/>
              <a:defRPr sz="2800" b="1" i="0" cap="none" baseline="0">
                <a:latin typeface="Arial" panose="020B0604020202020204" pitchFamily="34" charset="0"/>
                <a:ea typeface="+mj-ea"/>
                <a:cs typeface="+mj-cs"/>
              </a:defRPr>
            </a:lvl1pPr>
          </a:lstStyle>
          <a:p>
            <a:endParaRPr lang="en-US" dirty="0">
              <a:solidFill>
                <a:srgbClr val="00B050"/>
              </a:solidFill>
            </a:endParaRPr>
          </a:p>
        </p:txBody>
      </p:sp>
      <p:sp>
        <p:nvSpPr>
          <p:cNvPr id="3" name="Title 2">
            <a:extLst>
              <a:ext uri="{FF2B5EF4-FFF2-40B4-BE49-F238E27FC236}">
                <a16:creationId xmlns:a16="http://schemas.microsoft.com/office/drawing/2014/main" id="{57148642-7BC3-A38B-E264-85B32F069140}"/>
              </a:ext>
            </a:extLst>
          </p:cNvPr>
          <p:cNvSpPr>
            <a:spLocks noGrp="1"/>
          </p:cNvSpPr>
          <p:nvPr>
            <p:ph type="title"/>
          </p:nvPr>
        </p:nvSpPr>
        <p:spPr/>
        <p:txBody>
          <a:bodyPr/>
          <a:lstStyle/>
          <a:p>
            <a:r>
              <a:rPr lang="en-US" dirty="0"/>
              <a:t>Industry 4.0 – Data &amp; Visibility for </a:t>
            </a:r>
            <a:r>
              <a:rPr lang="en-US" dirty="0">
                <a:solidFill>
                  <a:srgbClr val="00B050"/>
                </a:solidFill>
              </a:rPr>
              <a:t>Sustainability</a:t>
            </a:r>
            <a:br>
              <a:rPr lang="en-US" dirty="0">
                <a:solidFill>
                  <a:srgbClr val="00B050"/>
                </a:solidFill>
              </a:rPr>
            </a:br>
            <a:endParaRPr lang="en-GB" dirty="0"/>
          </a:p>
        </p:txBody>
      </p:sp>
      <p:sp>
        <p:nvSpPr>
          <p:cNvPr id="4" name="Text Placeholder 3">
            <a:extLst>
              <a:ext uri="{FF2B5EF4-FFF2-40B4-BE49-F238E27FC236}">
                <a16:creationId xmlns:a16="http://schemas.microsoft.com/office/drawing/2014/main" id="{924DB4BA-8E8A-BCF5-6E16-4D7A6BA99D19}"/>
              </a:ext>
            </a:extLst>
          </p:cNvPr>
          <p:cNvSpPr>
            <a:spLocks noGrp="1"/>
          </p:cNvSpPr>
          <p:nvPr>
            <p:ph type="body" idx="1"/>
          </p:nvPr>
        </p:nvSpPr>
        <p:spPr/>
        <p:txBody>
          <a:bodyPr/>
          <a:lstStyle/>
          <a:p>
            <a:r>
              <a:rPr lang="en-US" sz="1800" dirty="0">
                <a:solidFill>
                  <a:srgbClr val="3F4043"/>
                </a:solidFill>
                <a:latin typeface="+mn-lt"/>
              </a:rPr>
              <a:t>Gathering real-time data through Industry 4.0 technologies allows manufacturers to:</a:t>
            </a:r>
          </a:p>
          <a:p>
            <a:pPr marL="285750" indent="-285750">
              <a:buFont typeface="Arial" panose="020B0604020202020204" pitchFamily="34" charset="0"/>
              <a:buChar char="•"/>
            </a:pPr>
            <a:r>
              <a:rPr lang="en-US" dirty="0">
                <a:solidFill>
                  <a:srgbClr val="3F4043"/>
                </a:solidFill>
                <a:latin typeface="+mn-lt"/>
              </a:rPr>
              <a:t>To </a:t>
            </a:r>
            <a:r>
              <a:rPr lang="en-US" b="1" dirty="0">
                <a:solidFill>
                  <a:srgbClr val="3F4043"/>
                </a:solidFill>
                <a:latin typeface="+mn-lt"/>
              </a:rPr>
              <a:t>reduce carbon emissions </a:t>
            </a:r>
            <a:r>
              <a:rPr lang="en-US" dirty="0">
                <a:solidFill>
                  <a:srgbClr val="3F4043"/>
                </a:solidFill>
                <a:latin typeface="+mn-lt"/>
              </a:rPr>
              <a:t>(across sourcing, production, packaging, distribution, and disposal). For example, data showing energy consumption by machines can help as input to identify avenues for better management.</a:t>
            </a:r>
          </a:p>
          <a:p>
            <a:pPr marL="285750" indent="-285750">
              <a:buFont typeface="Arial" panose="020B0604020202020204" pitchFamily="34" charset="0"/>
              <a:buChar char="•"/>
            </a:pPr>
            <a:r>
              <a:rPr lang="en-US" dirty="0">
                <a:solidFill>
                  <a:srgbClr val="3F4043"/>
                </a:solidFill>
                <a:latin typeface="+mn-lt"/>
              </a:rPr>
              <a:t>To increase the </a:t>
            </a:r>
            <a:r>
              <a:rPr lang="en-US" b="1" dirty="0">
                <a:solidFill>
                  <a:srgbClr val="3F4043"/>
                </a:solidFill>
                <a:latin typeface="+mn-lt"/>
              </a:rPr>
              <a:t>productivity</a:t>
            </a:r>
            <a:r>
              <a:rPr lang="en-US" dirty="0">
                <a:solidFill>
                  <a:srgbClr val="3F4043"/>
                </a:solidFill>
                <a:latin typeface="+mn-lt"/>
              </a:rPr>
              <a:t> through monitoring real-time production and other operations’ status. For example, for efficient management of the idle machines and other resources and systems. Real-time quality control helps avoid scrap and prevent waste!</a:t>
            </a:r>
          </a:p>
          <a:p>
            <a:pPr marL="285750" indent="-285750">
              <a:buFont typeface="Arial" panose="020B0604020202020204" pitchFamily="34" charset="0"/>
              <a:buChar char="•"/>
            </a:pPr>
            <a:r>
              <a:rPr lang="en-US" dirty="0">
                <a:solidFill>
                  <a:srgbClr val="3F4043"/>
                </a:solidFill>
                <a:latin typeface="+mn-lt"/>
              </a:rPr>
              <a:t>To</a:t>
            </a:r>
            <a:r>
              <a:rPr lang="en-US" b="1" dirty="0">
                <a:solidFill>
                  <a:srgbClr val="3F4043"/>
                </a:solidFill>
                <a:latin typeface="+mn-lt"/>
              </a:rPr>
              <a:t> enable sustainable product design </a:t>
            </a:r>
            <a:r>
              <a:rPr lang="en-US" dirty="0">
                <a:solidFill>
                  <a:srgbClr val="3F4043"/>
                </a:solidFill>
                <a:latin typeface="+mn-lt"/>
              </a:rPr>
              <a:t>in alignment with 4 Rs (Reduce, Reuse, Recycle, Recover).</a:t>
            </a:r>
          </a:p>
          <a:p>
            <a:endParaRPr lang="en-GB" sz="1600" dirty="0"/>
          </a:p>
        </p:txBody>
      </p:sp>
    </p:spTree>
    <p:extLst>
      <p:ext uri="{BB962C8B-B14F-4D97-AF65-F5344CB8AC3E}">
        <p14:creationId xmlns:p14="http://schemas.microsoft.com/office/powerpoint/2010/main" val="3280463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7315200" cy="274320"/>
          </a:xfrm>
          <a:prstGeom prst="rect">
            <a:avLst/>
          </a:prstGeom>
          <a:noFill/>
        </p:spPr>
        <p:txBody>
          <a:bodyPr wrap="square" lIns="36576" tIns="18288" rIns="36576" bIns="18288" anchor="t">
            <a:spAutoFit/>
          </a:bodyPr>
          <a:lstStyle/>
          <a:p>
            <a:pPr algn="l"/>
            <a:r>
              <a:rPr sz="1100" b="1">
                <a:solidFill>
                  <a:srgbClr val="00B050"/>
                </a:solidFill>
                <a:latin typeface="Arial"/>
              </a:rPr>
              <a:t>WASTE PREVENTION</a:t>
            </a:r>
          </a:p>
        </p:txBody>
      </p:sp>
      <p:sp>
        <p:nvSpPr>
          <p:cNvPr id="3" name="TextBox 2"/>
          <p:cNvSpPr txBox="1"/>
          <p:nvPr/>
        </p:nvSpPr>
        <p:spPr>
          <a:xfrm>
            <a:off x="502920" y="566928"/>
            <a:ext cx="10972800" cy="594360"/>
          </a:xfrm>
          <a:prstGeom prst="rect">
            <a:avLst/>
          </a:prstGeom>
          <a:noFill/>
        </p:spPr>
        <p:txBody>
          <a:bodyPr wrap="square" lIns="36576" tIns="18288" rIns="36576" bIns="18288" anchor="t">
            <a:spAutoFit/>
          </a:bodyPr>
          <a:lstStyle/>
          <a:p>
            <a:pPr algn="l"/>
            <a:r>
              <a:rPr sz="2700" b="1">
                <a:solidFill>
                  <a:srgbClr val="202124"/>
                </a:solidFill>
                <a:latin typeface="Arial"/>
              </a:rPr>
              <a:t>Case: Robot-Assisted Quality Inspection</a:t>
            </a:r>
          </a:p>
        </p:txBody>
      </p:sp>
      <p:sp>
        <p:nvSpPr>
          <p:cNvPr id="4" name="Rectangle 3"/>
          <p:cNvSpPr/>
          <p:nvPr/>
        </p:nvSpPr>
        <p:spPr>
          <a:xfrm>
            <a:off x="502920" y="1243584"/>
            <a:ext cx="1051560" cy="54864"/>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8feb5b1eb6.png"/>
          <p:cNvPicPr>
            <a:picLocks noChangeAspect="1"/>
          </p:cNvPicPr>
          <p:nvPr/>
        </p:nvPicPr>
        <p:blipFill>
          <a:blip r:embed="rId3"/>
          <a:stretch>
            <a:fillRect/>
          </a:stretch>
        </p:blipFill>
        <p:spPr>
          <a:xfrm>
            <a:off x="502920" y="1554480"/>
            <a:ext cx="5623560" cy="4526280"/>
          </a:xfrm>
          <a:prstGeom prst="rect">
            <a:avLst/>
          </a:prstGeom>
        </p:spPr>
      </p:pic>
      <p:sp>
        <p:nvSpPr>
          <p:cNvPr id="6" name="Rounded Rectangle 5"/>
          <p:cNvSpPr/>
          <p:nvPr/>
        </p:nvSpPr>
        <p:spPr>
          <a:xfrm>
            <a:off x="6400800" y="1554480"/>
            <a:ext cx="5285232" cy="4526280"/>
          </a:xfrm>
          <a:prstGeom prst="roundRect">
            <a:avLst/>
          </a:prstGeom>
          <a:solidFill>
            <a:srgbClr val="F2F6F4"/>
          </a:solidFill>
          <a:ln>
            <a:solidFill>
              <a:srgbClr val="D8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93408" y="1783080"/>
            <a:ext cx="2011680" cy="228600"/>
          </a:xfrm>
          <a:prstGeom prst="rect">
            <a:avLst/>
          </a:prstGeom>
          <a:noFill/>
        </p:spPr>
        <p:txBody>
          <a:bodyPr wrap="square" lIns="36576" tIns="18288" rIns="36576" bIns="18288" anchor="t">
            <a:spAutoFit/>
          </a:bodyPr>
          <a:lstStyle/>
          <a:p>
            <a:pPr algn="l"/>
            <a:r>
              <a:rPr sz="1000" b="1">
                <a:solidFill>
                  <a:srgbClr val="007099"/>
                </a:solidFill>
                <a:latin typeface="Arial"/>
              </a:rPr>
              <a:t>CHALLENGE</a:t>
            </a:r>
          </a:p>
        </p:txBody>
      </p:sp>
      <p:sp>
        <p:nvSpPr>
          <p:cNvPr id="8" name="TextBox 7"/>
          <p:cNvSpPr txBox="1"/>
          <p:nvPr/>
        </p:nvSpPr>
        <p:spPr>
          <a:xfrm>
            <a:off x="6693408" y="2048256"/>
            <a:ext cx="4572000" cy="658368"/>
          </a:xfrm>
          <a:prstGeom prst="rect">
            <a:avLst/>
          </a:prstGeom>
          <a:noFill/>
        </p:spPr>
        <p:txBody>
          <a:bodyPr wrap="square" lIns="36576" tIns="18288" rIns="36576" bIns="18288" anchor="t">
            <a:spAutoFit/>
          </a:bodyPr>
          <a:lstStyle/>
          <a:p>
            <a:pPr algn="l"/>
            <a:r>
              <a:rPr sz="1500" b="0">
                <a:solidFill>
                  <a:srgbClr val="202124"/>
                </a:solidFill>
                <a:latin typeface="Arial"/>
              </a:rPr>
              <a:t>Late detection of defects creates scrap, rework and unnecessary energy and material use.</a:t>
            </a:r>
          </a:p>
        </p:txBody>
      </p:sp>
      <p:sp>
        <p:nvSpPr>
          <p:cNvPr id="9" name="TextBox 8"/>
          <p:cNvSpPr txBox="1"/>
          <p:nvPr/>
        </p:nvSpPr>
        <p:spPr>
          <a:xfrm>
            <a:off x="6693408" y="2770632"/>
            <a:ext cx="2468880" cy="228600"/>
          </a:xfrm>
          <a:prstGeom prst="rect">
            <a:avLst/>
          </a:prstGeom>
          <a:noFill/>
        </p:spPr>
        <p:txBody>
          <a:bodyPr wrap="square" lIns="36576" tIns="18288" rIns="36576" bIns="18288" anchor="t">
            <a:spAutoFit/>
          </a:bodyPr>
          <a:lstStyle/>
          <a:p>
            <a:pPr algn="l"/>
            <a:r>
              <a:rPr sz="1000" b="1">
                <a:solidFill>
                  <a:srgbClr val="007099"/>
                </a:solidFill>
                <a:latin typeface="Arial"/>
              </a:rPr>
              <a:t>ROBOTIC APPROACH</a:t>
            </a:r>
          </a:p>
        </p:txBody>
      </p:sp>
      <p:sp>
        <p:nvSpPr>
          <p:cNvPr id="10" name="TextBox 9"/>
          <p:cNvSpPr txBox="1"/>
          <p:nvPr/>
        </p:nvSpPr>
        <p:spPr>
          <a:xfrm>
            <a:off x="6693408" y="3035808"/>
            <a:ext cx="4572000" cy="841248"/>
          </a:xfrm>
          <a:prstGeom prst="rect">
            <a:avLst/>
          </a:prstGeom>
          <a:noFill/>
        </p:spPr>
        <p:txBody>
          <a:bodyPr wrap="square" lIns="36576" tIns="18288" rIns="36576" bIns="18288" anchor="t">
            <a:spAutoFit/>
          </a:bodyPr>
          <a:lstStyle/>
          <a:p>
            <a:pPr algn="l"/>
            <a:r>
              <a:rPr sz="1500" b="0">
                <a:solidFill>
                  <a:srgbClr val="202124"/>
                </a:solidFill>
                <a:latin typeface="Arial"/>
              </a:rPr>
              <a:t>A robot presents each part consistently to a vision system. Process data supports earlier correction and separates confirmed defects from acceptable variation.</a:t>
            </a:r>
          </a:p>
        </p:txBody>
      </p:sp>
      <p:sp>
        <p:nvSpPr>
          <p:cNvPr id="11" name="TextBox 10"/>
          <p:cNvSpPr txBox="1"/>
          <p:nvPr/>
        </p:nvSpPr>
        <p:spPr>
          <a:xfrm>
            <a:off x="6693408" y="3977639"/>
            <a:ext cx="2468880" cy="228600"/>
          </a:xfrm>
          <a:prstGeom prst="rect">
            <a:avLst/>
          </a:prstGeom>
          <a:noFill/>
        </p:spPr>
        <p:txBody>
          <a:bodyPr wrap="square" lIns="36576" tIns="18288" rIns="36576" bIns="18288" anchor="t">
            <a:spAutoFit/>
          </a:bodyPr>
          <a:lstStyle/>
          <a:p>
            <a:pPr algn="l"/>
            <a:r>
              <a:rPr sz="1000" b="1">
                <a:solidFill>
                  <a:srgbClr val="007099"/>
                </a:solidFill>
                <a:latin typeface="Arial"/>
              </a:rPr>
              <a:t>WHAT TO MEASURE</a:t>
            </a:r>
          </a:p>
        </p:txBody>
      </p:sp>
      <p:sp>
        <p:nvSpPr>
          <p:cNvPr id="12" name="TextBox 11"/>
          <p:cNvSpPr txBox="1"/>
          <p:nvPr/>
        </p:nvSpPr>
        <p:spPr>
          <a:xfrm>
            <a:off x="6656832" y="4270248"/>
            <a:ext cx="4617720" cy="1051560"/>
          </a:xfrm>
          <a:prstGeom prst="rect">
            <a:avLst/>
          </a:prstGeom>
          <a:noFill/>
        </p:spPr>
        <p:txBody>
          <a:bodyPr wrap="square" lIns="36576">
            <a:spAutoFit/>
          </a:bodyPr>
          <a:lstStyle/>
          <a:p>
            <a:pPr>
              <a:spcAft>
                <a:spcPts val="700"/>
              </a:spcAft>
            </a:pPr>
            <a:r>
              <a:rPr sz="1400">
                <a:solidFill>
                  <a:srgbClr val="202124"/>
                </a:solidFill>
                <a:latin typeface="Arial"/>
              </a:rPr>
              <a:t>•  Scrap and rework per approved part</a:t>
            </a:r>
          </a:p>
          <a:p>
            <a:pPr>
              <a:spcAft>
                <a:spcPts val="700"/>
              </a:spcAft>
            </a:pPr>
            <a:r>
              <a:rPr sz="1400">
                <a:solidFill>
                  <a:srgbClr val="202124"/>
                </a:solidFill>
                <a:latin typeface="Arial"/>
              </a:rPr>
              <a:t>•  Inspection energy per part</a:t>
            </a:r>
          </a:p>
          <a:p>
            <a:pPr>
              <a:spcAft>
                <a:spcPts val="700"/>
              </a:spcAft>
            </a:pPr>
            <a:r>
              <a:rPr sz="1400">
                <a:solidFill>
                  <a:srgbClr val="202124"/>
                </a:solidFill>
                <a:latin typeface="Arial"/>
              </a:rPr>
              <a:t>•  False reject and missed-defect rates</a:t>
            </a:r>
          </a:p>
        </p:txBody>
      </p:sp>
      <p:sp>
        <p:nvSpPr>
          <p:cNvPr id="13" name="Rounded Rectangle 12"/>
          <p:cNvSpPr/>
          <p:nvPr/>
        </p:nvSpPr>
        <p:spPr>
          <a:xfrm>
            <a:off x="6656832" y="5468112"/>
            <a:ext cx="4617720" cy="438912"/>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84848" y="5541264"/>
            <a:ext cx="4361688" cy="228600"/>
          </a:xfrm>
          <a:prstGeom prst="rect">
            <a:avLst/>
          </a:prstGeom>
          <a:noFill/>
        </p:spPr>
        <p:txBody>
          <a:bodyPr wrap="square" lIns="36576" tIns="18288" rIns="36576" bIns="18288" anchor="ctr">
            <a:spAutoFit/>
          </a:bodyPr>
          <a:lstStyle/>
          <a:p>
            <a:pPr algn="ctr"/>
            <a:r>
              <a:rPr sz="1100" b="1">
                <a:solidFill>
                  <a:srgbClr val="FFFFFF"/>
                </a:solidFill>
                <a:latin typeface="Arial"/>
              </a:rPr>
              <a:t>The benefit depends on avoided waste versus added system impact.</a:t>
            </a:r>
          </a:p>
        </p:txBody>
      </p:sp>
      <p:sp>
        <p:nvSpPr>
          <p:cNvPr id="15" name="TextBox 14"/>
          <p:cNvSpPr txBox="1"/>
          <p:nvPr/>
        </p:nvSpPr>
        <p:spPr>
          <a:xfrm>
            <a:off x="502920" y="6537960"/>
            <a:ext cx="11155680" cy="164592"/>
          </a:xfrm>
          <a:prstGeom prst="rect">
            <a:avLst/>
          </a:prstGeom>
          <a:noFill/>
        </p:spPr>
        <p:txBody>
          <a:bodyPr wrap="square" lIns="36576" tIns="18288" rIns="36576" bIns="18288" anchor="t">
            <a:spAutoFit/>
          </a:bodyPr>
          <a:lstStyle/>
          <a:p>
            <a:pPr algn="r"/>
            <a:r>
              <a:rPr sz="900" b="0">
                <a:solidFill>
                  <a:srgbClr val="5A6368"/>
                </a:solidFill>
                <a:latin typeface="Arial"/>
              </a:rPr>
              <a:t>Illustrative case for discussion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9" name="TextBox 8">
            <a:extLst>
              <a:ext uri="{FF2B5EF4-FFF2-40B4-BE49-F238E27FC236}">
                <a16:creationId xmlns:a16="http://schemas.microsoft.com/office/drawing/2014/main" id="{7CB80283-43E9-4CF9-98A4-5355EF9109D9}"/>
              </a:ext>
            </a:extLst>
          </p:cNvPr>
          <p:cNvSpPr txBox="1"/>
          <p:nvPr/>
        </p:nvSpPr>
        <p:spPr>
          <a:xfrm>
            <a:off x="154729" y="49263"/>
            <a:ext cx="8529810" cy="369332"/>
          </a:xfrm>
          <a:prstGeom prst="rect">
            <a:avLst/>
          </a:prstGeom>
        </p:spPr>
        <p:txBody>
          <a:bodyPr vert="horz" lIns="91440" tIns="45720" rIns="91440" bIns="45720" rtlCol="0" anchor="t">
            <a:noAutofit/>
          </a:bodyPr>
          <a:lstStyle>
            <a:lvl1pPr>
              <a:lnSpc>
                <a:spcPct val="90000"/>
              </a:lnSpc>
              <a:spcBef>
                <a:spcPct val="0"/>
              </a:spcBef>
              <a:buNone/>
              <a:defRPr sz="2800" b="1" i="0" cap="none" baseline="0">
                <a:latin typeface="Arial" panose="020B0604020202020204" pitchFamily="34" charset="0"/>
                <a:ea typeface="+mj-ea"/>
                <a:cs typeface="+mj-cs"/>
              </a:defRPr>
            </a:lvl1pPr>
          </a:lstStyle>
          <a:p>
            <a:endParaRPr lang="en-US" dirty="0">
              <a:solidFill>
                <a:srgbClr val="00B050"/>
              </a:solidFill>
            </a:endParaRPr>
          </a:p>
        </p:txBody>
      </p:sp>
      <p:sp>
        <p:nvSpPr>
          <p:cNvPr id="4" name="TextBox 3">
            <a:extLst>
              <a:ext uri="{FF2B5EF4-FFF2-40B4-BE49-F238E27FC236}">
                <a16:creationId xmlns:a16="http://schemas.microsoft.com/office/drawing/2014/main" id="{8C043977-53FA-49AF-CD1A-2D65D04971A1}"/>
              </a:ext>
            </a:extLst>
          </p:cNvPr>
          <p:cNvSpPr txBox="1"/>
          <p:nvPr/>
        </p:nvSpPr>
        <p:spPr>
          <a:xfrm>
            <a:off x="2460048" y="6302893"/>
            <a:ext cx="5793684" cy="276999"/>
          </a:xfrm>
          <a:prstGeom prst="rect">
            <a:avLst/>
          </a:prstGeom>
          <a:noFill/>
        </p:spPr>
        <p:txBody>
          <a:bodyPr wrap="square">
            <a:spAutoFit/>
          </a:bodyPr>
          <a:lstStyle/>
          <a:p>
            <a:r>
              <a:rPr lang="en-US" sz="1200" dirty="0">
                <a:hlinkClick r:id="rId3"/>
              </a:rPr>
              <a:t>https://www.cognixia.com/blog/how-can-machine-learning-help-save-the-environment/</a:t>
            </a:r>
            <a:r>
              <a:rPr lang="en-US" sz="1200" dirty="0"/>
              <a:t> </a:t>
            </a:r>
          </a:p>
        </p:txBody>
      </p:sp>
      <p:sp>
        <p:nvSpPr>
          <p:cNvPr id="3" name="Title 2">
            <a:extLst>
              <a:ext uri="{FF2B5EF4-FFF2-40B4-BE49-F238E27FC236}">
                <a16:creationId xmlns:a16="http://schemas.microsoft.com/office/drawing/2014/main" id="{1B893FEC-9E11-EEA6-C14F-2D7B048EC090}"/>
              </a:ext>
            </a:extLst>
          </p:cNvPr>
          <p:cNvSpPr>
            <a:spLocks noGrp="1"/>
          </p:cNvSpPr>
          <p:nvPr>
            <p:ph type="title"/>
          </p:nvPr>
        </p:nvSpPr>
        <p:spPr/>
        <p:txBody>
          <a:bodyPr/>
          <a:lstStyle/>
          <a:p>
            <a:r>
              <a:rPr lang="en-US" dirty="0"/>
              <a:t>Industry 4.0 - Intelligent for </a:t>
            </a:r>
            <a:r>
              <a:rPr lang="en-US" dirty="0">
                <a:solidFill>
                  <a:srgbClr val="00B050"/>
                </a:solidFill>
              </a:rPr>
              <a:t>Sustainability</a:t>
            </a:r>
            <a:br>
              <a:rPr lang="en-US" dirty="0">
                <a:solidFill>
                  <a:srgbClr val="00B050"/>
                </a:solidFill>
              </a:rPr>
            </a:br>
            <a:endParaRPr lang="en-GB" dirty="0"/>
          </a:p>
        </p:txBody>
      </p:sp>
      <p:sp>
        <p:nvSpPr>
          <p:cNvPr id="6" name="Text Placeholder 5">
            <a:extLst>
              <a:ext uri="{FF2B5EF4-FFF2-40B4-BE49-F238E27FC236}">
                <a16:creationId xmlns:a16="http://schemas.microsoft.com/office/drawing/2014/main" id="{DEF86228-E50E-5A20-82F5-FA993ED3E6F9}"/>
              </a:ext>
            </a:extLst>
          </p:cNvPr>
          <p:cNvSpPr>
            <a:spLocks noGrp="1"/>
          </p:cNvSpPr>
          <p:nvPr>
            <p:ph type="body" idx="1"/>
          </p:nvPr>
        </p:nvSpPr>
        <p:spPr/>
        <p:txBody>
          <a:bodyPr/>
          <a:lstStyle/>
          <a:p>
            <a:r>
              <a:rPr lang="en-US" dirty="0"/>
              <a:t>AI / ML help in analysis and decision making for processes that are involved with the accomplishment of sustainability goals mainly: </a:t>
            </a:r>
          </a:p>
          <a:p>
            <a:pPr marL="342900" indent="-342900">
              <a:buFont typeface="Arial" panose="020B0604020202020204" pitchFamily="34" charset="0"/>
              <a:buChar char="•"/>
            </a:pPr>
            <a:r>
              <a:rPr lang="en-US" dirty="0"/>
              <a:t>To maximize operational efficiency. For example, at</a:t>
            </a:r>
          </a:p>
          <a:p>
            <a:pPr marL="342900" indent="-342900">
              <a:buFont typeface="Arial" panose="020B0604020202020204" pitchFamily="34" charset="0"/>
              <a:buChar char="•"/>
            </a:pPr>
            <a:r>
              <a:rPr lang="en-US" dirty="0"/>
              <a:t>Automated and connected Electric Vehicles. AI helps and operates on decisions like routing, traffic optimization, eco-driving algorithms, etc. </a:t>
            </a:r>
          </a:p>
          <a:p>
            <a:pPr marL="342900" indent="-342900">
              <a:buFont typeface="Arial" panose="020B0604020202020204" pitchFamily="34" charset="0"/>
              <a:buChar char="•"/>
            </a:pPr>
            <a:r>
              <a:rPr lang="en-US" dirty="0"/>
              <a:t>AI-driven warehousing &amp; logistics operations. Optimizing the delivery route of transportation management systems in real-time.</a:t>
            </a:r>
          </a:p>
          <a:p>
            <a:endParaRPr lang="en-GB" dirty="0"/>
          </a:p>
          <a:p>
            <a:r>
              <a:rPr lang="en-US" dirty="0">
                <a:solidFill>
                  <a:srgbClr val="00B050"/>
                </a:solidFill>
                <a:latin typeface="Roboto" panose="02000000000000000000" pitchFamily="2" charset="0"/>
              </a:rPr>
              <a:t>Both lead to efficiency, conserving resources, and  minimizing the waste and pollution.</a:t>
            </a:r>
            <a:endParaRPr lang="en-US" dirty="0">
              <a:solidFill>
                <a:srgbClr val="00B050"/>
              </a:solidFill>
            </a:endParaRPr>
          </a:p>
          <a:p>
            <a:endParaRPr lang="en-GB" dirty="0"/>
          </a:p>
        </p:txBody>
      </p:sp>
    </p:spTree>
    <p:extLst>
      <p:ext uri="{BB962C8B-B14F-4D97-AF65-F5344CB8AC3E}">
        <p14:creationId xmlns:p14="http://schemas.microsoft.com/office/powerpoint/2010/main" val="3656071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Box 5">
            <a:extLst>
              <a:ext uri="{FF2B5EF4-FFF2-40B4-BE49-F238E27FC236}">
                <a16:creationId xmlns:a16="http://schemas.microsoft.com/office/drawing/2014/main" id="{37343B60-9866-6504-E892-0B3FCB509B7A}"/>
              </a:ext>
            </a:extLst>
          </p:cNvPr>
          <p:cNvSpPr txBox="1"/>
          <p:nvPr/>
        </p:nvSpPr>
        <p:spPr>
          <a:xfrm>
            <a:off x="154729" y="6528304"/>
            <a:ext cx="6766708" cy="276999"/>
          </a:xfrm>
          <a:prstGeom prst="rect">
            <a:avLst/>
          </a:prstGeom>
          <a:noFill/>
        </p:spPr>
        <p:txBody>
          <a:bodyPr wrap="square">
            <a:spAutoFit/>
          </a:bodyPr>
          <a:lstStyle/>
          <a:p>
            <a:r>
              <a:rPr lang="en-US" sz="1200" dirty="0">
                <a:solidFill>
                  <a:schemeClr val="bg1"/>
                </a:solidFill>
                <a:hlinkClick r:id="rId3">
                  <a:extLst>
                    <a:ext uri="{A12FA001-AC4F-418D-AE19-62706E023703}">
                      <ahyp:hlinkClr xmlns:ahyp="http://schemas.microsoft.com/office/drawing/2018/hyperlinkcolor" val="tx"/>
                    </a:ext>
                  </a:extLst>
                </a:hlinkClick>
              </a:rPr>
              <a:t>https://behrtech.com/blog/iot-and-sustainability-7-applications-for-a-greener-planet/</a:t>
            </a:r>
            <a:r>
              <a:rPr lang="en-US" sz="1200" dirty="0">
                <a:solidFill>
                  <a:schemeClr val="bg1"/>
                </a:solidFill>
              </a:rPr>
              <a:t> </a:t>
            </a:r>
          </a:p>
        </p:txBody>
      </p:sp>
      <p:sp>
        <p:nvSpPr>
          <p:cNvPr id="5" name="TextBox 4">
            <a:extLst>
              <a:ext uri="{FF2B5EF4-FFF2-40B4-BE49-F238E27FC236}">
                <a16:creationId xmlns:a16="http://schemas.microsoft.com/office/drawing/2014/main" id="{C5D790DA-D5B2-DEF5-9B2D-59D52E0EE134}"/>
              </a:ext>
            </a:extLst>
          </p:cNvPr>
          <p:cNvSpPr txBox="1"/>
          <p:nvPr/>
        </p:nvSpPr>
        <p:spPr>
          <a:xfrm>
            <a:off x="154729" y="49263"/>
            <a:ext cx="8529810" cy="369332"/>
          </a:xfrm>
          <a:prstGeom prst="rect">
            <a:avLst/>
          </a:prstGeom>
        </p:spPr>
        <p:txBody>
          <a:bodyPr vert="horz" lIns="91440" tIns="45720" rIns="91440" bIns="45720" rtlCol="0" anchor="t">
            <a:noAutofit/>
          </a:bodyPr>
          <a:lstStyle>
            <a:lvl1pPr>
              <a:lnSpc>
                <a:spcPct val="90000"/>
              </a:lnSpc>
              <a:spcBef>
                <a:spcPct val="0"/>
              </a:spcBef>
              <a:buNone/>
              <a:defRPr sz="2800" b="1" i="0" cap="none" baseline="0">
                <a:latin typeface="Arial" panose="020B0604020202020204" pitchFamily="34" charset="0"/>
                <a:ea typeface="+mj-ea"/>
                <a:cs typeface="+mj-cs"/>
              </a:defRPr>
            </a:lvl1pPr>
          </a:lstStyle>
          <a:p>
            <a:endParaRPr lang="en-US" dirty="0">
              <a:solidFill>
                <a:srgbClr val="00B050"/>
              </a:solidFill>
            </a:endParaRPr>
          </a:p>
        </p:txBody>
      </p:sp>
      <p:sp>
        <p:nvSpPr>
          <p:cNvPr id="3" name="Title 2">
            <a:extLst>
              <a:ext uri="{FF2B5EF4-FFF2-40B4-BE49-F238E27FC236}">
                <a16:creationId xmlns:a16="http://schemas.microsoft.com/office/drawing/2014/main" id="{B978A6B1-54FA-A817-23DB-229E65E40AA8}"/>
              </a:ext>
            </a:extLst>
          </p:cNvPr>
          <p:cNvSpPr>
            <a:spLocks noGrp="1"/>
          </p:cNvSpPr>
          <p:nvPr>
            <p:ph type="title"/>
          </p:nvPr>
        </p:nvSpPr>
        <p:spPr/>
        <p:txBody>
          <a:bodyPr/>
          <a:lstStyle/>
          <a:p>
            <a:r>
              <a:rPr lang="en-US" dirty="0"/>
              <a:t>Industry 4.0 - Connectivity for </a:t>
            </a:r>
            <a:r>
              <a:rPr lang="en-US" dirty="0">
                <a:solidFill>
                  <a:srgbClr val="00B050"/>
                </a:solidFill>
              </a:rPr>
              <a:t>Sustainability</a:t>
            </a:r>
            <a:endParaRPr lang="en-GB" dirty="0"/>
          </a:p>
        </p:txBody>
      </p:sp>
      <p:sp>
        <p:nvSpPr>
          <p:cNvPr id="8" name="Text Placeholder 7">
            <a:extLst>
              <a:ext uri="{FF2B5EF4-FFF2-40B4-BE49-F238E27FC236}">
                <a16:creationId xmlns:a16="http://schemas.microsoft.com/office/drawing/2014/main" id="{54142EF3-C668-DE02-58AA-65D5E25A6371}"/>
              </a:ext>
            </a:extLst>
          </p:cNvPr>
          <p:cNvSpPr>
            <a:spLocks noGrp="1"/>
          </p:cNvSpPr>
          <p:nvPr>
            <p:ph type="body" sz="quarter" idx="13"/>
          </p:nvPr>
        </p:nvSpPr>
        <p:spPr/>
        <p:txBody>
          <a:bodyPr/>
          <a:lstStyle/>
          <a:p>
            <a:r>
              <a:rPr lang="en-US" sz="1800" dirty="0"/>
              <a:t>IoT systems enable a circular economy, based on the principles of reduce, reuse and recycle. With IoT-powered solutions, organizations can </a:t>
            </a:r>
          </a:p>
          <a:p>
            <a:pPr marL="457200" indent="-457200">
              <a:buFont typeface="+mj-lt"/>
              <a:buAutoNum type="arabicPeriod"/>
            </a:pPr>
            <a:r>
              <a:rPr lang="en-US" sz="1800" dirty="0">
                <a:solidFill>
                  <a:schemeClr val="bg1"/>
                </a:solidFill>
                <a:latin typeface="+mn-lt"/>
              </a:rPr>
              <a:t>Smart Energy Management</a:t>
            </a:r>
          </a:p>
          <a:p>
            <a:pPr marL="457200" indent="-457200">
              <a:buFont typeface="+mj-lt"/>
              <a:buAutoNum type="arabicPeriod"/>
            </a:pPr>
            <a:r>
              <a:rPr lang="en-US" sz="1800" dirty="0">
                <a:solidFill>
                  <a:schemeClr val="bg1"/>
                </a:solidFill>
                <a:latin typeface="+mn-lt"/>
              </a:rPr>
              <a:t>Air Pollution Monitoring</a:t>
            </a:r>
          </a:p>
          <a:p>
            <a:pPr marL="457200" indent="-457200">
              <a:buFont typeface="+mj-lt"/>
              <a:buAutoNum type="arabicPeriod"/>
            </a:pPr>
            <a:r>
              <a:rPr lang="en-US" sz="1800" dirty="0">
                <a:solidFill>
                  <a:schemeClr val="bg1"/>
                </a:solidFill>
                <a:latin typeface="+mn-lt"/>
              </a:rPr>
              <a:t>Smart Waste Management</a:t>
            </a:r>
          </a:p>
          <a:p>
            <a:pPr marL="457200" indent="-457200">
              <a:buFont typeface="+mj-lt"/>
              <a:buAutoNum type="arabicPeriod"/>
            </a:pPr>
            <a:r>
              <a:rPr lang="en-US" sz="1800" dirty="0">
                <a:solidFill>
                  <a:schemeClr val="bg1"/>
                </a:solidFill>
                <a:latin typeface="+mn-lt"/>
              </a:rPr>
              <a:t>Fleet Management</a:t>
            </a:r>
          </a:p>
          <a:p>
            <a:pPr marL="457200" indent="-457200">
              <a:buFont typeface="+mj-lt"/>
              <a:buAutoNum type="arabicPeriod"/>
            </a:pPr>
            <a:r>
              <a:rPr lang="en-US" sz="1800" dirty="0">
                <a:solidFill>
                  <a:schemeClr val="bg1"/>
                </a:solidFill>
                <a:latin typeface="+mn-lt"/>
              </a:rPr>
              <a:t>Smart Water Management</a:t>
            </a:r>
          </a:p>
          <a:p>
            <a:pPr marL="457200" indent="-457200">
              <a:buFont typeface="+mj-lt"/>
              <a:buAutoNum type="arabicPeriod"/>
            </a:pPr>
            <a:r>
              <a:rPr lang="en-US" sz="1800" dirty="0">
                <a:solidFill>
                  <a:schemeClr val="bg1"/>
                </a:solidFill>
                <a:latin typeface="+mn-lt"/>
              </a:rPr>
              <a:t>Smart Farming</a:t>
            </a:r>
          </a:p>
          <a:p>
            <a:pPr marL="457200" indent="-457200">
              <a:buFont typeface="+mj-lt"/>
              <a:buAutoNum type="arabicPeriod"/>
            </a:pPr>
            <a:r>
              <a:rPr lang="en-US" sz="1800" dirty="0">
                <a:solidFill>
                  <a:schemeClr val="bg1"/>
                </a:solidFill>
                <a:latin typeface="+mn-lt"/>
              </a:rPr>
              <a:t>Cold Chain Monitoring</a:t>
            </a:r>
          </a:p>
          <a:p>
            <a:endParaRPr lang="en-US" dirty="0"/>
          </a:p>
          <a:p>
            <a:endParaRPr lang="en-GB" dirty="0"/>
          </a:p>
        </p:txBody>
      </p:sp>
      <p:pic>
        <p:nvPicPr>
          <p:cNvPr id="10" name="Picture 2" descr="New UNIDO report explores potential of Industry 4.0 to accelerate  transition towards sustainable energy | UNIDO">
            <a:extLst>
              <a:ext uri="{FF2B5EF4-FFF2-40B4-BE49-F238E27FC236}">
                <a16:creationId xmlns:a16="http://schemas.microsoft.com/office/drawing/2014/main" id="{18027B7F-5960-3710-581D-CF05F2AF615E}"/>
              </a:ext>
            </a:extLst>
          </p:cNvPr>
          <p:cNvPicPr>
            <a:picLocks noGrp="1" noChangeAspect="1" noChangeArrowheads="1"/>
          </p:cNvPicPr>
          <p:nvPr>
            <p:ph type="pic" sz="quarter" idx="14"/>
          </p:nvPr>
        </p:nvPicPr>
        <p:blipFill rotWithShape="1">
          <a:blip r:embed="rId4">
            <a:extLst>
              <a:ext uri="{28A0092B-C50C-407E-A947-70E740481C1C}">
                <a14:useLocalDpi xmlns:a14="http://schemas.microsoft.com/office/drawing/2010/main" val="0"/>
              </a:ext>
            </a:extLst>
          </a:blip>
          <a:srcRect l="288" r="-192" b="6949"/>
          <a:stretch>
            <a:fillRect/>
          </a:stretch>
        </p:blipFill>
        <p:spPr bwMode="auto">
          <a:xfrm>
            <a:off x="6503830" y="1637299"/>
            <a:ext cx="5421367" cy="367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1914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3" name="Title 1">
            <a:extLst>
              <a:ext uri="{FF2B5EF4-FFF2-40B4-BE49-F238E27FC236}">
                <a16:creationId xmlns:a16="http://schemas.microsoft.com/office/drawing/2014/main" id="{68101796-40AE-FC0B-97A2-8BDE1E0CA3AA}"/>
              </a:ext>
            </a:extLst>
          </p:cNvPr>
          <p:cNvSpPr txBox="1">
            <a:spLocks/>
          </p:cNvSpPr>
          <p:nvPr/>
        </p:nvSpPr>
        <p:spPr>
          <a:xfrm>
            <a:off x="73572" y="193294"/>
            <a:ext cx="12044855" cy="52693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i="0" kern="1200" cap="all" baseline="0">
                <a:solidFill>
                  <a:schemeClr val="tx1"/>
                </a:solidFill>
                <a:latin typeface="Arial" panose="020B0604020202020204" pitchFamily="34" charset="0"/>
                <a:ea typeface="+mj-ea"/>
                <a:cs typeface="+mj-cs"/>
              </a:defRPr>
            </a:lvl1pPr>
          </a:lstStyle>
          <a:p>
            <a:endParaRPr lang="en-US" sz="2400" b="0" cap="none" dirty="0">
              <a:solidFill>
                <a:srgbClr val="202124"/>
              </a:solidFill>
              <a:latin typeface="arial" panose="020B0604020202020204" pitchFamily="34" charset="0"/>
            </a:endParaRPr>
          </a:p>
        </p:txBody>
      </p:sp>
      <p:sp>
        <p:nvSpPr>
          <p:cNvPr id="2" name="Title 1">
            <a:extLst>
              <a:ext uri="{FF2B5EF4-FFF2-40B4-BE49-F238E27FC236}">
                <a16:creationId xmlns:a16="http://schemas.microsoft.com/office/drawing/2014/main" id="{810F40E8-BA23-CE66-7FCD-AF3A70B07DA8}"/>
              </a:ext>
            </a:extLst>
          </p:cNvPr>
          <p:cNvSpPr>
            <a:spLocks noGrp="1"/>
          </p:cNvSpPr>
          <p:nvPr>
            <p:ph type="title"/>
          </p:nvPr>
        </p:nvSpPr>
        <p:spPr/>
        <p:txBody>
          <a:bodyPr/>
          <a:lstStyle/>
          <a:p>
            <a:r>
              <a:rPr lang="en-US" sz="3200" dirty="0">
                <a:solidFill>
                  <a:srgbClr val="0070C0"/>
                </a:solidFill>
                <a:latin typeface="arial" panose="020B0604020202020204" pitchFamily="34" charset="0"/>
              </a:rPr>
              <a:t>Guidelines</a:t>
            </a:r>
            <a:r>
              <a:rPr lang="en-US" sz="3200" dirty="0">
                <a:solidFill>
                  <a:srgbClr val="202124"/>
                </a:solidFill>
                <a:latin typeface="arial" panose="020B0604020202020204" pitchFamily="34" charset="0"/>
              </a:rPr>
              <a:t> to Improve </a:t>
            </a:r>
            <a:r>
              <a:rPr lang="en-US" sz="3200" dirty="0">
                <a:solidFill>
                  <a:srgbClr val="009900"/>
                </a:solidFill>
                <a:latin typeface="arial" panose="020B0604020202020204" pitchFamily="34" charset="0"/>
              </a:rPr>
              <a:t>Sustainability</a:t>
            </a:r>
            <a:r>
              <a:rPr lang="en-US" sz="3200" dirty="0">
                <a:solidFill>
                  <a:srgbClr val="202124"/>
                </a:solidFill>
                <a:latin typeface="arial" panose="020B0604020202020204" pitchFamily="34" charset="0"/>
              </a:rPr>
              <a:t> through Industry 4.0 in Your Business</a:t>
            </a:r>
            <a:br>
              <a:rPr lang="en-US" sz="3200" b="0" dirty="0">
                <a:solidFill>
                  <a:srgbClr val="202124"/>
                </a:solidFill>
                <a:latin typeface="arial" panose="020B0604020202020204" pitchFamily="34" charset="0"/>
              </a:rPr>
            </a:br>
            <a:endParaRPr lang="en-GB" dirty="0"/>
          </a:p>
        </p:txBody>
      </p:sp>
      <p:sp>
        <p:nvSpPr>
          <p:cNvPr id="4" name="Text Placeholder 3">
            <a:extLst>
              <a:ext uri="{FF2B5EF4-FFF2-40B4-BE49-F238E27FC236}">
                <a16:creationId xmlns:a16="http://schemas.microsoft.com/office/drawing/2014/main" id="{2DD0D91F-2815-9B79-6EA9-F1429AC78E2E}"/>
              </a:ext>
            </a:extLst>
          </p:cNvPr>
          <p:cNvSpPr>
            <a:spLocks noGrp="1"/>
          </p:cNvSpPr>
          <p:nvPr>
            <p:ph type="body" idx="1"/>
          </p:nvPr>
        </p:nvSpPr>
        <p:spPr/>
        <p:txBody>
          <a:bodyPr/>
          <a:lstStyle/>
          <a:p>
            <a:r>
              <a:rPr lang="en-US" sz="1800" b="1" dirty="0">
                <a:solidFill>
                  <a:srgbClr val="3C3C3C"/>
                </a:solidFill>
                <a:latin typeface="+mn-lt"/>
                <a:ea typeface="Roboto" panose="02000000000000000000" pitchFamily="2" charset="0"/>
              </a:rPr>
              <a:t>Sustainability control tower</a:t>
            </a:r>
            <a:r>
              <a:rPr lang="en-US" sz="1800" dirty="0">
                <a:solidFill>
                  <a:srgbClr val="3C3C3C"/>
                </a:solidFill>
                <a:latin typeface="+mn-lt"/>
                <a:ea typeface="Roboto" panose="02000000000000000000" pitchFamily="2" charset="0"/>
              </a:rPr>
              <a:t> helps companies transform into intelligent and sustainable enterprises based on financial and environmental, social, and governance (ESG) indicators.</a:t>
            </a:r>
          </a:p>
          <a:p>
            <a:r>
              <a:rPr lang="en-US" sz="1800" b="1" dirty="0">
                <a:solidFill>
                  <a:srgbClr val="3C3C3C"/>
                </a:solidFill>
                <a:latin typeface="+mn-lt"/>
                <a:ea typeface="Roboto" panose="02000000000000000000" pitchFamily="2" charset="0"/>
              </a:rPr>
              <a:t>Design products</a:t>
            </a:r>
            <a:r>
              <a:rPr lang="en-US" sz="1800" dirty="0">
                <a:solidFill>
                  <a:srgbClr val="3C3C3C"/>
                </a:solidFill>
                <a:latin typeface="+mn-lt"/>
                <a:ea typeface="Roboto" panose="02000000000000000000" pitchFamily="2" charset="0"/>
              </a:rPr>
              <a:t> that are recyclable and environmentally sustainable. Up to four-fifths of a product’s lifetime emissions are determined by decisions made at the design stage.</a:t>
            </a:r>
          </a:p>
          <a:p>
            <a:r>
              <a:rPr lang="en-US" sz="1800" b="1" dirty="0">
                <a:solidFill>
                  <a:srgbClr val="3C3C3C"/>
                </a:solidFill>
                <a:latin typeface="+mn-lt"/>
                <a:ea typeface="Roboto" panose="02000000000000000000" pitchFamily="2" charset="0"/>
              </a:rPr>
              <a:t>Plan resources and inventories</a:t>
            </a:r>
            <a:r>
              <a:rPr lang="en-US" sz="1800" dirty="0">
                <a:solidFill>
                  <a:srgbClr val="3C3C3C"/>
                </a:solidFill>
                <a:latin typeface="+mn-lt"/>
                <a:ea typeface="Roboto" panose="02000000000000000000" pitchFamily="2" charset="0"/>
              </a:rPr>
              <a:t> to reduce emissions and companies’ overall environmental impact</a:t>
            </a:r>
          </a:p>
          <a:p>
            <a:r>
              <a:rPr lang="en-US" sz="1800" b="1" dirty="0">
                <a:solidFill>
                  <a:srgbClr val="3C3C3C"/>
                </a:solidFill>
                <a:latin typeface="+mn-lt"/>
                <a:ea typeface="Roboto" panose="02000000000000000000" pitchFamily="2" charset="0"/>
              </a:rPr>
              <a:t>Source materials</a:t>
            </a:r>
            <a:r>
              <a:rPr lang="en-US" sz="1800" dirty="0">
                <a:solidFill>
                  <a:srgbClr val="3C3C3C"/>
                </a:solidFill>
                <a:latin typeface="+mn-lt"/>
                <a:ea typeface="Roboto" panose="02000000000000000000" pitchFamily="2" charset="0"/>
              </a:rPr>
              <a:t> that eliminate slave labor and ensure fair trade regulations</a:t>
            </a:r>
          </a:p>
          <a:p>
            <a:r>
              <a:rPr lang="en-US" sz="1800" b="1" dirty="0">
                <a:solidFill>
                  <a:srgbClr val="3C3C3C"/>
                </a:solidFill>
                <a:latin typeface="+mn-lt"/>
                <a:ea typeface="Roboto" panose="02000000000000000000" pitchFamily="2" charset="0"/>
              </a:rPr>
              <a:t>Optimize manufacturing processes</a:t>
            </a:r>
            <a:r>
              <a:rPr lang="en-US" sz="1800" dirty="0">
                <a:solidFill>
                  <a:srgbClr val="3C3C3C"/>
                </a:solidFill>
                <a:latin typeface="+mn-lt"/>
                <a:ea typeface="Roboto" panose="02000000000000000000" pitchFamily="2" charset="0"/>
              </a:rPr>
              <a:t> to minimize adverse environmental impacts while conserving energy and natural resources and establishing safe working conditions</a:t>
            </a:r>
          </a:p>
          <a:p>
            <a:r>
              <a:rPr lang="en-US" sz="1800" b="1" dirty="0">
                <a:solidFill>
                  <a:srgbClr val="3C3C3C"/>
                </a:solidFill>
                <a:latin typeface="+mn-lt"/>
                <a:ea typeface="Roboto" panose="02000000000000000000" pitchFamily="2" charset="0"/>
              </a:rPr>
              <a:t>Deliver with logistics</a:t>
            </a:r>
            <a:r>
              <a:rPr lang="en-US" sz="1800" dirty="0">
                <a:solidFill>
                  <a:srgbClr val="3C3C3C"/>
                </a:solidFill>
                <a:latin typeface="+mn-lt"/>
                <a:ea typeface="Roboto" panose="02000000000000000000" pitchFamily="2" charset="0"/>
              </a:rPr>
              <a:t> processes that </a:t>
            </a:r>
            <a:r>
              <a:rPr lang="en-US" sz="1800" b="1" dirty="0">
                <a:solidFill>
                  <a:srgbClr val="3C3C3C"/>
                </a:solidFill>
                <a:latin typeface="+mn-lt"/>
                <a:ea typeface="Roboto" panose="02000000000000000000" pitchFamily="2" charset="0"/>
              </a:rPr>
              <a:t>optimize loads to reduce mileage and carbon footprint</a:t>
            </a:r>
          </a:p>
          <a:p>
            <a:r>
              <a:rPr lang="en-US" sz="1800" dirty="0">
                <a:solidFill>
                  <a:srgbClr val="3C3C3C"/>
                </a:solidFill>
                <a:latin typeface="+mn-lt"/>
                <a:ea typeface="Roboto" panose="02000000000000000000" pitchFamily="2" charset="0"/>
              </a:rPr>
              <a:t>Leverage the </a:t>
            </a:r>
            <a:r>
              <a:rPr lang="en-US" sz="1800" b="1" dirty="0">
                <a:solidFill>
                  <a:srgbClr val="3C3C3C"/>
                </a:solidFill>
                <a:latin typeface="+mn-lt"/>
                <a:ea typeface="Roboto" panose="02000000000000000000" pitchFamily="2" charset="0"/>
              </a:rPr>
              <a:t>power of the network</a:t>
            </a:r>
            <a:r>
              <a:rPr lang="en-US" sz="1800" dirty="0">
                <a:solidFill>
                  <a:srgbClr val="3C3C3C"/>
                </a:solidFill>
                <a:latin typeface="+mn-lt"/>
                <a:ea typeface="Roboto" panose="02000000000000000000" pitchFamily="2" charset="0"/>
              </a:rPr>
              <a:t> to support a circular economy</a:t>
            </a:r>
          </a:p>
        </p:txBody>
      </p:sp>
    </p:spTree>
    <p:extLst>
      <p:ext uri="{BB962C8B-B14F-4D97-AF65-F5344CB8AC3E}">
        <p14:creationId xmlns:p14="http://schemas.microsoft.com/office/powerpoint/2010/main" val="1023570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4AC383FA-A09D-3F5C-D46A-2AB149869296}"/>
              </a:ext>
            </a:extLst>
          </p:cNvPr>
          <p:cNvSpPr>
            <a:spLocks noGrp="1"/>
          </p:cNvSpPr>
          <p:nvPr>
            <p:ph type="title"/>
          </p:nvPr>
        </p:nvSpPr>
        <p:spPr/>
        <p:txBody>
          <a:bodyPr/>
          <a:lstStyle/>
          <a:p>
            <a:r>
              <a:rPr lang="en-GB" dirty="0"/>
              <a:t>Industry 5.0</a:t>
            </a:r>
          </a:p>
        </p:txBody>
      </p:sp>
      <p:sp>
        <p:nvSpPr>
          <p:cNvPr id="3" name="Text Placeholder 2">
            <a:extLst>
              <a:ext uri="{FF2B5EF4-FFF2-40B4-BE49-F238E27FC236}">
                <a16:creationId xmlns:a16="http://schemas.microsoft.com/office/drawing/2014/main" id="{FF7C3C17-2758-6EE6-72ED-DBBD8AE42B3B}"/>
              </a:ext>
            </a:extLst>
          </p:cNvPr>
          <p:cNvSpPr>
            <a:spLocks noGrp="1"/>
          </p:cNvSpPr>
          <p:nvPr>
            <p:ph type="body" idx="1"/>
          </p:nvPr>
        </p:nvSpPr>
        <p:spPr/>
        <p:txBody>
          <a:bodyPr/>
          <a:lstStyle/>
          <a:p>
            <a:r>
              <a:rPr lang="en-GB" dirty="0"/>
              <a:t>Industry 5.0 complements and extends I4.0. It reaffirms the environmental and social factors, and not just economic or technological, by framing how industry and emerging societal trends and needs can co-exist</a:t>
            </a:r>
          </a:p>
          <a:p>
            <a:endParaRPr lang="en-GB" dirty="0"/>
          </a:p>
          <a:p>
            <a:r>
              <a:rPr lang="en-GB" dirty="0"/>
              <a:t>By developing innovative technologies in a human-centric way, I5.0 can support and empower, rather than replace workers; by doing so, the industry can increase its resilience and make it more sustainable.</a:t>
            </a:r>
          </a:p>
          <a:p>
            <a:endParaRPr lang="en-GB" dirty="0"/>
          </a:p>
          <a:p>
            <a:r>
              <a:rPr lang="en-GB" dirty="0"/>
              <a:t>Greening the economy will require that industry takes strong leadership. I5.0 environmental goals can be achieved by incorporating new technologies and rethinking production processes in respect to the environmental impacts</a:t>
            </a:r>
          </a:p>
          <a:p>
            <a:endParaRPr lang="en-GB" dirty="0"/>
          </a:p>
        </p:txBody>
      </p:sp>
    </p:spTree>
    <p:extLst>
      <p:ext uri="{BB962C8B-B14F-4D97-AF65-F5344CB8AC3E}">
        <p14:creationId xmlns:p14="http://schemas.microsoft.com/office/powerpoint/2010/main" val="3593784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60F1B-865D-6FF0-4B42-6E2441214473}"/>
            </a:ext>
          </a:extLst>
        </p:cNvPr>
        <p:cNvGrpSpPr/>
        <p:nvPr/>
      </p:nvGrpSpPr>
      <p:grpSpPr>
        <a:xfrm>
          <a:off x="0" y="0"/>
          <a:ext cx="1" cy="1"/>
          <a:chOff x="0" y="0"/>
          <a:chExt cx="1" cy="1"/>
        </a:xfrm>
      </p:grpSpPr>
      <p:sp>
        <p:nvSpPr>
          <p:cNvPr id="4" name="Title 3">
            <a:extLst>
              <a:ext uri="{FF2B5EF4-FFF2-40B4-BE49-F238E27FC236}">
                <a16:creationId xmlns:a16="http://schemas.microsoft.com/office/drawing/2014/main" id="{91B1BF16-C911-BC94-A105-49A3399640AA}"/>
              </a:ext>
            </a:extLst>
          </p:cNvPr>
          <p:cNvSpPr>
            <a:spLocks noGrp="1"/>
          </p:cNvSpPr>
          <p:nvPr>
            <p:ph type="title"/>
          </p:nvPr>
        </p:nvSpPr>
        <p:spPr>
          <a:xfrm>
            <a:off x="6780006" y="561054"/>
            <a:ext cx="4623337" cy="1559571"/>
          </a:xfrm>
        </p:spPr>
        <p:txBody>
          <a:bodyPr wrap="square" anchor="b">
            <a:normAutofit/>
          </a:bodyPr>
          <a:lstStyle/>
          <a:p>
            <a:r>
              <a:rPr lang="en-US" dirty="0"/>
              <a:t>I5.0 Model</a:t>
            </a:r>
            <a:endParaRPr lang="en-GB" dirty="0"/>
          </a:p>
        </p:txBody>
      </p:sp>
      <p:sp>
        <p:nvSpPr>
          <p:cNvPr id="5" name="Text Placeholder 4">
            <a:extLst>
              <a:ext uri="{FF2B5EF4-FFF2-40B4-BE49-F238E27FC236}">
                <a16:creationId xmlns:a16="http://schemas.microsoft.com/office/drawing/2014/main" id="{63544245-4AE5-F48A-24CC-3EECC0476D87}"/>
              </a:ext>
            </a:extLst>
          </p:cNvPr>
          <p:cNvSpPr>
            <a:spLocks noGrp="1"/>
          </p:cNvSpPr>
          <p:nvPr>
            <p:ph type="body" sz="quarter" idx="13"/>
          </p:nvPr>
        </p:nvSpPr>
        <p:spPr>
          <a:xfrm>
            <a:off x="6780006" y="2212161"/>
            <a:ext cx="4623337" cy="3672301"/>
          </a:xfrm>
        </p:spPr>
        <p:txBody>
          <a:bodyPr wrap="square" anchor="t">
            <a:normAutofit fontScale="92500"/>
          </a:bodyPr>
          <a:lstStyle/>
          <a:p>
            <a:pPr marL="342900" indent="-342900">
              <a:buFont typeface="Arial" panose="020B0604020202020204" pitchFamily="34" charset="0"/>
              <a:buChar char="•"/>
            </a:pPr>
            <a:r>
              <a:rPr lang="en-GB" sz="1600" dirty="0"/>
              <a:t>Shortcoming of I4.0! In a globalized world, the focus on profit fails to account correctly for environmental and societal costs and benefits. </a:t>
            </a:r>
          </a:p>
          <a:p>
            <a:pPr marL="342900" indent="-342900">
              <a:buFont typeface="Arial" panose="020B0604020202020204" pitchFamily="34" charset="0"/>
              <a:buChar char="•"/>
            </a:pPr>
            <a:r>
              <a:rPr lang="en-GB" sz="1600" dirty="0"/>
              <a:t>I5.0 addresses all of the I4.0 shortcomings in revisit and reaffirm the human, environmental, and societal impacts</a:t>
            </a:r>
          </a:p>
          <a:p>
            <a:pPr marL="342900" indent="-342900">
              <a:buFont typeface="Arial" panose="020B0604020202020204" pitchFamily="34" charset="0"/>
              <a:buChar char="•"/>
            </a:pPr>
            <a:r>
              <a:rPr lang="en-GB" sz="1600" dirty="0"/>
              <a:t>It includes responsible innovation, that increases prosperity for all involved: investors, workers, consumers, society and the environment.</a:t>
            </a:r>
          </a:p>
        </p:txBody>
      </p:sp>
      <p:pic>
        <p:nvPicPr>
          <p:cNvPr id="7" name="Picture 6">
            <a:extLst>
              <a:ext uri="{FF2B5EF4-FFF2-40B4-BE49-F238E27FC236}">
                <a16:creationId xmlns:a16="http://schemas.microsoft.com/office/drawing/2014/main" id="{097D90C0-90D2-F9B9-55A9-BFADC4A0DC49}"/>
              </a:ext>
            </a:extLst>
          </p:cNvPr>
          <p:cNvPicPr>
            <a:picLocks noChangeAspect="1"/>
          </p:cNvPicPr>
          <p:nvPr/>
        </p:nvPicPr>
        <p:blipFill>
          <a:blip r:embed="rId2"/>
          <a:srcRect l="6259" r="4203"/>
          <a:stretch/>
        </p:blipFill>
        <p:spPr>
          <a:xfrm>
            <a:off x="0" y="1309917"/>
            <a:ext cx="6096000" cy="4238165"/>
          </a:xfrm>
          <a:prstGeom prst="rect">
            <a:avLst/>
          </a:prstGeom>
          <a:noFill/>
        </p:spPr>
      </p:pic>
    </p:spTree>
    <p:extLst>
      <p:ext uri="{BB962C8B-B14F-4D97-AF65-F5344CB8AC3E}">
        <p14:creationId xmlns:p14="http://schemas.microsoft.com/office/powerpoint/2010/main" val="30241429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 name="Title 3">
            <a:extLst>
              <a:ext uri="{FF2B5EF4-FFF2-40B4-BE49-F238E27FC236}">
                <a16:creationId xmlns:a16="http://schemas.microsoft.com/office/drawing/2014/main" id="{2AF79928-D23C-B9E4-FBBA-C8F599DBEDCE}"/>
              </a:ext>
            </a:extLst>
          </p:cNvPr>
          <p:cNvSpPr>
            <a:spLocks noGrp="1"/>
          </p:cNvSpPr>
          <p:nvPr>
            <p:ph type="title"/>
          </p:nvPr>
        </p:nvSpPr>
        <p:spPr>
          <a:xfrm>
            <a:off x="6780006" y="561054"/>
            <a:ext cx="4623337" cy="1559571"/>
          </a:xfrm>
        </p:spPr>
        <p:txBody>
          <a:bodyPr wrap="square" anchor="b">
            <a:normAutofit/>
          </a:bodyPr>
          <a:lstStyle/>
          <a:p>
            <a:r>
              <a:rPr lang="en-US" dirty="0"/>
              <a:t>3 Pillars of Industry 5.0</a:t>
            </a:r>
            <a:endParaRPr lang="en-GB" dirty="0"/>
          </a:p>
        </p:txBody>
      </p:sp>
      <p:sp>
        <p:nvSpPr>
          <p:cNvPr id="5" name="Text Placeholder 4">
            <a:extLst>
              <a:ext uri="{FF2B5EF4-FFF2-40B4-BE49-F238E27FC236}">
                <a16:creationId xmlns:a16="http://schemas.microsoft.com/office/drawing/2014/main" id="{FF2CB475-8F77-00A6-2F21-FDF7CC21501F}"/>
              </a:ext>
            </a:extLst>
          </p:cNvPr>
          <p:cNvSpPr>
            <a:spLocks noGrp="1"/>
          </p:cNvSpPr>
          <p:nvPr>
            <p:ph type="body" sz="quarter" idx="13"/>
          </p:nvPr>
        </p:nvSpPr>
        <p:spPr>
          <a:xfrm>
            <a:off x="6780006" y="2212161"/>
            <a:ext cx="4623337" cy="3672301"/>
          </a:xfrm>
        </p:spPr>
        <p:txBody>
          <a:bodyPr wrap="square" anchor="t">
            <a:normAutofit/>
          </a:bodyPr>
          <a:lstStyle/>
          <a:p>
            <a:pPr marL="342900" indent="-342900">
              <a:buFont typeface="Arial" panose="020B0604020202020204" pitchFamily="34" charset="0"/>
              <a:buChar char="•"/>
            </a:pPr>
            <a:r>
              <a:rPr lang="en-US" sz="1600"/>
              <a:t>Sustainable (consider all waste and potential by-products so that nothing harmful is dumped back into any stakeholders – witness the circular economy)</a:t>
            </a:r>
          </a:p>
          <a:p>
            <a:pPr marL="342900" indent="-342900">
              <a:buFont typeface="Arial" panose="020B0604020202020204" pitchFamily="34" charset="0"/>
              <a:buChar char="•"/>
            </a:pPr>
            <a:r>
              <a:rPr lang="en-US" sz="1600"/>
              <a:t>Human-centric (not just customer-centric, but very much staff-well-being / staff-centric also)</a:t>
            </a:r>
          </a:p>
          <a:p>
            <a:pPr marL="342900" indent="-342900">
              <a:buFont typeface="Arial" panose="020B0604020202020204" pitchFamily="34" charset="0"/>
              <a:buChar char="•"/>
            </a:pPr>
            <a:r>
              <a:rPr lang="en-US" sz="1600"/>
              <a:t>Resilient (to disasters, pandemics, floods, tech attacks, war, hyper-competition and more, plus embrace technology for good)</a:t>
            </a:r>
            <a:endParaRPr lang="en-GB" sz="1600"/>
          </a:p>
        </p:txBody>
      </p:sp>
      <p:pic>
        <p:nvPicPr>
          <p:cNvPr id="7" name="Picture 6">
            <a:extLst>
              <a:ext uri="{FF2B5EF4-FFF2-40B4-BE49-F238E27FC236}">
                <a16:creationId xmlns:a16="http://schemas.microsoft.com/office/drawing/2014/main" id="{E4AD24DF-B4C3-0830-6BEC-CE924732876E}"/>
              </a:ext>
            </a:extLst>
          </p:cNvPr>
          <p:cNvPicPr>
            <a:picLocks noChangeAspect="1"/>
          </p:cNvPicPr>
          <p:nvPr/>
        </p:nvPicPr>
        <p:blipFill>
          <a:blip r:embed="rId2"/>
          <a:srcRect l="6259" r="4203"/>
          <a:stretch/>
        </p:blipFill>
        <p:spPr>
          <a:xfrm>
            <a:off x="0" y="1309917"/>
            <a:ext cx="6096000" cy="4238165"/>
          </a:xfrm>
          <a:prstGeom prst="rect">
            <a:avLst/>
          </a:prstGeom>
          <a:noFill/>
        </p:spPr>
      </p:pic>
    </p:spTree>
    <p:extLst>
      <p:ext uri="{BB962C8B-B14F-4D97-AF65-F5344CB8AC3E}">
        <p14:creationId xmlns:p14="http://schemas.microsoft.com/office/powerpoint/2010/main" val="18057174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0C19-2B54-9617-EC71-626ED36A1976}"/>
            </a:ext>
          </a:extLst>
        </p:cNvPr>
        <p:cNvGrpSpPr/>
        <p:nvPr/>
      </p:nvGrpSpPr>
      <p:grpSpPr>
        <a:xfrm>
          <a:off x="0" y="0"/>
          <a:ext cx="1" cy="1"/>
          <a:chOff x="0" y="0"/>
          <a:chExt cx="1" cy="1"/>
        </a:xfrm>
      </p:grpSpPr>
      <p:sp>
        <p:nvSpPr>
          <p:cNvPr id="4" name="Title 3">
            <a:extLst>
              <a:ext uri="{FF2B5EF4-FFF2-40B4-BE49-F238E27FC236}">
                <a16:creationId xmlns:a16="http://schemas.microsoft.com/office/drawing/2014/main" id="{3856644C-8D4B-F911-3FB7-EA4752F6FA5E}"/>
              </a:ext>
            </a:extLst>
          </p:cNvPr>
          <p:cNvSpPr>
            <a:spLocks noGrp="1"/>
          </p:cNvSpPr>
          <p:nvPr>
            <p:ph type="title"/>
          </p:nvPr>
        </p:nvSpPr>
        <p:spPr>
          <a:xfrm>
            <a:off x="6780006" y="561054"/>
            <a:ext cx="4623337" cy="1559571"/>
          </a:xfrm>
        </p:spPr>
        <p:txBody>
          <a:bodyPr wrap="square" anchor="b">
            <a:normAutofit/>
          </a:bodyPr>
          <a:lstStyle/>
          <a:p>
            <a:r>
              <a:rPr lang="en-US" dirty="0"/>
              <a:t>3 Pillars of Industry 5.0</a:t>
            </a:r>
            <a:endParaRPr lang="en-GB" dirty="0"/>
          </a:p>
        </p:txBody>
      </p:sp>
      <p:sp>
        <p:nvSpPr>
          <p:cNvPr id="5" name="Text Placeholder 4">
            <a:extLst>
              <a:ext uri="{FF2B5EF4-FFF2-40B4-BE49-F238E27FC236}">
                <a16:creationId xmlns:a16="http://schemas.microsoft.com/office/drawing/2014/main" id="{623E0067-C222-3FFF-84C1-7BDE6CB3D6E7}"/>
              </a:ext>
            </a:extLst>
          </p:cNvPr>
          <p:cNvSpPr>
            <a:spLocks noGrp="1"/>
          </p:cNvSpPr>
          <p:nvPr>
            <p:ph type="body" sz="quarter" idx="13"/>
          </p:nvPr>
        </p:nvSpPr>
        <p:spPr>
          <a:xfrm>
            <a:off x="6780006" y="2212161"/>
            <a:ext cx="4623337" cy="3672301"/>
          </a:xfrm>
        </p:spPr>
        <p:txBody>
          <a:bodyPr wrap="square" anchor="t">
            <a:normAutofit/>
          </a:bodyPr>
          <a:lstStyle/>
          <a:p>
            <a:pPr>
              <a:lnSpc>
                <a:spcPct val="100000"/>
              </a:lnSpc>
            </a:pPr>
            <a:r>
              <a:rPr lang="en-GB" sz="1800" dirty="0"/>
              <a:t>In linear economy, raw materials are extracted, make products, and throw it  away.</a:t>
            </a:r>
          </a:p>
          <a:p>
            <a:pPr>
              <a:lnSpc>
                <a:spcPct val="100000"/>
              </a:lnSpc>
            </a:pPr>
            <a:endParaRPr lang="en-GB" sz="1800" dirty="0"/>
          </a:p>
          <a:p>
            <a:pPr>
              <a:lnSpc>
                <a:spcPct val="100000"/>
              </a:lnSpc>
            </a:pPr>
            <a:r>
              <a:rPr lang="en-GB" sz="1800" dirty="0"/>
              <a:t>In circular economy, the goal is to prevent waste being produced in the first place.</a:t>
            </a:r>
          </a:p>
          <a:p>
            <a:pPr>
              <a:lnSpc>
                <a:spcPct val="100000"/>
              </a:lnSpc>
            </a:pPr>
            <a:endParaRPr lang="en-GB" sz="1800" dirty="0"/>
          </a:p>
          <a:p>
            <a:pPr>
              <a:lnSpc>
                <a:spcPct val="100000"/>
              </a:lnSpc>
            </a:pPr>
            <a:r>
              <a:rPr lang="en-GB" sz="1800" dirty="0"/>
              <a:t>Circular economy is based on 3 principles </a:t>
            </a:r>
          </a:p>
          <a:p>
            <a:pPr marL="342900" indent="-342900">
              <a:lnSpc>
                <a:spcPct val="100000"/>
              </a:lnSpc>
              <a:buFont typeface="Arial" panose="020B0604020202020204" pitchFamily="34" charset="0"/>
              <a:buChar char="•"/>
            </a:pPr>
            <a:r>
              <a:rPr lang="en-GB" sz="1800" dirty="0"/>
              <a:t>Eliminate waste and pollution</a:t>
            </a:r>
          </a:p>
          <a:p>
            <a:pPr marL="342900" indent="-342900">
              <a:lnSpc>
                <a:spcPct val="100000"/>
              </a:lnSpc>
              <a:buFont typeface="Arial" panose="020B0604020202020204" pitchFamily="34" charset="0"/>
              <a:buChar char="•"/>
            </a:pPr>
            <a:r>
              <a:rPr lang="en-GB" sz="1800" dirty="0"/>
              <a:t>Circulate products and materials</a:t>
            </a:r>
          </a:p>
          <a:p>
            <a:pPr marL="342900" indent="-342900">
              <a:lnSpc>
                <a:spcPct val="100000"/>
              </a:lnSpc>
              <a:buFont typeface="Arial" panose="020B0604020202020204" pitchFamily="34" charset="0"/>
              <a:buChar char="•"/>
            </a:pPr>
            <a:r>
              <a:rPr lang="en-GB" sz="1800" dirty="0"/>
              <a:t>Regenerate nature</a:t>
            </a:r>
          </a:p>
        </p:txBody>
      </p:sp>
      <p:pic>
        <p:nvPicPr>
          <p:cNvPr id="7" name="Picture 6">
            <a:extLst>
              <a:ext uri="{FF2B5EF4-FFF2-40B4-BE49-F238E27FC236}">
                <a16:creationId xmlns:a16="http://schemas.microsoft.com/office/drawing/2014/main" id="{1719766C-585A-33A8-A734-35571A277799}"/>
              </a:ext>
            </a:extLst>
          </p:cNvPr>
          <p:cNvPicPr>
            <a:picLocks noChangeAspect="1"/>
          </p:cNvPicPr>
          <p:nvPr/>
        </p:nvPicPr>
        <p:blipFill>
          <a:blip r:embed="rId2"/>
          <a:srcRect l="6259" r="4203"/>
          <a:stretch/>
        </p:blipFill>
        <p:spPr>
          <a:xfrm>
            <a:off x="0" y="1309917"/>
            <a:ext cx="6096000" cy="4238165"/>
          </a:xfrm>
          <a:prstGeom prst="rect">
            <a:avLst/>
          </a:prstGeom>
          <a:noFill/>
        </p:spPr>
      </p:pic>
    </p:spTree>
    <p:extLst>
      <p:ext uri="{BB962C8B-B14F-4D97-AF65-F5344CB8AC3E}">
        <p14:creationId xmlns:p14="http://schemas.microsoft.com/office/powerpoint/2010/main" val="11592200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7315200" cy="274320"/>
          </a:xfrm>
          <a:prstGeom prst="rect">
            <a:avLst/>
          </a:prstGeom>
          <a:noFill/>
        </p:spPr>
        <p:txBody>
          <a:bodyPr wrap="square" lIns="36576" tIns="18288" rIns="36576" bIns="18288" anchor="t">
            <a:spAutoFit/>
          </a:bodyPr>
          <a:lstStyle/>
          <a:p>
            <a:pPr algn="l"/>
            <a:r>
              <a:rPr sz="1100" b="1">
                <a:solidFill>
                  <a:srgbClr val="00B050"/>
                </a:solidFill>
                <a:latin typeface="Arial"/>
              </a:rPr>
              <a:t>TRACEABILITY FOR CIRCULAR VALUE CHAINS</a:t>
            </a:r>
          </a:p>
        </p:txBody>
      </p:sp>
      <p:sp>
        <p:nvSpPr>
          <p:cNvPr id="3" name="TextBox 2"/>
          <p:cNvSpPr txBox="1"/>
          <p:nvPr/>
        </p:nvSpPr>
        <p:spPr>
          <a:xfrm>
            <a:off x="502920" y="566928"/>
            <a:ext cx="10972800" cy="594360"/>
          </a:xfrm>
          <a:prstGeom prst="rect">
            <a:avLst/>
          </a:prstGeom>
          <a:noFill/>
        </p:spPr>
        <p:txBody>
          <a:bodyPr wrap="square" lIns="36576" tIns="18288" rIns="36576" bIns="18288" anchor="t">
            <a:spAutoFit/>
          </a:bodyPr>
          <a:lstStyle/>
          <a:p>
            <a:pPr algn="l"/>
            <a:r>
              <a:rPr sz="2700" b="1">
                <a:solidFill>
                  <a:srgbClr val="202124"/>
                </a:solidFill>
                <a:latin typeface="Arial"/>
              </a:rPr>
              <a:t>Digital Product Passport</a:t>
            </a:r>
          </a:p>
        </p:txBody>
      </p:sp>
      <p:sp>
        <p:nvSpPr>
          <p:cNvPr id="4" name="Rectangle 3"/>
          <p:cNvSpPr/>
          <p:nvPr/>
        </p:nvSpPr>
        <p:spPr>
          <a:xfrm>
            <a:off x="502920" y="1243584"/>
            <a:ext cx="1051560" cy="54864"/>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72768"/>
            <a:ext cx="5184648" cy="804672"/>
          </a:xfrm>
          <a:prstGeom prst="roundRect">
            <a:avLst/>
          </a:prstGeom>
          <a:solidFill>
            <a:srgbClr val="F2F6F4"/>
          </a:solidFill>
          <a:ln>
            <a:solidFill>
              <a:srgbClr val="D8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682495"/>
            <a:ext cx="1463040" cy="228600"/>
          </a:xfrm>
          <a:prstGeom prst="rect">
            <a:avLst/>
          </a:prstGeom>
          <a:noFill/>
        </p:spPr>
        <p:txBody>
          <a:bodyPr wrap="square" lIns="36576" tIns="18288" rIns="36576" bIns="18288" anchor="t">
            <a:spAutoFit/>
          </a:bodyPr>
          <a:lstStyle/>
          <a:p>
            <a:pPr algn="l"/>
            <a:r>
              <a:rPr sz="1000" b="1">
                <a:solidFill>
                  <a:srgbClr val="007099"/>
                </a:solidFill>
                <a:latin typeface="Arial"/>
              </a:rPr>
              <a:t>WHAT IT IS</a:t>
            </a:r>
          </a:p>
        </p:txBody>
      </p:sp>
      <p:sp>
        <p:nvSpPr>
          <p:cNvPr id="7" name="TextBox 6"/>
          <p:cNvSpPr txBox="1"/>
          <p:nvPr/>
        </p:nvSpPr>
        <p:spPr>
          <a:xfrm>
            <a:off x="2139696" y="1664208"/>
            <a:ext cx="3246120" cy="640080"/>
          </a:xfrm>
          <a:prstGeom prst="rect">
            <a:avLst/>
          </a:prstGeom>
          <a:noFill/>
        </p:spPr>
        <p:txBody>
          <a:bodyPr wrap="square" lIns="36576" tIns="18288" rIns="36576" bIns="18288" anchor="t">
            <a:spAutoFit/>
          </a:bodyPr>
          <a:lstStyle/>
          <a:p>
            <a:pPr algn="l"/>
            <a:r>
              <a:rPr sz="1400" b="0">
                <a:solidFill>
                  <a:srgbClr val="202124"/>
                </a:solidFill>
                <a:latin typeface="Arial"/>
              </a:rPr>
              <a:t>A digital container for information about products, components and materials.</a:t>
            </a:r>
          </a:p>
        </p:txBody>
      </p:sp>
      <p:sp>
        <p:nvSpPr>
          <p:cNvPr id="8" name="Rounded Rectangle 7"/>
          <p:cNvSpPr/>
          <p:nvPr/>
        </p:nvSpPr>
        <p:spPr>
          <a:xfrm>
            <a:off x="502920" y="2523744"/>
            <a:ext cx="5184648" cy="960120"/>
          </a:xfrm>
          <a:prstGeom prst="roundRect">
            <a:avLst/>
          </a:prstGeom>
          <a:solidFill>
            <a:srgbClr val="F2F6F4"/>
          </a:solidFill>
          <a:ln>
            <a:solidFill>
              <a:srgbClr val="D8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633472"/>
            <a:ext cx="1463040" cy="228600"/>
          </a:xfrm>
          <a:prstGeom prst="rect">
            <a:avLst/>
          </a:prstGeom>
          <a:noFill/>
        </p:spPr>
        <p:txBody>
          <a:bodyPr wrap="square" lIns="36576" tIns="18288" rIns="36576" bIns="18288" anchor="t">
            <a:spAutoFit/>
          </a:bodyPr>
          <a:lstStyle/>
          <a:p>
            <a:pPr algn="l"/>
            <a:r>
              <a:rPr sz="1000" b="1">
                <a:solidFill>
                  <a:srgbClr val="007099"/>
                </a:solidFill>
                <a:latin typeface="Arial"/>
              </a:rPr>
              <a:t>WHAT IT CAN INCLUDE</a:t>
            </a:r>
          </a:p>
        </p:txBody>
      </p:sp>
      <p:sp>
        <p:nvSpPr>
          <p:cNvPr id="10" name="TextBox 9"/>
          <p:cNvSpPr txBox="1"/>
          <p:nvPr/>
        </p:nvSpPr>
        <p:spPr>
          <a:xfrm>
            <a:off x="2139696" y="2615184"/>
            <a:ext cx="3246120" cy="795528"/>
          </a:xfrm>
          <a:prstGeom prst="rect">
            <a:avLst/>
          </a:prstGeom>
          <a:noFill/>
        </p:spPr>
        <p:txBody>
          <a:bodyPr wrap="square" lIns="36576" tIns="18288" rIns="36576" bIns="18288" anchor="t">
            <a:spAutoFit/>
          </a:bodyPr>
          <a:lstStyle/>
          <a:p>
            <a:pPr algn="l"/>
            <a:r>
              <a:rPr sz="1400" b="0">
                <a:solidFill>
                  <a:srgbClr val="202124"/>
                </a:solidFill>
                <a:latin typeface="Arial"/>
              </a:rPr>
              <a:t>Origin, materials, safety, environmental performance, repairability, reuse and recycling information.</a:t>
            </a:r>
          </a:p>
        </p:txBody>
      </p:sp>
      <p:sp>
        <p:nvSpPr>
          <p:cNvPr id="11" name="Rounded Rectangle 10"/>
          <p:cNvSpPr/>
          <p:nvPr/>
        </p:nvSpPr>
        <p:spPr>
          <a:xfrm>
            <a:off x="502920" y="3639312"/>
            <a:ext cx="5184648" cy="804672"/>
          </a:xfrm>
          <a:prstGeom prst="roundRect">
            <a:avLst/>
          </a:prstGeom>
          <a:solidFill>
            <a:srgbClr val="F2F6F4"/>
          </a:solidFill>
          <a:ln>
            <a:solidFill>
              <a:srgbClr val="D8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3749039"/>
            <a:ext cx="1463040" cy="228600"/>
          </a:xfrm>
          <a:prstGeom prst="rect">
            <a:avLst/>
          </a:prstGeom>
          <a:noFill/>
        </p:spPr>
        <p:txBody>
          <a:bodyPr wrap="square" lIns="36576" tIns="18288" rIns="36576" bIns="18288" anchor="t">
            <a:spAutoFit/>
          </a:bodyPr>
          <a:lstStyle/>
          <a:p>
            <a:pPr algn="l"/>
            <a:r>
              <a:rPr sz="1000" b="1">
                <a:solidFill>
                  <a:srgbClr val="007099"/>
                </a:solidFill>
                <a:latin typeface="Arial"/>
              </a:rPr>
              <a:t>WHO USES IT</a:t>
            </a:r>
          </a:p>
        </p:txBody>
      </p:sp>
      <p:sp>
        <p:nvSpPr>
          <p:cNvPr id="13" name="TextBox 12"/>
          <p:cNvSpPr txBox="1"/>
          <p:nvPr/>
        </p:nvSpPr>
        <p:spPr>
          <a:xfrm>
            <a:off x="2139696" y="3730752"/>
            <a:ext cx="3246120" cy="640080"/>
          </a:xfrm>
          <a:prstGeom prst="rect">
            <a:avLst/>
          </a:prstGeom>
          <a:noFill/>
        </p:spPr>
        <p:txBody>
          <a:bodyPr wrap="square" lIns="36576" tIns="18288" rIns="36576" bIns="18288" anchor="t">
            <a:spAutoFit/>
          </a:bodyPr>
          <a:lstStyle/>
          <a:p>
            <a:pPr algn="l"/>
            <a:r>
              <a:rPr sz="1400" b="0">
                <a:solidFill>
                  <a:srgbClr val="202124"/>
                </a:solidFill>
                <a:latin typeface="Arial"/>
              </a:rPr>
              <a:t>Manufacturers, users, repairers, recyclers and public authorities.</a:t>
            </a:r>
          </a:p>
        </p:txBody>
      </p:sp>
      <p:sp>
        <p:nvSpPr>
          <p:cNvPr id="14" name="Rounded Rectangle 13"/>
          <p:cNvSpPr/>
          <p:nvPr/>
        </p:nvSpPr>
        <p:spPr>
          <a:xfrm>
            <a:off x="502920" y="4590288"/>
            <a:ext cx="5184648" cy="1133856"/>
          </a:xfrm>
          <a:prstGeom prst="roundRect">
            <a:avLst/>
          </a:prstGeom>
          <a:solidFill>
            <a:srgbClr val="F2F6F4"/>
          </a:solidFill>
          <a:ln>
            <a:solidFill>
              <a:srgbClr val="D8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4700016"/>
            <a:ext cx="1463040" cy="228600"/>
          </a:xfrm>
          <a:prstGeom prst="rect">
            <a:avLst/>
          </a:prstGeom>
          <a:noFill/>
        </p:spPr>
        <p:txBody>
          <a:bodyPr wrap="square" lIns="36576" tIns="18288" rIns="36576" bIns="18288" anchor="t">
            <a:spAutoFit/>
          </a:bodyPr>
          <a:lstStyle/>
          <a:p>
            <a:pPr algn="l"/>
            <a:r>
              <a:rPr sz="1000" b="1">
                <a:solidFill>
                  <a:srgbClr val="007099"/>
                </a:solidFill>
                <a:latin typeface="Arial"/>
              </a:rPr>
              <a:t>WHY IT MATTERS FOR ROBOTICS</a:t>
            </a:r>
          </a:p>
        </p:txBody>
      </p:sp>
      <p:sp>
        <p:nvSpPr>
          <p:cNvPr id="16" name="TextBox 15"/>
          <p:cNvSpPr txBox="1"/>
          <p:nvPr/>
        </p:nvSpPr>
        <p:spPr>
          <a:xfrm>
            <a:off x="2139696" y="4681727"/>
            <a:ext cx="3246120" cy="969264"/>
          </a:xfrm>
          <a:prstGeom prst="rect">
            <a:avLst/>
          </a:prstGeom>
          <a:noFill/>
        </p:spPr>
        <p:txBody>
          <a:bodyPr wrap="square" lIns="36576" tIns="18288" rIns="36576" bIns="18288" anchor="t">
            <a:spAutoFit/>
          </a:bodyPr>
          <a:lstStyle/>
          <a:p>
            <a:pPr algn="l"/>
            <a:r>
              <a:rPr sz="1400" b="0">
                <a:solidFill>
                  <a:srgbClr val="202124"/>
                </a:solidFill>
                <a:latin typeface="Arial"/>
              </a:rPr>
              <a:t>Machine-readable product data can support maintenance, component identification, disassembly and material sorting.</a:t>
            </a:r>
          </a:p>
        </p:txBody>
      </p:sp>
      <p:pic>
        <p:nvPicPr>
          <p:cNvPr id="17" name="Picture 16" descr="335fcaa283.png"/>
          <p:cNvPicPr>
            <a:picLocks noChangeAspect="1"/>
          </p:cNvPicPr>
          <p:nvPr/>
        </p:nvPicPr>
        <p:blipFill>
          <a:blip r:embed="rId3"/>
          <a:stretch>
            <a:fillRect/>
          </a:stretch>
        </p:blipFill>
        <p:spPr>
          <a:xfrm>
            <a:off x="5961888" y="1572768"/>
            <a:ext cx="5715000" cy="4553712"/>
          </a:xfrm>
          <a:prstGeom prst="rect">
            <a:avLst/>
          </a:prstGeom>
        </p:spPr>
      </p:pic>
      <p:sp>
        <p:nvSpPr>
          <p:cNvPr id="18" name="TextBox 17"/>
          <p:cNvSpPr txBox="1"/>
          <p:nvPr/>
        </p:nvSpPr>
        <p:spPr>
          <a:xfrm>
            <a:off x="502920" y="6537960"/>
            <a:ext cx="11155680" cy="164592"/>
          </a:xfrm>
          <a:prstGeom prst="rect">
            <a:avLst/>
          </a:prstGeom>
          <a:noFill/>
        </p:spPr>
        <p:txBody>
          <a:bodyPr wrap="square" lIns="36576" tIns="18288" rIns="36576" bIns="18288" anchor="t">
            <a:spAutoFit/>
          </a:bodyPr>
          <a:lstStyle/>
          <a:p>
            <a:pPr algn="r"/>
            <a:r>
              <a:rPr sz="900" b="0">
                <a:solidFill>
                  <a:srgbClr val="5A6368"/>
                </a:solidFill>
                <a:latin typeface="Arial"/>
              </a:rPr>
              <a:t>Legal basis: Ecodesign for Sustainable Products Regulation, EU 2024/1781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 name="Subtitle 3">
            <a:extLst>
              <a:ext uri="{FF2B5EF4-FFF2-40B4-BE49-F238E27FC236}">
                <a16:creationId xmlns:a16="http://schemas.microsoft.com/office/drawing/2014/main" id="{60A90F88-3653-8CFF-19E0-E17B0B3387B6}"/>
              </a:ext>
            </a:extLst>
          </p:cNvPr>
          <p:cNvSpPr>
            <a:spLocks noGrp="1"/>
          </p:cNvSpPr>
          <p:nvPr>
            <p:ph type="subTitle" idx="1"/>
          </p:nvPr>
        </p:nvSpPr>
        <p:spPr/>
        <p:txBody>
          <a:bodyPr/>
          <a:lstStyle/>
          <a:p>
            <a:r>
              <a:rPr lang="sv-SE" dirty="0" err="1"/>
              <a:t>Sustainability</a:t>
            </a:r>
            <a:r>
              <a:rPr lang="sv-SE" dirty="0"/>
              <a:t> </a:t>
            </a:r>
            <a:r>
              <a:rPr lang="sv-SE" dirty="0" err="1"/>
              <a:t>Measurement</a:t>
            </a:r>
            <a:endParaRPr lang="en-US" dirty="0"/>
          </a:p>
          <a:p>
            <a:endParaRPr lang="en-GB" dirty="0"/>
          </a:p>
        </p:txBody>
      </p:sp>
      <p:sp>
        <p:nvSpPr>
          <p:cNvPr id="3" name="Rubrik 2">
            <a:extLst>
              <a:ext uri="{FF2B5EF4-FFF2-40B4-BE49-F238E27FC236}">
                <a16:creationId xmlns:a16="http://schemas.microsoft.com/office/drawing/2014/main" id="{E9045C1F-1AE3-A34B-9567-BC838FA99EEB}"/>
              </a:ext>
            </a:extLst>
          </p:cNvPr>
          <p:cNvSpPr>
            <a:spLocks noGrp="1"/>
          </p:cNvSpPr>
          <p:nvPr>
            <p:ph type="title"/>
          </p:nvPr>
        </p:nvSpPr>
        <p:spPr/>
        <p:txBody>
          <a:bodyPr/>
          <a:lstStyle/>
          <a:p>
            <a:r>
              <a:rPr lang="sv-SE" dirty="0"/>
              <a:t>Sustainable  </a:t>
            </a:r>
            <a:r>
              <a:rPr lang="sv-SE" dirty="0" err="1"/>
              <a:t>Robotics</a:t>
            </a:r>
            <a:r>
              <a:rPr lang="sv-SE" dirty="0"/>
              <a:t> and Automation</a:t>
            </a:r>
          </a:p>
        </p:txBody>
      </p:sp>
    </p:spTree>
    <p:extLst>
      <p:ext uri="{BB962C8B-B14F-4D97-AF65-F5344CB8AC3E}">
        <p14:creationId xmlns:p14="http://schemas.microsoft.com/office/powerpoint/2010/main" val="1450558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9A6C0562-7278-7E95-5E9C-126C492D6221}"/>
              </a:ext>
            </a:extLst>
          </p:cNvPr>
          <p:cNvSpPr>
            <a:spLocks noGrp="1"/>
          </p:cNvSpPr>
          <p:nvPr>
            <p:ph type="title"/>
          </p:nvPr>
        </p:nvSpPr>
        <p:spPr/>
        <p:txBody>
          <a:bodyPr anchor="t"/>
          <a:lstStyle/>
          <a:p>
            <a:r>
              <a:rPr lang="en-US" sz="2800" cap="none" dirty="0"/>
              <a:t>Sustainability Measurement Definition</a:t>
            </a:r>
          </a:p>
        </p:txBody>
      </p:sp>
      <p:sp>
        <p:nvSpPr>
          <p:cNvPr id="3" name="Text Placeholder 2">
            <a:extLst>
              <a:ext uri="{FF2B5EF4-FFF2-40B4-BE49-F238E27FC236}">
                <a16:creationId xmlns:a16="http://schemas.microsoft.com/office/drawing/2014/main" id="{9A95A49E-F8BD-6359-1EA8-DCC24C127103}"/>
              </a:ext>
            </a:extLst>
          </p:cNvPr>
          <p:cNvSpPr>
            <a:spLocks noGrp="1"/>
          </p:cNvSpPr>
          <p:nvPr>
            <p:ph type="body" idx="1"/>
          </p:nvPr>
        </p:nvSpPr>
        <p:spPr/>
        <p:txBody>
          <a:bodyPr/>
          <a:lstStyle/>
          <a:p>
            <a:r>
              <a:rPr lang="en-US" b="1" dirty="0">
                <a:solidFill>
                  <a:srgbClr val="339966"/>
                </a:solidFill>
              </a:rPr>
              <a:t>Sustainability</a:t>
            </a:r>
            <a:r>
              <a:rPr lang="en-US" b="1" dirty="0">
                <a:solidFill>
                  <a:srgbClr val="0645AD"/>
                </a:solidFill>
              </a:rPr>
              <a:t> Measurement </a:t>
            </a:r>
            <a:r>
              <a:rPr lang="en-US" dirty="0">
                <a:solidFill>
                  <a:srgbClr val="202122"/>
                </a:solidFill>
              </a:rPr>
              <a:t>is a set of </a:t>
            </a:r>
            <a:r>
              <a:rPr lang="en-US" b="1" dirty="0">
                <a:solidFill>
                  <a:srgbClr val="202122"/>
                </a:solidFill>
              </a:rPr>
              <a:t>tools and methods </a:t>
            </a:r>
            <a:r>
              <a:rPr lang="en-US" dirty="0">
                <a:solidFill>
                  <a:srgbClr val="202122"/>
                </a:solidFill>
              </a:rPr>
              <a:t>that attempt to measure the degree of sustainability of processes, products, services, businesses and so forth.</a:t>
            </a:r>
          </a:p>
          <a:p>
            <a:r>
              <a:rPr lang="en-US" b="1" dirty="0">
                <a:solidFill>
                  <a:srgbClr val="339966"/>
                </a:solidFill>
              </a:rPr>
              <a:t>Sustainability</a:t>
            </a:r>
            <a:r>
              <a:rPr lang="en-US" dirty="0">
                <a:solidFill>
                  <a:srgbClr val="202122"/>
                </a:solidFill>
              </a:rPr>
              <a:t> is </a:t>
            </a:r>
            <a:r>
              <a:rPr lang="en-US" b="1" dirty="0">
                <a:solidFill>
                  <a:srgbClr val="202122"/>
                </a:solidFill>
              </a:rPr>
              <a:t>difficult</a:t>
            </a:r>
            <a:r>
              <a:rPr lang="en-US" dirty="0">
                <a:solidFill>
                  <a:srgbClr val="202122"/>
                </a:solidFill>
              </a:rPr>
              <a:t> </a:t>
            </a:r>
            <a:r>
              <a:rPr lang="en-US" b="1" dirty="0">
                <a:solidFill>
                  <a:srgbClr val="202122"/>
                </a:solidFill>
              </a:rPr>
              <a:t>to quantify</a:t>
            </a:r>
            <a:r>
              <a:rPr lang="en-US" dirty="0">
                <a:solidFill>
                  <a:srgbClr val="202122"/>
                </a:solidFill>
              </a:rPr>
              <a:t>, perhaps even immeasurable. The metrics used to try and measure sustainability must involve the sustainability of environmental, social and economic domains, (both individually and in various combinations) and are still evolving.</a:t>
            </a:r>
          </a:p>
          <a:p>
            <a:r>
              <a:rPr lang="en-US" dirty="0">
                <a:solidFill>
                  <a:srgbClr val="202122"/>
                </a:solidFill>
              </a:rPr>
              <a:t>The final </a:t>
            </a:r>
            <a:r>
              <a:rPr lang="en-US" b="1" dirty="0">
                <a:solidFill>
                  <a:srgbClr val="202122"/>
                </a:solidFill>
              </a:rPr>
              <a:t>goal</a:t>
            </a:r>
            <a:r>
              <a:rPr lang="en-US" dirty="0">
                <a:solidFill>
                  <a:srgbClr val="202122"/>
                </a:solidFill>
              </a:rPr>
              <a:t> and the </a:t>
            </a:r>
            <a:r>
              <a:rPr lang="en-US" b="1" dirty="0">
                <a:solidFill>
                  <a:srgbClr val="202122"/>
                </a:solidFill>
              </a:rPr>
              <a:t>needs</a:t>
            </a:r>
            <a:r>
              <a:rPr lang="en-US" dirty="0">
                <a:solidFill>
                  <a:srgbClr val="202122"/>
                </a:solidFill>
              </a:rPr>
              <a:t> for sustainability measurement include </a:t>
            </a:r>
            <a:r>
              <a:rPr lang="en-US" b="1" dirty="0">
                <a:solidFill>
                  <a:srgbClr val="339966"/>
                </a:solidFill>
              </a:rPr>
              <a:t>Sustainability</a:t>
            </a:r>
            <a:r>
              <a:rPr lang="en-US" b="1" dirty="0">
                <a:solidFill>
                  <a:srgbClr val="0645AD"/>
                </a:solidFill>
              </a:rPr>
              <a:t> Improvement </a:t>
            </a:r>
            <a:r>
              <a:rPr lang="en-US" dirty="0">
                <a:solidFill>
                  <a:srgbClr val="202122"/>
                </a:solidFill>
              </a:rPr>
              <a:t>through the operations, benchmarking performances, tracking progress, and evaluating process, among others.</a:t>
            </a:r>
          </a:p>
          <a:p>
            <a:endParaRPr lang="en-GB" dirty="0"/>
          </a:p>
        </p:txBody>
      </p:sp>
    </p:spTree>
    <p:extLst>
      <p:ext uri="{BB962C8B-B14F-4D97-AF65-F5344CB8AC3E}">
        <p14:creationId xmlns:p14="http://schemas.microsoft.com/office/powerpoint/2010/main" val="2950286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1" name="Title 1">
            <a:extLst>
              <a:ext uri="{FF2B5EF4-FFF2-40B4-BE49-F238E27FC236}">
                <a16:creationId xmlns:a16="http://schemas.microsoft.com/office/drawing/2014/main" id="{A0765C73-9EA0-22B3-D2FC-32E9F6AEAD9F}"/>
              </a:ext>
            </a:extLst>
          </p:cNvPr>
          <p:cNvSpPr txBox="1">
            <a:spLocks/>
          </p:cNvSpPr>
          <p:nvPr/>
        </p:nvSpPr>
        <p:spPr>
          <a:xfrm>
            <a:off x="0" y="22470"/>
            <a:ext cx="11582400" cy="52693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i="0" kern="1200" cap="all" baseline="0">
                <a:solidFill>
                  <a:schemeClr val="tx1"/>
                </a:solidFill>
                <a:latin typeface="Arial" panose="020B0604020202020204" pitchFamily="34" charset="0"/>
                <a:ea typeface="+mj-ea"/>
                <a:cs typeface="+mj-cs"/>
              </a:defRPr>
            </a:lvl1pPr>
          </a:lstStyle>
          <a:p>
            <a:br>
              <a:rPr lang="en-US" sz="1400" dirty="0">
                <a:solidFill>
                  <a:srgbClr val="000000"/>
                </a:solidFill>
                <a:latin typeface="Noto Sans" panose="020B0502040504020204" pitchFamily="34" charset="0"/>
              </a:rPr>
            </a:br>
            <a:endParaRPr lang="en-US" sz="2800" cap="none" dirty="0"/>
          </a:p>
        </p:txBody>
      </p:sp>
      <p:sp>
        <p:nvSpPr>
          <p:cNvPr id="3" name="Title 2">
            <a:extLst>
              <a:ext uri="{FF2B5EF4-FFF2-40B4-BE49-F238E27FC236}">
                <a16:creationId xmlns:a16="http://schemas.microsoft.com/office/drawing/2014/main" id="{773E340D-A485-4C31-CFEF-2CCBB363180B}"/>
              </a:ext>
            </a:extLst>
          </p:cNvPr>
          <p:cNvSpPr>
            <a:spLocks noGrp="1"/>
          </p:cNvSpPr>
          <p:nvPr>
            <p:ph type="title"/>
          </p:nvPr>
        </p:nvSpPr>
        <p:spPr/>
        <p:txBody>
          <a:bodyPr/>
          <a:lstStyle/>
          <a:p>
            <a:r>
              <a:rPr lang="en-US" sz="2800" dirty="0"/>
              <a:t>Sustainability Measurement</a:t>
            </a:r>
            <a:endParaRPr lang="en-GB" sz="2800" dirty="0"/>
          </a:p>
        </p:txBody>
      </p:sp>
      <p:sp>
        <p:nvSpPr>
          <p:cNvPr id="8" name="Text Placeholder 7">
            <a:extLst>
              <a:ext uri="{FF2B5EF4-FFF2-40B4-BE49-F238E27FC236}">
                <a16:creationId xmlns:a16="http://schemas.microsoft.com/office/drawing/2014/main" id="{A4B366AC-5DD3-D9AA-520D-50206BA27342}"/>
              </a:ext>
            </a:extLst>
          </p:cNvPr>
          <p:cNvSpPr>
            <a:spLocks noGrp="1"/>
          </p:cNvSpPr>
          <p:nvPr>
            <p:ph type="body" idx="1"/>
          </p:nvPr>
        </p:nvSpPr>
        <p:spPr/>
        <p:txBody>
          <a:bodyPr/>
          <a:lstStyle/>
          <a:p>
            <a:r>
              <a:rPr lang="en-US" dirty="0">
                <a:solidFill>
                  <a:srgbClr val="202122"/>
                </a:solidFill>
              </a:rPr>
              <a:t>Over the last two decades, there has been rapid growth in the number of quantitative methods used to assess sustainability.</a:t>
            </a:r>
          </a:p>
          <a:p>
            <a:r>
              <a:rPr lang="en-US" dirty="0">
                <a:solidFill>
                  <a:srgbClr val="202122"/>
                </a:solidFill>
              </a:rPr>
              <a:t>It would be too difficult to list all those methods available at different levels of the organization so those </a:t>
            </a:r>
            <a:r>
              <a:rPr lang="en-US" b="1" dirty="0">
                <a:solidFill>
                  <a:srgbClr val="202122"/>
                </a:solidFill>
              </a:rPr>
              <a:t>listed here are at the global level (Macro level) </a:t>
            </a:r>
            <a:r>
              <a:rPr lang="en-US" dirty="0">
                <a:solidFill>
                  <a:srgbClr val="202122"/>
                </a:solidFill>
              </a:rPr>
              <a:t>only.</a:t>
            </a:r>
          </a:p>
          <a:p>
            <a:r>
              <a:rPr lang="en-US" dirty="0">
                <a:solidFill>
                  <a:srgbClr val="202122"/>
                </a:solidFill>
              </a:rPr>
              <a:t>Some of the quantitative "tools" used by sustainability scientists are:</a:t>
            </a:r>
          </a:p>
          <a:p>
            <a:pPr marL="342900" indent="-342900">
              <a:buFont typeface="Arial" panose="020B0604020202020204" pitchFamily="34" charset="0"/>
              <a:buChar char="•"/>
            </a:pPr>
            <a:r>
              <a:rPr lang="en-US" b="1" dirty="0">
                <a:solidFill>
                  <a:srgbClr val="00B050"/>
                </a:solidFill>
              </a:rPr>
              <a:t>Benchmarks, </a:t>
            </a:r>
          </a:p>
          <a:p>
            <a:pPr marL="342900" indent="-342900">
              <a:buFont typeface="Arial" panose="020B0604020202020204" pitchFamily="34" charset="0"/>
              <a:buChar char="•"/>
            </a:pPr>
            <a:r>
              <a:rPr lang="en-US" b="1" dirty="0">
                <a:solidFill>
                  <a:srgbClr val="00B050"/>
                </a:solidFill>
              </a:rPr>
              <a:t>Indices, </a:t>
            </a:r>
          </a:p>
          <a:p>
            <a:pPr marL="342900" indent="-342900">
              <a:buFont typeface="Arial" panose="020B0604020202020204" pitchFamily="34" charset="0"/>
              <a:buChar char="•"/>
            </a:pPr>
            <a:r>
              <a:rPr lang="en-US" b="1" dirty="0">
                <a:solidFill>
                  <a:srgbClr val="00B050"/>
                </a:solidFill>
              </a:rPr>
              <a:t>Cycle, </a:t>
            </a:r>
          </a:p>
          <a:p>
            <a:pPr marL="342900" indent="-342900">
              <a:buFont typeface="Arial" panose="020B0604020202020204" pitchFamily="34" charset="0"/>
              <a:buChar char="•"/>
            </a:pPr>
            <a:r>
              <a:rPr lang="en-US" b="1" dirty="0">
                <a:solidFill>
                  <a:srgbClr val="00B050"/>
                </a:solidFill>
              </a:rPr>
              <a:t>Metrics/Indicators, </a:t>
            </a:r>
          </a:p>
          <a:p>
            <a:pPr marL="342900" indent="-342900">
              <a:buFont typeface="Arial" panose="020B0604020202020204" pitchFamily="34" charset="0"/>
              <a:buChar char="•"/>
            </a:pPr>
            <a:r>
              <a:rPr lang="en-US" b="1" dirty="0">
                <a:solidFill>
                  <a:srgbClr val="00B050"/>
                </a:solidFill>
              </a:rPr>
              <a:t>Auditing, </a:t>
            </a:r>
          </a:p>
          <a:p>
            <a:pPr marL="342900" indent="-342900">
              <a:buFont typeface="Arial" panose="020B0604020202020204" pitchFamily="34" charset="0"/>
              <a:buChar char="•"/>
            </a:pPr>
            <a:r>
              <a:rPr lang="en-US" b="1" dirty="0">
                <a:solidFill>
                  <a:srgbClr val="00B050"/>
                </a:solidFill>
              </a:rPr>
              <a:t>Reporting.    </a:t>
            </a:r>
          </a:p>
          <a:p>
            <a:endParaRPr lang="en-GB" dirty="0"/>
          </a:p>
        </p:txBody>
      </p:sp>
    </p:spTree>
    <p:extLst>
      <p:ext uri="{BB962C8B-B14F-4D97-AF65-F5344CB8AC3E}">
        <p14:creationId xmlns:p14="http://schemas.microsoft.com/office/powerpoint/2010/main" val="30721186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 name="Title 3">
            <a:extLst>
              <a:ext uri="{FF2B5EF4-FFF2-40B4-BE49-F238E27FC236}">
                <a16:creationId xmlns:a16="http://schemas.microsoft.com/office/drawing/2014/main" id="{AFB7F1AE-4940-27EF-7BDA-620DB39B472E}"/>
              </a:ext>
            </a:extLst>
          </p:cNvPr>
          <p:cNvSpPr>
            <a:spLocks noGrp="1"/>
          </p:cNvSpPr>
          <p:nvPr>
            <p:ph type="title"/>
          </p:nvPr>
        </p:nvSpPr>
        <p:spPr/>
        <p:txBody>
          <a:bodyPr/>
          <a:lstStyle/>
          <a:p>
            <a:r>
              <a:rPr lang="en-GB" dirty="0"/>
              <a:t>Index related to Robotics and automation</a:t>
            </a:r>
          </a:p>
        </p:txBody>
      </p:sp>
      <p:sp>
        <p:nvSpPr>
          <p:cNvPr id="3" name="Text Placeholder 2">
            <a:extLst>
              <a:ext uri="{FF2B5EF4-FFF2-40B4-BE49-F238E27FC236}">
                <a16:creationId xmlns:a16="http://schemas.microsoft.com/office/drawing/2014/main" id="{ED5563E4-011F-0D1C-BF41-EF5F27DE8B10}"/>
              </a:ext>
            </a:extLst>
          </p:cNvPr>
          <p:cNvSpPr>
            <a:spLocks noGrp="1"/>
          </p:cNvSpPr>
          <p:nvPr>
            <p:ph type="body" idx="1"/>
          </p:nvPr>
        </p:nvSpPr>
        <p:spPr/>
        <p:txBody>
          <a:bodyPr/>
          <a:lstStyle/>
          <a:p>
            <a:pPr marL="342900" lvl="0" indent="-342900" fontAlgn="t">
              <a:buFont typeface="Arial" panose="020B0604020202020204" pitchFamily="34" charset="0"/>
              <a:buChar char="•"/>
            </a:pPr>
            <a:r>
              <a:rPr lang="en-US" dirty="0"/>
              <a:t>Life Cycle Assessment,
Life Cycle Costing,
carbon footprint,
energy measurement,
material flow analysis,
social risk/impact assessment,
robot-cell-specific KPIs.</a:t>
            </a:r>
            <a:endParaRPr lang="en-GB" dirty="0"/>
          </a:p>
        </p:txBody>
      </p:sp>
    </p:spTree>
    <p:extLst>
      <p:ext uri="{BB962C8B-B14F-4D97-AF65-F5344CB8AC3E}">
        <p14:creationId xmlns:p14="http://schemas.microsoft.com/office/powerpoint/2010/main" val="27325789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7CF5DA90-F67E-417E-8BA6-A5AB4F43917A}"/>
              </a:ext>
            </a:extLst>
          </p:cNvPr>
          <p:cNvSpPr>
            <a:spLocks noGrp="1"/>
          </p:cNvSpPr>
          <p:nvPr>
            <p:ph type="title"/>
          </p:nvPr>
        </p:nvSpPr>
        <p:spPr/>
        <p:txBody>
          <a:bodyPr/>
          <a:lstStyle/>
          <a:p>
            <a:r>
              <a:rPr lang="en-GB" dirty="0"/>
              <a:t>Benchmarks</a:t>
            </a:r>
            <a:br>
              <a:rPr lang="en-GB" dirty="0"/>
            </a:br>
            <a:endParaRPr lang="en-GB" dirty="0"/>
          </a:p>
        </p:txBody>
      </p:sp>
      <p:sp>
        <p:nvSpPr>
          <p:cNvPr id="3" name="Text Placeholder 2">
            <a:extLst>
              <a:ext uri="{FF2B5EF4-FFF2-40B4-BE49-F238E27FC236}">
                <a16:creationId xmlns:a16="http://schemas.microsoft.com/office/drawing/2014/main" id="{AC2FF677-E92B-9D0D-88DF-08905D03C345}"/>
              </a:ext>
            </a:extLst>
          </p:cNvPr>
          <p:cNvSpPr>
            <a:spLocks noGrp="1"/>
          </p:cNvSpPr>
          <p:nvPr>
            <p:ph type="body" idx="1"/>
          </p:nvPr>
        </p:nvSpPr>
        <p:spPr/>
        <p:txBody>
          <a:bodyPr/>
          <a:lstStyle/>
          <a:p>
            <a:r>
              <a:rPr lang="en-US" dirty="0">
                <a:cs typeface="Arial" panose="020B0604020202020204" pitchFamily="34" charset="0"/>
              </a:rPr>
              <a:t>A </a:t>
            </a:r>
            <a:r>
              <a:rPr lang="en-US" b="1" dirty="0">
                <a:cs typeface="Arial" panose="020B0604020202020204" pitchFamily="34" charset="0"/>
              </a:rPr>
              <a:t>benchmark</a:t>
            </a:r>
            <a:r>
              <a:rPr lang="en-US" dirty="0">
                <a:cs typeface="Arial" panose="020B0604020202020204" pitchFamily="34" charset="0"/>
              </a:rPr>
              <a:t> is a point of reference for a measurement. </a:t>
            </a:r>
          </a:p>
          <a:p>
            <a:r>
              <a:rPr lang="en-US" dirty="0">
                <a:cs typeface="Arial" panose="020B0604020202020204" pitchFamily="34" charset="0"/>
              </a:rPr>
              <a:t>Once a benchmark is established it is possible to assess trends and measure progress. </a:t>
            </a:r>
          </a:p>
          <a:p>
            <a:r>
              <a:rPr lang="en-US" dirty="0">
                <a:cs typeface="Arial" panose="020B0604020202020204" pitchFamily="34" charset="0"/>
              </a:rPr>
              <a:t>Baseline global data on a range of sustainability parameters is available in the </a:t>
            </a:r>
            <a:r>
              <a:rPr lang="en-US" dirty="0">
                <a:cs typeface="Arial" panose="020B0604020202020204" pitchFamily="34" charset="0"/>
                <a:hlinkClick r:id="rId2" tooltip="List of global sustainability statistics">
                  <a:extLst>
                    <a:ext uri="{A12FA001-AC4F-418D-AE19-62706E023703}">
                      <ahyp:hlinkClr xmlns:ahyp="http://schemas.microsoft.com/office/drawing/2018/hyperlinkcolor" val="tx"/>
                    </a:ext>
                  </a:extLst>
                </a:hlinkClick>
              </a:rPr>
              <a:t>list of global sustainability statistics</a:t>
            </a:r>
            <a:r>
              <a:rPr lang="en-US" dirty="0">
                <a:cs typeface="Arial" panose="020B0604020202020204" pitchFamily="34" charset="0"/>
              </a:rPr>
              <a:t>.</a:t>
            </a:r>
          </a:p>
          <a:p>
            <a:endParaRPr lang="en-GB" dirty="0"/>
          </a:p>
        </p:txBody>
      </p:sp>
    </p:spTree>
    <p:extLst>
      <p:ext uri="{BB962C8B-B14F-4D97-AF65-F5344CB8AC3E}">
        <p14:creationId xmlns:p14="http://schemas.microsoft.com/office/powerpoint/2010/main" val="25072211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9A6C0562-7278-7E95-5E9C-126C492D6221}"/>
              </a:ext>
            </a:extLst>
          </p:cNvPr>
          <p:cNvSpPr>
            <a:spLocks noGrp="1"/>
          </p:cNvSpPr>
          <p:nvPr>
            <p:ph type="title"/>
          </p:nvPr>
        </p:nvSpPr>
        <p:spPr>
          <a:xfrm>
            <a:off x="838198" y="507772"/>
            <a:ext cx="10194237" cy="526936"/>
          </a:xfrm>
        </p:spPr>
        <p:txBody>
          <a:bodyPr anchor="t"/>
          <a:lstStyle/>
          <a:p>
            <a:r>
              <a:rPr lang="en-US" sz="3200" cap="none" dirty="0"/>
              <a:t>Sustainability Measurement - General  </a:t>
            </a:r>
            <a:r>
              <a:rPr lang="en-US" sz="3200" cap="none" dirty="0">
                <a:solidFill>
                  <a:srgbClr val="0070C0"/>
                </a:solidFill>
              </a:rPr>
              <a:t>Indicators</a:t>
            </a:r>
          </a:p>
        </p:txBody>
      </p:sp>
      <p:sp>
        <p:nvSpPr>
          <p:cNvPr id="11" name="TextBox 10">
            <a:extLst>
              <a:ext uri="{FF2B5EF4-FFF2-40B4-BE49-F238E27FC236}">
                <a16:creationId xmlns:a16="http://schemas.microsoft.com/office/drawing/2014/main" id="{1A855076-E5B4-25AA-E74A-2D69A4D37588}"/>
              </a:ext>
            </a:extLst>
          </p:cNvPr>
          <p:cNvSpPr txBox="1"/>
          <p:nvPr/>
        </p:nvSpPr>
        <p:spPr>
          <a:xfrm>
            <a:off x="838198" y="1342691"/>
            <a:ext cx="5562600" cy="461665"/>
          </a:xfrm>
          <a:prstGeom prst="rect">
            <a:avLst/>
          </a:prstGeom>
          <a:noFill/>
        </p:spPr>
        <p:txBody>
          <a:bodyPr wrap="square">
            <a:spAutoFit/>
          </a:bodyPr>
          <a:lstStyle/>
          <a:p>
            <a:pPr algn="l" fontAlgn="base"/>
            <a:r>
              <a:rPr lang="en-US" sz="2400" b="0" i="0" dirty="0">
                <a:solidFill>
                  <a:srgbClr val="000000"/>
                </a:solidFill>
                <a:effectLst/>
                <a:latin typeface="Arial" panose="020B0604020202020204" pitchFamily="34" charset="0"/>
                <a:cs typeface="Arial" panose="020B0604020202020204" pitchFamily="34" charset="0"/>
              </a:rPr>
              <a:t>Few commonly used </a:t>
            </a:r>
            <a:r>
              <a:rPr lang="en-US" sz="2400" b="1" i="0" dirty="0">
                <a:solidFill>
                  <a:srgbClr val="0070C0"/>
                </a:solidFill>
                <a:effectLst/>
                <a:latin typeface="Arial" panose="020B0604020202020204" pitchFamily="34" charset="0"/>
                <a:cs typeface="Arial" panose="020B0604020202020204" pitchFamily="34" charset="0"/>
              </a:rPr>
              <a:t>Indicators</a:t>
            </a:r>
            <a:r>
              <a:rPr lang="en-US" sz="2400" b="0" i="0" dirty="0">
                <a:solidFill>
                  <a:srgbClr val="000000"/>
                </a:solidFill>
                <a:effectLst/>
                <a:latin typeface="Arial" panose="020B0604020202020204" pitchFamily="34" charset="0"/>
                <a:cs typeface="Arial" panose="020B0604020202020204" pitchFamily="34" charset="0"/>
              </a:rPr>
              <a:t> are:</a:t>
            </a:r>
          </a:p>
        </p:txBody>
      </p:sp>
      <p:sp>
        <p:nvSpPr>
          <p:cNvPr id="4" name="TextBox 3">
            <a:extLst>
              <a:ext uri="{FF2B5EF4-FFF2-40B4-BE49-F238E27FC236}">
                <a16:creationId xmlns:a16="http://schemas.microsoft.com/office/drawing/2014/main" id="{2F70CC6A-36B5-24DE-9300-4CF8550331E0}"/>
              </a:ext>
            </a:extLst>
          </p:cNvPr>
          <p:cNvSpPr txBox="1"/>
          <p:nvPr/>
        </p:nvSpPr>
        <p:spPr>
          <a:xfrm>
            <a:off x="838198" y="1944193"/>
            <a:ext cx="2688772" cy="461665"/>
          </a:xfrm>
          <a:prstGeom prst="rect">
            <a:avLst/>
          </a:prstGeom>
          <a:noFill/>
        </p:spPr>
        <p:txBody>
          <a:bodyPr wrap="square">
            <a:spAutoFit/>
          </a:bodyPr>
          <a:lstStyle/>
          <a:p>
            <a:pPr algn="l" fontAlgn="base"/>
            <a:r>
              <a:rPr lang="en-US" sz="2400" b="1" i="0" dirty="0">
                <a:solidFill>
                  <a:srgbClr val="00B050"/>
                </a:solidFill>
                <a:effectLst/>
                <a:latin typeface="Arial" panose="020B0604020202020204" pitchFamily="34" charset="0"/>
                <a:cs typeface="Arial" panose="020B0604020202020204" pitchFamily="34" charset="0"/>
              </a:rPr>
              <a:t>Environmental</a:t>
            </a:r>
          </a:p>
        </p:txBody>
      </p:sp>
      <p:sp>
        <p:nvSpPr>
          <p:cNvPr id="6" name="TextBox 5">
            <a:extLst>
              <a:ext uri="{FF2B5EF4-FFF2-40B4-BE49-F238E27FC236}">
                <a16:creationId xmlns:a16="http://schemas.microsoft.com/office/drawing/2014/main" id="{B5A9BC6F-0010-9123-871B-11FD6D0C63A2}"/>
              </a:ext>
            </a:extLst>
          </p:cNvPr>
          <p:cNvSpPr txBox="1"/>
          <p:nvPr/>
        </p:nvSpPr>
        <p:spPr>
          <a:xfrm>
            <a:off x="8697685" y="1944192"/>
            <a:ext cx="1676402" cy="461665"/>
          </a:xfrm>
          <a:prstGeom prst="rect">
            <a:avLst/>
          </a:prstGeom>
          <a:noFill/>
        </p:spPr>
        <p:txBody>
          <a:bodyPr wrap="square">
            <a:spAutoFit/>
          </a:bodyPr>
          <a:lstStyle/>
          <a:p>
            <a:pPr algn="l" fontAlgn="base"/>
            <a:r>
              <a:rPr lang="en-US" sz="2400" b="1" dirty="0">
                <a:solidFill>
                  <a:srgbClr val="00B050"/>
                </a:solidFill>
                <a:latin typeface="Arial" panose="020B0604020202020204" pitchFamily="34" charset="0"/>
                <a:cs typeface="Arial" panose="020B0604020202020204" pitchFamily="34" charset="0"/>
              </a:rPr>
              <a:t>Social</a:t>
            </a:r>
          </a:p>
        </p:txBody>
      </p:sp>
      <p:sp>
        <p:nvSpPr>
          <p:cNvPr id="7" name="TextBox 6">
            <a:extLst>
              <a:ext uri="{FF2B5EF4-FFF2-40B4-BE49-F238E27FC236}">
                <a16:creationId xmlns:a16="http://schemas.microsoft.com/office/drawing/2014/main" id="{1472AE8E-1739-13DA-FE9D-A3DCF7832637}"/>
              </a:ext>
            </a:extLst>
          </p:cNvPr>
          <p:cNvSpPr txBox="1"/>
          <p:nvPr/>
        </p:nvSpPr>
        <p:spPr>
          <a:xfrm>
            <a:off x="4974771" y="1944193"/>
            <a:ext cx="2449290" cy="461665"/>
          </a:xfrm>
          <a:prstGeom prst="rect">
            <a:avLst/>
          </a:prstGeom>
          <a:noFill/>
        </p:spPr>
        <p:txBody>
          <a:bodyPr wrap="square">
            <a:spAutoFit/>
          </a:bodyPr>
          <a:lstStyle/>
          <a:p>
            <a:pPr algn="l" fontAlgn="base"/>
            <a:r>
              <a:rPr lang="en-US" sz="2400" b="1" i="0" dirty="0">
                <a:solidFill>
                  <a:srgbClr val="00B050"/>
                </a:solidFill>
                <a:effectLst/>
                <a:latin typeface="Arial" panose="020B0604020202020204" pitchFamily="34" charset="0"/>
                <a:cs typeface="Arial" panose="020B0604020202020204" pitchFamily="34" charset="0"/>
              </a:rPr>
              <a:t>Economic</a:t>
            </a:r>
          </a:p>
        </p:txBody>
      </p:sp>
      <p:sp>
        <p:nvSpPr>
          <p:cNvPr id="12" name="TextBox 11">
            <a:extLst>
              <a:ext uri="{FF2B5EF4-FFF2-40B4-BE49-F238E27FC236}">
                <a16:creationId xmlns:a16="http://schemas.microsoft.com/office/drawing/2014/main" id="{33094A83-655C-65B8-A023-30B2D986A499}"/>
              </a:ext>
            </a:extLst>
          </p:cNvPr>
          <p:cNvSpPr txBox="1"/>
          <p:nvPr/>
        </p:nvSpPr>
        <p:spPr>
          <a:xfrm>
            <a:off x="881738" y="2405858"/>
            <a:ext cx="3788231" cy="3477875"/>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Global warming potential</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Acidification potential</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Ozone depletion potential</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Aerosol optical depth</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Eutrophication potential</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Ionization radiation potential</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Photochemical ozone potential</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Waste treatment</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Freshwater use</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Energy resources use</a:t>
            </a:r>
          </a:p>
        </p:txBody>
      </p:sp>
      <p:sp>
        <p:nvSpPr>
          <p:cNvPr id="16" name="TextBox 15">
            <a:extLst>
              <a:ext uri="{FF2B5EF4-FFF2-40B4-BE49-F238E27FC236}">
                <a16:creationId xmlns:a16="http://schemas.microsoft.com/office/drawing/2014/main" id="{AAD2F122-A883-0553-A6C3-0A46F19C77B8}"/>
              </a:ext>
            </a:extLst>
          </p:cNvPr>
          <p:cNvSpPr txBox="1"/>
          <p:nvPr/>
        </p:nvSpPr>
        <p:spPr>
          <a:xfrm>
            <a:off x="5072743" y="2405858"/>
            <a:ext cx="3309258" cy="1938992"/>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Gross domestic product</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Trade balance</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Local government income</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Profit, value and tax</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Investments</a:t>
            </a:r>
          </a:p>
        </p:txBody>
      </p:sp>
      <p:sp>
        <p:nvSpPr>
          <p:cNvPr id="20" name="TextBox 19">
            <a:extLst>
              <a:ext uri="{FF2B5EF4-FFF2-40B4-BE49-F238E27FC236}">
                <a16:creationId xmlns:a16="http://schemas.microsoft.com/office/drawing/2014/main" id="{CB49DB75-CCCB-125A-1211-A524234A4703}"/>
              </a:ext>
            </a:extLst>
          </p:cNvPr>
          <p:cNvSpPr txBox="1"/>
          <p:nvPr/>
        </p:nvSpPr>
        <p:spPr>
          <a:xfrm>
            <a:off x="8784775" y="2356596"/>
            <a:ext cx="3309258" cy="255454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Employment generated</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Equity</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Health and safety</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Education</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Housing/living conditions</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Community cohesion</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Social security</a:t>
            </a:r>
          </a:p>
        </p:txBody>
      </p:sp>
      <p:sp>
        <p:nvSpPr>
          <p:cNvPr id="21" name="TextBox 20">
            <a:extLst>
              <a:ext uri="{FF2B5EF4-FFF2-40B4-BE49-F238E27FC236}">
                <a16:creationId xmlns:a16="http://schemas.microsoft.com/office/drawing/2014/main" id="{B81776D3-EE39-C1E9-A594-AD397E3A7EE9}"/>
              </a:ext>
            </a:extLst>
          </p:cNvPr>
          <p:cNvSpPr txBox="1"/>
          <p:nvPr/>
        </p:nvSpPr>
        <p:spPr>
          <a:xfrm>
            <a:off x="947054" y="6232042"/>
            <a:ext cx="7445829" cy="400110"/>
          </a:xfrm>
          <a:prstGeom prst="rect">
            <a:avLst/>
          </a:prstGeom>
          <a:noFill/>
        </p:spPr>
        <p:txBody>
          <a:bodyPr wrap="square">
            <a:spAutoFit/>
          </a:bodyPr>
          <a:lstStyle/>
          <a:p>
            <a:pPr algn="l" fontAlgn="base"/>
            <a:r>
              <a:rPr lang="en-US" sz="2000" b="1" i="0" dirty="0">
                <a:solidFill>
                  <a:srgbClr val="0070C0"/>
                </a:solidFill>
                <a:effectLst/>
                <a:latin typeface="Arial" panose="020B0604020202020204" pitchFamily="34" charset="0"/>
                <a:cs typeface="Arial" panose="020B0604020202020204" pitchFamily="34" charset="0"/>
              </a:rPr>
              <a:t>Indicators</a:t>
            </a:r>
            <a:r>
              <a:rPr lang="en-US" sz="2000" b="0" i="0" dirty="0">
                <a:solidFill>
                  <a:srgbClr val="000000"/>
                </a:solidFill>
                <a:effectLst/>
                <a:latin typeface="Arial" panose="020B0604020202020204" pitchFamily="34" charset="0"/>
                <a:cs typeface="Arial" panose="020B0604020202020204" pitchFamily="34" charset="0"/>
              </a:rPr>
              <a:t> are what we concern and measure and analyze!</a:t>
            </a:r>
          </a:p>
        </p:txBody>
      </p:sp>
    </p:spTree>
    <p:extLst>
      <p:ext uri="{BB962C8B-B14F-4D97-AF65-F5344CB8AC3E}">
        <p14:creationId xmlns:p14="http://schemas.microsoft.com/office/powerpoint/2010/main" val="14669039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C1C13-7D6C-ECEF-8BCE-B81DCF1B30D3}"/>
            </a:ext>
          </a:extLst>
        </p:cNvPr>
        <p:cNvGrpSpPr/>
        <p:nvPr/>
      </p:nvGrpSpPr>
      <p:grpSpPr>
        <a:xfrm>
          <a:off x="0" y="0"/>
          <a:ext cx="1" cy="1"/>
          <a:chOff x="0" y="0"/>
          <a:chExt cx="1" cy="1"/>
        </a:xfrm>
      </p:grpSpPr>
      <p:sp>
        <p:nvSpPr>
          <p:cNvPr id="2" name="Title 1">
            <a:extLst>
              <a:ext uri="{FF2B5EF4-FFF2-40B4-BE49-F238E27FC236}">
                <a16:creationId xmlns:a16="http://schemas.microsoft.com/office/drawing/2014/main" id="{539CB23F-68C8-8237-CB05-D08B991A6883}"/>
              </a:ext>
            </a:extLst>
          </p:cNvPr>
          <p:cNvSpPr>
            <a:spLocks noGrp="1"/>
          </p:cNvSpPr>
          <p:nvPr>
            <p:ph type="title"/>
          </p:nvPr>
        </p:nvSpPr>
        <p:spPr>
          <a:xfrm>
            <a:off x="838198" y="507772"/>
            <a:ext cx="9846367" cy="526936"/>
          </a:xfrm>
        </p:spPr>
        <p:txBody>
          <a:bodyPr anchor="t"/>
          <a:lstStyle/>
          <a:p>
            <a:r>
              <a:rPr lang="en-US" sz="3200" cap="none" dirty="0"/>
              <a:t>Sustainability Measurement- Robotics </a:t>
            </a:r>
            <a:r>
              <a:rPr lang="en-US" sz="3200" cap="none" dirty="0">
                <a:solidFill>
                  <a:srgbClr val="0070C0"/>
                </a:solidFill>
              </a:rPr>
              <a:t>Indicators</a:t>
            </a:r>
          </a:p>
        </p:txBody>
      </p:sp>
      <p:sp>
        <p:nvSpPr>
          <p:cNvPr id="11" name="TextBox 10">
            <a:extLst>
              <a:ext uri="{FF2B5EF4-FFF2-40B4-BE49-F238E27FC236}">
                <a16:creationId xmlns:a16="http://schemas.microsoft.com/office/drawing/2014/main" id="{2343A1ED-3E6F-8E78-D4B8-C80189FD3C9A}"/>
              </a:ext>
            </a:extLst>
          </p:cNvPr>
          <p:cNvSpPr txBox="1"/>
          <p:nvPr/>
        </p:nvSpPr>
        <p:spPr>
          <a:xfrm>
            <a:off x="838198" y="1350656"/>
            <a:ext cx="5562600" cy="461665"/>
          </a:xfrm>
          <a:prstGeom prst="rect">
            <a:avLst/>
          </a:prstGeom>
          <a:noFill/>
        </p:spPr>
        <p:txBody>
          <a:bodyPr wrap="square">
            <a:spAutoFit/>
          </a:bodyPr>
          <a:lstStyle/>
          <a:p>
            <a:pPr algn="l" fontAlgn="base"/>
            <a:r>
              <a:rPr lang="en-US" sz="2400" b="0" i="0" dirty="0">
                <a:solidFill>
                  <a:srgbClr val="000000"/>
                </a:solidFill>
                <a:effectLst/>
                <a:latin typeface="Arial" panose="020B0604020202020204" pitchFamily="34" charset="0"/>
                <a:cs typeface="Arial" panose="020B0604020202020204" pitchFamily="34" charset="0"/>
              </a:rPr>
              <a:t>Few commonly used </a:t>
            </a:r>
            <a:r>
              <a:rPr lang="en-US" sz="2400" b="1" i="0" dirty="0">
                <a:solidFill>
                  <a:srgbClr val="0070C0"/>
                </a:solidFill>
                <a:effectLst/>
                <a:latin typeface="Arial" panose="020B0604020202020204" pitchFamily="34" charset="0"/>
                <a:cs typeface="Arial" panose="020B0604020202020204" pitchFamily="34" charset="0"/>
              </a:rPr>
              <a:t>Indicators</a:t>
            </a:r>
            <a:r>
              <a:rPr lang="en-US" sz="2400" b="0" i="0" dirty="0">
                <a:solidFill>
                  <a:srgbClr val="000000"/>
                </a:solidFill>
                <a:effectLst/>
                <a:latin typeface="Arial" panose="020B0604020202020204" pitchFamily="34" charset="0"/>
                <a:cs typeface="Arial" panose="020B0604020202020204" pitchFamily="34" charset="0"/>
              </a:rPr>
              <a:t> are:</a:t>
            </a:r>
          </a:p>
        </p:txBody>
      </p:sp>
      <p:sp>
        <p:nvSpPr>
          <p:cNvPr id="4" name="TextBox 3">
            <a:extLst>
              <a:ext uri="{FF2B5EF4-FFF2-40B4-BE49-F238E27FC236}">
                <a16:creationId xmlns:a16="http://schemas.microsoft.com/office/drawing/2014/main" id="{62659702-A017-6C11-BAAD-E7AA395AC602}"/>
              </a:ext>
            </a:extLst>
          </p:cNvPr>
          <p:cNvSpPr txBox="1"/>
          <p:nvPr/>
        </p:nvSpPr>
        <p:spPr>
          <a:xfrm>
            <a:off x="838198" y="1944193"/>
            <a:ext cx="2688772" cy="461665"/>
          </a:xfrm>
          <a:prstGeom prst="rect">
            <a:avLst/>
          </a:prstGeom>
          <a:noFill/>
        </p:spPr>
        <p:txBody>
          <a:bodyPr wrap="square">
            <a:spAutoFit/>
          </a:bodyPr>
          <a:lstStyle/>
          <a:p>
            <a:pPr algn="l" fontAlgn="base"/>
            <a:r>
              <a:rPr lang="en-US" sz="2400" b="1" i="0" dirty="0">
                <a:solidFill>
                  <a:srgbClr val="00B050"/>
                </a:solidFill>
                <a:effectLst/>
                <a:latin typeface="Arial" panose="020B0604020202020204" pitchFamily="34" charset="0"/>
                <a:cs typeface="Arial" panose="020B0604020202020204" pitchFamily="34" charset="0"/>
              </a:rPr>
              <a:t>Environmental</a:t>
            </a:r>
          </a:p>
        </p:txBody>
      </p:sp>
      <p:sp>
        <p:nvSpPr>
          <p:cNvPr id="6" name="TextBox 5">
            <a:extLst>
              <a:ext uri="{FF2B5EF4-FFF2-40B4-BE49-F238E27FC236}">
                <a16:creationId xmlns:a16="http://schemas.microsoft.com/office/drawing/2014/main" id="{89F532C0-FF04-C338-E3D6-D0A5615E8ED0}"/>
              </a:ext>
            </a:extLst>
          </p:cNvPr>
          <p:cNvSpPr txBox="1"/>
          <p:nvPr/>
        </p:nvSpPr>
        <p:spPr>
          <a:xfrm>
            <a:off x="8697685" y="1944192"/>
            <a:ext cx="1676402" cy="461665"/>
          </a:xfrm>
          <a:prstGeom prst="rect">
            <a:avLst/>
          </a:prstGeom>
          <a:noFill/>
        </p:spPr>
        <p:txBody>
          <a:bodyPr wrap="square">
            <a:spAutoFit/>
          </a:bodyPr>
          <a:lstStyle/>
          <a:p>
            <a:pPr algn="l" fontAlgn="base"/>
            <a:r>
              <a:rPr lang="en-US" sz="2400" b="1" dirty="0">
                <a:solidFill>
                  <a:srgbClr val="00B050"/>
                </a:solidFill>
                <a:latin typeface="Arial" panose="020B0604020202020204" pitchFamily="34" charset="0"/>
                <a:cs typeface="Arial" panose="020B0604020202020204" pitchFamily="34" charset="0"/>
              </a:rPr>
              <a:t>Social</a:t>
            </a:r>
          </a:p>
        </p:txBody>
      </p:sp>
      <p:sp>
        <p:nvSpPr>
          <p:cNvPr id="7" name="TextBox 6">
            <a:extLst>
              <a:ext uri="{FF2B5EF4-FFF2-40B4-BE49-F238E27FC236}">
                <a16:creationId xmlns:a16="http://schemas.microsoft.com/office/drawing/2014/main" id="{5BE4913F-9638-1147-AEFB-CD6F46671D4B}"/>
              </a:ext>
            </a:extLst>
          </p:cNvPr>
          <p:cNvSpPr txBox="1"/>
          <p:nvPr/>
        </p:nvSpPr>
        <p:spPr>
          <a:xfrm>
            <a:off x="4974771" y="1944193"/>
            <a:ext cx="2449290" cy="461665"/>
          </a:xfrm>
          <a:prstGeom prst="rect">
            <a:avLst/>
          </a:prstGeom>
          <a:noFill/>
        </p:spPr>
        <p:txBody>
          <a:bodyPr wrap="square">
            <a:spAutoFit/>
          </a:bodyPr>
          <a:lstStyle/>
          <a:p>
            <a:pPr algn="l" fontAlgn="base"/>
            <a:r>
              <a:rPr lang="en-US" sz="2400" b="1" i="0" dirty="0">
                <a:solidFill>
                  <a:srgbClr val="00B050"/>
                </a:solidFill>
                <a:effectLst/>
                <a:latin typeface="Arial" panose="020B0604020202020204" pitchFamily="34" charset="0"/>
                <a:cs typeface="Arial" panose="020B0604020202020204" pitchFamily="34" charset="0"/>
              </a:rPr>
              <a:t>Economic</a:t>
            </a:r>
          </a:p>
        </p:txBody>
      </p:sp>
      <p:sp>
        <p:nvSpPr>
          <p:cNvPr id="12" name="TextBox 11">
            <a:extLst>
              <a:ext uri="{FF2B5EF4-FFF2-40B4-BE49-F238E27FC236}">
                <a16:creationId xmlns:a16="http://schemas.microsoft.com/office/drawing/2014/main" id="{9FBC33BB-78B6-A624-2ABD-17AFDE5E2DFC}"/>
              </a:ext>
            </a:extLst>
          </p:cNvPr>
          <p:cNvSpPr txBox="1"/>
          <p:nvPr/>
        </p:nvSpPr>
        <p:spPr>
          <a:xfrm>
            <a:off x="881738" y="2405858"/>
            <a:ext cx="3788231" cy="3139321"/>
          </a:xfrm>
          <a:prstGeom prst="rect">
            <a:avLst/>
          </a:prstGeom>
          <a:noFill/>
        </p:spPr>
        <p:txBody>
          <a:bodyPr wrap="square">
            <a:spAutoFit/>
          </a:bodyPr>
          <a:lstStyle/>
          <a:p>
            <a:pPr marL="285750" indent="-285750">
              <a:buFont typeface="Arial" panose="020B0604020202020204" pitchFamily="34" charset="0"/>
              <a:buChar char="•"/>
            </a:pPr>
            <a:r>
              <a:rPr lang="en-US" dirty="0">
                <a:cs typeface="Arial" panose="020B0604020202020204" pitchFamily="34" charset="0"/>
              </a:rPr>
              <a:t>kWh per approved part produced, 
energy per robot cycle, 
</a:t>
            </a:r>
            <a:r>
              <a:rPr lang="en-US" dirty="0" err="1">
                <a:cs typeface="Arial" panose="020B0604020202020204" pitchFamily="34" charset="0"/>
              </a:rPr>
              <a:t>CO₂e</a:t>
            </a:r>
            <a:r>
              <a:rPr lang="en-US" dirty="0">
                <a:cs typeface="Arial" panose="020B0604020202020204" pitchFamily="34" charset="0"/>
              </a:rPr>
              <a:t> per part produced, 
scrapping and rework; 
material exchange; 
compressed air and cooling water consumption, 
the life expectancy of the robot; 
reusable or recyclable components.</a:t>
            </a:r>
            <a:endParaRPr lang="en-US"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BBA27F3A-0751-38C2-70F3-CE4E93445E4D}"/>
              </a:ext>
            </a:extLst>
          </p:cNvPr>
          <p:cNvSpPr txBox="1"/>
          <p:nvPr/>
        </p:nvSpPr>
        <p:spPr>
          <a:xfrm>
            <a:off x="5072743" y="2405858"/>
            <a:ext cx="3309258" cy="2031325"/>
          </a:xfrm>
          <a:prstGeom prst="rect">
            <a:avLst/>
          </a:prstGeom>
          <a:noFill/>
        </p:spPr>
        <p:txBody>
          <a:bodyPr wrap="square">
            <a:spAutoFit/>
          </a:bodyPr>
          <a:lstStyle/>
          <a:p>
            <a:pPr marL="285750" indent="-285750">
              <a:buFont typeface="Arial" panose="020B0604020202020204" pitchFamily="34" charset="0"/>
              <a:buChar char="•"/>
            </a:pPr>
            <a:r>
              <a:rPr lang="en-US" dirty="0">
                <a:cs typeface="Arial" panose="020B0604020202020204" pitchFamily="34" charset="0"/>
              </a:rPr>
              <a:t>life cycle cost, cost per approved product, 
maintenance cost, 
downtime, 
repayment period, 
the value of extended product or equipment life.</a:t>
            </a:r>
            <a:endParaRPr lang="en-US"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D0BB899F-634A-4DA2-F50C-C9E602CBFE33}"/>
              </a:ext>
            </a:extLst>
          </p:cNvPr>
          <p:cNvSpPr txBox="1"/>
          <p:nvPr/>
        </p:nvSpPr>
        <p:spPr>
          <a:xfrm>
            <a:off x="8784775" y="2356596"/>
            <a:ext cx="3309258" cy="2585323"/>
          </a:xfrm>
          <a:prstGeom prst="rect">
            <a:avLst/>
          </a:prstGeom>
          <a:noFill/>
        </p:spPr>
        <p:txBody>
          <a:bodyPr wrap="square">
            <a:spAutoFit/>
          </a:bodyPr>
          <a:lstStyle/>
          <a:p>
            <a:pPr marL="342900" indent="-342900">
              <a:buFont typeface="Arial" panose="020B0604020202020204" pitchFamily="34" charset="0"/>
              <a:buChar char="•"/>
            </a:pPr>
            <a:r>
              <a:rPr lang="en-US" dirty="0">
                <a:cs typeface="Arial" panose="020B0604020202020204" pitchFamily="34" charset="0"/>
              </a:rPr>
              <a:t>reduced ergonomic strain, 
exposure to hazardous work tasks; 
accident and incident data; 
changing skills needs; 
the operator's ability to control and influence; 
the quality of human-robot cooperation.</a:t>
            </a:r>
            <a:endParaRPr lang="en-US"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EF2799FC-94EE-831D-4537-F7A1273A0EC8}"/>
              </a:ext>
            </a:extLst>
          </p:cNvPr>
          <p:cNvSpPr txBox="1"/>
          <p:nvPr/>
        </p:nvSpPr>
        <p:spPr>
          <a:xfrm>
            <a:off x="947054" y="6232042"/>
            <a:ext cx="7445829" cy="400110"/>
          </a:xfrm>
          <a:prstGeom prst="rect">
            <a:avLst/>
          </a:prstGeom>
          <a:noFill/>
        </p:spPr>
        <p:txBody>
          <a:bodyPr wrap="square">
            <a:spAutoFit/>
          </a:bodyPr>
          <a:lstStyle/>
          <a:p>
            <a:pPr algn="l" fontAlgn="base"/>
            <a:r>
              <a:rPr lang="en-US" sz="2000" b="1" i="0" dirty="0">
                <a:solidFill>
                  <a:srgbClr val="0070C0"/>
                </a:solidFill>
                <a:effectLst/>
                <a:latin typeface="Arial" panose="020B0604020202020204" pitchFamily="34" charset="0"/>
                <a:cs typeface="Arial" panose="020B0604020202020204" pitchFamily="34" charset="0"/>
              </a:rPr>
              <a:t>Indicators</a:t>
            </a:r>
            <a:r>
              <a:rPr lang="en-US" sz="2000" b="0" i="0" dirty="0">
                <a:solidFill>
                  <a:srgbClr val="000000"/>
                </a:solidFill>
                <a:effectLst/>
                <a:latin typeface="Arial" panose="020B0604020202020204" pitchFamily="34" charset="0"/>
                <a:cs typeface="Arial" panose="020B0604020202020204" pitchFamily="34" charset="0"/>
              </a:rPr>
              <a:t> are what we concern and measure and analyze!</a:t>
            </a:r>
          </a:p>
        </p:txBody>
      </p:sp>
    </p:spTree>
    <p:extLst>
      <p:ext uri="{BB962C8B-B14F-4D97-AF65-F5344CB8AC3E}">
        <p14:creationId xmlns:p14="http://schemas.microsoft.com/office/powerpoint/2010/main" val="40931991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itle 1">
            <a:extLst>
              <a:ext uri="{FF2B5EF4-FFF2-40B4-BE49-F238E27FC236}">
                <a16:creationId xmlns:a16="http://schemas.microsoft.com/office/drawing/2014/main" id="{A5A22ED4-475D-D7EC-B746-1B0ED84B6C66}"/>
              </a:ext>
            </a:extLst>
          </p:cNvPr>
          <p:cNvSpPr txBox="1">
            <a:spLocks/>
          </p:cNvSpPr>
          <p:nvPr/>
        </p:nvSpPr>
        <p:spPr>
          <a:xfrm>
            <a:off x="0" y="22470"/>
            <a:ext cx="11582400" cy="52693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i="0" kern="1200" cap="all" baseline="0">
                <a:solidFill>
                  <a:schemeClr val="tx1"/>
                </a:solidFill>
                <a:latin typeface="Arial" panose="020B0604020202020204" pitchFamily="34" charset="0"/>
                <a:ea typeface="+mj-ea"/>
                <a:cs typeface="+mj-cs"/>
              </a:defRPr>
            </a:lvl1pPr>
          </a:lstStyle>
          <a:p>
            <a:br>
              <a:rPr lang="en-US" sz="1400" dirty="0">
                <a:solidFill>
                  <a:srgbClr val="000000"/>
                </a:solidFill>
                <a:latin typeface="Noto Sans" panose="020B0502040504020204" pitchFamily="34" charset="0"/>
              </a:rPr>
            </a:br>
            <a:endParaRPr lang="en-US" sz="2800" cap="none" dirty="0"/>
          </a:p>
        </p:txBody>
      </p:sp>
      <p:grpSp>
        <p:nvGrpSpPr>
          <p:cNvPr id="13" name="Group 12">
            <a:extLst>
              <a:ext uri="{FF2B5EF4-FFF2-40B4-BE49-F238E27FC236}">
                <a16:creationId xmlns:a16="http://schemas.microsoft.com/office/drawing/2014/main" id="{4B5952F1-A1B5-6923-9B2F-E0C858B2A948}"/>
              </a:ext>
            </a:extLst>
          </p:cNvPr>
          <p:cNvGrpSpPr/>
          <p:nvPr/>
        </p:nvGrpSpPr>
        <p:grpSpPr>
          <a:xfrm>
            <a:off x="6150626" y="516677"/>
            <a:ext cx="5278120" cy="1123218"/>
            <a:chOff x="1005840" y="3674455"/>
            <a:chExt cx="5278120" cy="1123218"/>
          </a:xfrm>
        </p:grpSpPr>
        <p:sp>
          <p:nvSpPr>
            <p:cNvPr id="10" name="TextBox 9">
              <a:extLst>
                <a:ext uri="{FF2B5EF4-FFF2-40B4-BE49-F238E27FC236}">
                  <a16:creationId xmlns:a16="http://schemas.microsoft.com/office/drawing/2014/main" id="{4FA95EE0-5BCF-7239-063C-9CAAC31BF3EE}"/>
                </a:ext>
              </a:extLst>
            </p:cNvPr>
            <p:cNvSpPr txBox="1"/>
            <p:nvPr/>
          </p:nvSpPr>
          <p:spPr>
            <a:xfrm>
              <a:off x="1005840" y="3674455"/>
              <a:ext cx="4683760" cy="461665"/>
            </a:xfrm>
            <a:prstGeom prst="rect">
              <a:avLst/>
            </a:prstGeom>
            <a:noFill/>
          </p:spPr>
          <p:txBody>
            <a:bodyPr wrap="square">
              <a:spAutoFit/>
            </a:bodyPr>
            <a:lstStyle/>
            <a:p>
              <a:pPr algn="l" fontAlgn="base">
                <a:buFont typeface="Arial" panose="020B0604020202020204" pitchFamily="34" charset="0"/>
                <a:buChar char="•"/>
              </a:pPr>
              <a:endParaRPr lang="en-US" sz="2400" b="0" i="0" dirty="0">
                <a:solidFill>
                  <a:srgbClr val="000000"/>
                </a:solidFill>
                <a:effectLst/>
                <a:latin typeface="inherit"/>
              </a:endParaRPr>
            </a:p>
          </p:txBody>
        </p:sp>
        <p:sp>
          <p:nvSpPr>
            <p:cNvPr id="12" name="TextBox 11">
              <a:extLst>
                <a:ext uri="{FF2B5EF4-FFF2-40B4-BE49-F238E27FC236}">
                  <a16:creationId xmlns:a16="http://schemas.microsoft.com/office/drawing/2014/main" id="{23953433-32CD-4728-05CD-C7F4B9CBE3D4}"/>
                </a:ext>
              </a:extLst>
            </p:cNvPr>
            <p:cNvSpPr txBox="1"/>
            <p:nvPr/>
          </p:nvSpPr>
          <p:spPr>
            <a:xfrm>
              <a:off x="3347720" y="4428341"/>
              <a:ext cx="2936240" cy="369332"/>
            </a:xfrm>
            <a:prstGeom prst="rect">
              <a:avLst/>
            </a:prstGeom>
            <a:noFill/>
          </p:spPr>
          <p:txBody>
            <a:bodyPr wrap="square">
              <a:spAutoFit/>
            </a:bodyPr>
            <a:lstStyle/>
            <a:p>
              <a:endParaRPr lang="en-US" dirty="0"/>
            </a:p>
          </p:txBody>
        </p:sp>
      </p:grpSp>
      <p:sp>
        <p:nvSpPr>
          <p:cNvPr id="6" name="Title 5">
            <a:extLst>
              <a:ext uri="{FF2B5EF4-FFF2-40B4-BE49-F238E27FC236}">
                <a16:creationId xmlns:a16="http://schemas.microsoft.com/office/drawing/2014/main" id="{4E8584F6-DB93-BD50-54D9-8C1837CF8EC5}"/>
              </a:ext>
            </a:extLst>
          </p:cNvPr>
          <p:cNvSpPr>
            <a:spLocks noGrp="1"/>
          </p:cNvSpPr>
          <p:nvPr>
            <p:ph type="title"/>
          </p:nvPr>
        </p:nvSpPr>
        <p:spPr/>
        <p:txBody>
          <a:bodyPr/>
          <a:lstStyle/>
          <a:p>
            <a:r>
              <a:rPr lang="en-GB" dirty="0"/>
              <a:t>Auditing</a:t>
            </a:r>
          </a:p>
        </p:txBody>
      </p:sp>
      <p:sp>
        <p:nvSpPr>
          <p:cNvPr id="4" name="Text Placeholder 3">
            <a:extLst>
              <a:ext uri="{FF2B5EF4-FFF2-40B4-BE49-F238E27FC236}">
                <a16:creationId xmlns:a16="http://schemas.microsoft.com/office/drawing/2014/main" id="{0C0CB771-DA9C-1CFE-3330-9FF06FD4DDD8}"/>
              </a:ext>
            </a:extLst>
          </p:cNvPr>
          <p:cNvSpPr>
            <a:spLocks noGrp="1"/>
          </p:cNvSpPr>
          <p:nvPr>
            <p:ph type="body" sz="quarter" idx="13"/>
          </p:nvPr>
        </p:nvSpPr>
        <p:spPr/>
        <p:txBody>
          <a:bodyPr/>
          <a:lstStyle/>
          <a:p>
            <a:r>
              <a:rPr lang="en-US" sz="1800" dirty="0">
                <a:solidFill>
                  <a:schemeClr val="bg1"/>
                </a:solidFill>
                <a:cs typeface="Arial" panose="020B0604020202020204" pitchFamily="34" charset="0"/>
              </a:rPr>
              <a:t>Sustainability auditing and reporting are used to evaluate the sustainability performance of a company, organization, or other entity using various performance indicators. Popular auditing procedures available at the global level include:</a:t>
            </a:r>
          </a:p>
          <a:p>
            <a:pPr marL="342900" indent="-342900">
              <a:buFont typeface="Arial" panose="020B0604020202020204" pitchFamily="34" charset="0"/>
              <a:buChar char="•"/>
            </a:pPr>
            <a:r>
              <a:rPr lang="en-US" sz="1800" dirty="0">
                <a:solidFill>
                  <a:schemeClr val="bg1"/>
                </a:solidFill>
              </a:rPr>
              <a:t>ISO 14000</a:t>
            </a:r>
          </a:p>
          <a:p>
            <a:pPr marL="342900" indent="-342900">
              <a:buFont typeface="Arial" panose="020B0604020202020204" pitchFamily="34" charset="0"/>
              <a:buChar char="•"/>
            </a:pPr>
            <a:r>
              <a:rPr lang="en-US" sz="1800" dirty="0">
                <a:solidFill>
                  <a:schemeClr val="bg1"/>
                </a:solidFill>
              </a:rPr>
              <a:t>ISO 14031</a:t>
            </a:r>
          </a:p>
          <a:p>
            <a:pPr marL="342900" indent="-342900">
              <a:buFont typeface="Arial" panose="020B0604020202020204" pitchFamily="34" charset="0"/>
              <a:buChar char="•"/>
            </a:pPr>
            <a:r>
              <a:rPr lang="en-US" sz="1800" dirty="0">
                <a:solidFill>
                  <a:schemeClr val="bg1"/>
                </a:solidFill>
              </a:rPr>
              <a:t>The Natural Step</a:t>
            </a:r>
          </a:p>
          <a:p>
            <a:pPr marL="342900" indent="-342900">
              <a:buFont typeface="Arial" panose="020B0604020202020204" pitchFamily="34" charset="0"/>
              <a:buChar char="•"/>
            </a:pPr>
            <a:r>
              <a:rPr lang="en-US" sz="1800" dirty="0">
                <a:solidFill>
                  <a:schemeClr val="bg1"/>
                </a:solidFill>
              </a:rPr>
              <a:t>Triple Bottom Line Accounting</a:t>
            </a:r>
          </a:p>
        </p:txBody>
      </p:sp>
      <p:pic>
        <p:nvPicPr>
          <p:cNvPr id="11" name="Picture 5">
            <a:extLst>
              <a:ext uri="{FF2B5EF4-FFF2-40B4-BE49-F238E27FC236}">
                <a16:creationId xmlns:a16="http://schemas.microsoft.com/office/drawing/2014/main" id="{073CCB1B-58A4-6756-4364-333AEBBAA16E}"/>
              </a:ext>
            </a:extLst>
          </p:cNvPr>
          <p:cNvPicPr>
            <a:picLocks noGrp="1" noChangeAspect="1" noChangeArrowheads="1"/>
          </p:cNvPicPr>
          <p:nvPr>
            <p:ph type="pic" sz="quarter" idx="14"/>
          </p:nvPr>
        </p:nvPicPr>
        <p:blipFill rotWithShape="1">
          <a:blip r:embed="rId3">
            <a:extLst>
              <a:ext uri="{28A0092B-C50C-407E-A947-70E740481C1C}">
                <a14:useLocalDpi xmlns:a14="http://schemas.microsoft.com/office/drawing/2010/main" val="0"/>
              </a:ext>
            </a:extLst>
          </a:blip>
          <a:srcRect l="237" r="-321" b="4005"/>
          <a:stretch>
            <a:fillRect/>
          </a:stretch>
        </p:blipFill>
        <p:spPr bwMode="auto">
          <a:xfrm>
            <a:off x="6141629" y="1861739"/>
            <a:ext cx="5935025" cy="402272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7" descr="ISO 14000 Family - index.impakter">
            <a:extLst>
              <a:ext uri="{FF2B5EF4-FFF2-40B4-BE49-F238E27FC236}">
                <a16:creationId xmlns:a16="http://schemas.microsoft.com/office/drawing/2014/main" id="{AB3A9AF3-5F9E-2C0A-B38E-9F39A79164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2809" y="242677"/>
            <a:ext cx="1397218" cy="139721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15BD99BB-2D3C-4B62-FDB1-C2EE7C92D30F}"/>
              </a:ext>
            </a:extLst>
          </p:cNvPr>
          <p:cNvSpPr txBox="1"/>
          <p:nvPr/>
        </p:nvSpPr>
        <p:spPr>
          <a:xfrm>
            <a:off x="2088472" y="6296946"/>
            <a:ext cx="2891901" cy="338554"/>
          </a:xfrm>
          <a:prstGeom prst="rect">
            <a:avLst/>
          </a:prstGeom>
          <a:noFill/>
        </p:spPr>
        <p:txBody>
          <a:bodyPr wrap="square">
            <a:spAutoFit/>
          </a:bodyPr>
          <a:lstStyle/>
          <a:p>
            <a:r>
              <a:rPr lang="en-US" sz="1600" dirty="0">
                <a:solidFill>
                  <a:schemeClr val="bg1"/>
                </a:solidFill>
                <a:hlinkClick r:id="rId5">
                  <a:extLst>
                    <a:ext uri="{A12FA001-AC4F-418D-AE19-62706E023703}">
                      <ahyp:hlinkClr xmlns:ahyp="http://schemas.microsoft.com/office/drawing/2018/hyperlinkcolor" val="tx"/>
                    </a:ext>
                  </a:extLst>
                </a:hlinkClick>
              </a:rPr>
              <a:t>https://thenaturalstep.org/</a:t>
            </a:r>
            <a:r>
              <a:rPr lang="en-US" sz="1600" dirty="0">
                <a:solidFill>
                  <a:schemeClr val="bg1"/>
                </a:solidFill>
              </a:rPr>
              <a:t> </a:t>
            </a:r>
          </a:p>
        </p:txBody>
      </p:sp>
    </p:spTree>
    <p:extLst>
      <p:ext uri="{BB962C8B-B14F-4D97-AF65-F5344CB8AC3E}">
        <p14:creationId xmlns:p14="http://schemas.microsoft.com/office/powerpoint/2010/main" val="3356719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itle 1">
            <a:extLst>
              <a:ext uri="{FF2B5EF4-FFF2-40B4-BE49-F238E27FC236}">
                <a16:creationId xmlns:a16="http://schemas.microsoft.com/office/drawing/2014/main" id="{A5A22ED4-475D-D7EC-B746-1B0ED84B6C66}"/>
              </a:ext>
            </a:extLst>
          </p:cNvPr>
          <p:cNvSpPr txBox="1">
            <a:spLocks/>
          </p:cNvSpPr>
          <p:nvPr/>
        </p:nvSpPr>
        <p:spPr>
          <a:xfrm>
            <a:off x="0" y="22470"/>
            <a:ext cx="11582400" cy="52693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i="0" kern="1200" cap="all" baseline="0">
                <a:solidFill>
                  <a:schemeClr val="tx1"/>
                </a:solidFill>
                <a:latin typeface="Arial" panose="020B0604020202020204" pitchFamily="34" charset="0"/>
                <a:ea typeface="+mj-ea"/>
                <a:cs typeface="+mj-cs"/>
              </a:defRPr>
            </a:lvl1pPr>
          </a:lstStyle>
          <a:p>
            <a:endParaRPr lang="en-US" sz="2800" cap="none" dirty="0"/>
          </a:p>
        </p:txBody>
      </p:sp>
      <p:pic>
        <p:nvPicPr>
          <p:cNvPr id="2" name="Picture 2" descr="upload.wikimedia.org/wikipedia/commons/0/02/Fai...">
            <a:extLst>
              <a:ext uri="{FF2B5EF4-FFF2-40B4-BE49-F238E27FC236}">
                <a16:creationId xmlns:a16="http://schemas.microsoft.com/office/drawing/2014/main" id="{A1FF4999-19E0-E168-E36E-2F9C76FCF5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0969" y="4638144"/>
            <a:ext cx="1013990" cy="11891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picture containing text, clipart&#10;&#10;Description automatically generated">
            <a:extLst>
              <a:ext uri="{FF2B5EF4-FFF2-40B4-BE49-F238E27FC236}">
                <a16:creationId xmlns:a16="http://schemas.microsoft.com/office/drawing/2014/main" id="{45FBA730-C6D3-3A8B-2DE5-35CBDE6E87D9}"/>
              </a:ext>
            </a:extLst>
          </p:cNvPr>
          <p:cNvPicPr>
            <a:picLocks noChangeAspect="1"/>
          </p:cNvPicPr>
          <p:nvPr/>
        </p:nvPicPr>
        <p:blipFill>
          <a:blip r:embed="rId4"/>
          <a:stretch>
            <a:fillRect/>
          </a:stretch>
        </p:blipFill>
        <p:spPr>
          <a:xfrm>
            <a:off x="10938067" y="3693939"/>
            <a:ext cx="1066892" cy="731583"/>
          </a:xfrm>
          <a:prstGeom prst="rect">
            <a:avLst/>
          </a:prstGeom>
        </p:spPr>
      </p:pic>
      <p:sp>
        <p:nvSpPr>
          <p:cNvPr id="10" name="Title 9">
            <a:extLst>
              <a:ext uri="{FF2B5EF4-FFF2-40B4-BE49-F238E27FC236}">
                <a16:creationId xmlns:a16="http://schemas.microsoft.com/office/drawing/2014/main" id="{ABD5DFE4-97AB-E129-1B4F-4ED1FE08C61E}"/>
              </a:ext>
            </a:extLst>
          </p:cNvPr>
          <p:cNvSpPr>
            <a:spLocks noGrp="1"/>
          </p:cNvSpPr>
          <p:nvPr>
            <p:ph type="title"/>
          </p:nvPr>
        </p:nvSpPr>
        <p:spPr/>
        <p:txBody>
          <a:bodyPr/>
          <a:lstStyle/>
          <a:p>
            <a:r>
              <a:rPr lang="en-GB" dirty="0"/>
              <a:t>Reporting</a:t>
            </a:r>
          </a:p>
        </p:txBody>
      </p:sp>
      <p:sp>
        <p:nvSpPr>
          <p:cNvPr id="11" name="Text Placeholder 10">
            <a:extLst>
              <a:ext uri="{FF2B5EF4-FFF2-40B4-BE49-F238E27FC236}">
                <a16:creationId xmlns:a16="http://schemas.microsoft.com/office/drawing/2014/main" id="{359FBA1F-7390-FB19-CC25-6C763C96E3D2}"/>
              </a:ext>
            </a:extLst>
          </p:cNvPr>
          <p:cNvSpPr>
            <a:spLocks noGrp="1"/>
          </p:cNvSpPr>
          <p:nvPr>
            <p:ph type="body" idx="1"/>
          </p:nvPr>
        </p:nvSpPr>
        <p:spPr/>
        <p:txBody>
          <a:bodyPr/>
          <a:lstStyle/>
          <a:p>
            <a:r>
              <a:rPr lang="en-US" dirty="0">
                <a:solidFill>
                  <a:srgbClr val="202122"/>
                </a:solidFill>
              </a:rPr>
              <a:t>Some of the widely used sustainability measures include corporate </a:t>
            </a:r>
            <a:r>
              <a:rPr lang="en-US" dirty="0">
                <a:solidFill>
                  <a:srgbClr val="0645AD"/>
                </a:solidFill>
                <a:hlinkClick r:id="rId5" tooltip="Sustainability reporting"/>
              </a:rPr>
              <a:t>sustainability reporting</a:t>
            </a:r>
            <a:r>
              <a:rPr lang="en-US" dirty="0">
                <a:solidFill>
                  <a:srgbClr val="202122"/>
                </a:solidFill>
              </a:rPr>
              <a:t>, </a:t>
            </a:r>
            <a:r>
              <a:rPr lang="en-US" dirty="0">
                <a:solidFill>
                  <a:srgbClr val="0645AD"/>
                </a:solidFill>
                <a:hlinkClick r:id="rId6" tooltip="Triple bottom line"/>
              </a:rPr>
              <a:t>Triple Bottom Line accounting</a:t>
            </a:r>
            <a:r>
              <a:rPr lang="en-US" dirty="0">
                <a:solidFill>
                  <a:srgbClr val="202122"/>
                </a:solidFill>
              </a:rPr>
              <a:t>, World Sustainability Society, and estimates of the quality of sustainability governance for individual countries using the </a:t>
            </a:r>
            <a:r>
              <a:rPr lang="en-US" dirty="0">
                <a:solidFill>
                  <a:srgbClr val="0645AD"/>
                </a:solidFill>
                <a:hlinkClick r:id="rId7" tooltip="Environmental Sustainability Index"/>
              </a:rPr>
              <a:t>Environmental Sustainability Index</a:t>
            </a:r>
            <a:r>
              <a:rPr lang="en-US" dirty="0">
                <a:solidFill>
                  <a:srgbClr val="202122"/>
                </a:solidFill>
              </a:rPr>
              <a:t> and </a:t>
            </a:r>
            <a:r>
              <a:rPr lang="en-US" dirty="0">
                <a:solidFill>
                  <a:srgbClr val="0645AD"/>
                </a:solidFill>
                <a:hlinkClick r:id="rId8" tooltip="Environmental Performance Index"/>
              </a:rPr>
              <a:t>Environmental Performance Index</a:t>
            </a:r>
            <a:r>
              <a:rPr lang="en-US" dirty="0">
                <a:solidFill>
                  <a:srgbClr val="202122"/>
                </a:solidFill>
              </a:rPr>
              <a:t>. The UN </a:t>
            </a:r>
            <a:r>
              <a:rPr lang="en-US" dirty="0">
                <a:solidFill>
                  <a:srgbClr val="0645AD"/>
                </a:solidFill>
                <a:hlinkClick r:id="rId9" tooltip="Human Development Index"/>
              </a:rPr>
              <a:t>Human Development Index</a:t>
            </a:r>
            <a:r>
              <a:rPr lang="en-US" dirty="0">
                <a:solidFill>
                  <a:srgbClr val="202122"/>
                </a:solidFill>
              </a:rPr>
              <a:t> and the </a:t>
            </a:r>
            <a:r>
              <a:rPr lang="en-US" dirty="0">
                <a:solidFill>
                  <a:srgbClr val="0645AD"/>
                </a:solidFill>
                <a:hlinkClick r:id="rId10" tooltip="Ecological footprint"/>
              </a:rPr>
              <a:t>ecological footprints</a:t>
            </a:r>
            <a:r>
              <a:rPr lang="en-US" dirty="0">
                <a:solidFill>
                  <a:srgbClr val="202122"/>
                </a:solidFill>
              </a:rPr>
              <a:t> are methods to monitor </a:t>
            </a:r>
            <a:r>
              <a:rPr lang="en-US" dirty="0">
                <a:solidFill>
                  <a:srgbClr val="0645AD"/>
                </a:solidFill>
                <a:hlinkClick r:id="rId11" tooltip="Sustainable development"/>
              </a:rPr>
              <a:t>sustainable development</a:t>
            </a:r>
            <a:r>
              <a:rPr lang="en-US" dirty="0">
                <a:solidFill>
                  <a:srgbClr val="202122"/>
                </a:solidFill>
              </a:rPr>
              <a:t> over time.</a:t>
            </a:r>
            <a:endParaRPr lang="en-US" dirty="0"/>
          </a:p>
          <a:p>
            <a:pPr marL="342900" indent="-342900">
              <a:buFont typeface="Arial" panose="020B0604020202020204" pitchFamily="34" charset="0"/>
              <a:buChar char="•"/>
            </a:pPr>
            <a:r>
              <a:rPr lang="en-US" dirty="0">
                <a:solidFill>
                  <a:srgbClr val="000000"/>
                </a:solidFill>
                <a:cs typeface="Arial" panose="020B0604020202020204" pitchFamily="34" charset="0"/>
                <a:hlinkClick r:id="rId12" tooltip="Global Reporting Initiative"/>
              </a:rPr>
              <a:t>Global Reporting Initiative</a:t>
            </a:r>
            <a:r>
              <a:rPr lang="en-US" dirty="0">
                <a:solidFill>
                  <a:srgbClr val="000000"/>
                </a:solidFill>
                <a:cs typeface="Arial" panose="020B0604020202020204" pitchFamily="34" charset="0"/>
              </a:rPr>
              <a:t> also known as </a:t>
            </a:r>
            <a:r>
              <a:rPr lang="en-US" b="1" dirty="0">
                <a:solidFill>
                  <a:srgbClr val="000000"/>
                </a:solidFill>
                <a:cs typeface="Arial" panose="020B0604020202020204" pitchFamily="34" charset="0"/>
              </a:rPr>
              <a:t>GRI</a:t>
            </a:r>
            <a:r>
              <a:rPr lang="en-US" dirty="0">
                <a:solidFill>
                  <a:srgbClr val="000000"/>
                </a:solidFill>
                <a:cs typeface="Arial" panose="020B0604020202020204" pitchFamily="34" charset="0"/>
              </a:rPr>
              <a:t> are mainly known for modelling and monitoring procedures. Many of these are currently in their developing phase.</a:t>
            </a:r>
          </a:p>
          <a:p>
            <a:pPr marL="342900" indent="-342900">
              <a:buFont typeface="Arial" panose="020B0604020202020204" pitchFamily="34" charset="0"/>
              <a:buChar char="•"/>
            </a:pPr>
            <a:r>
              <a:rPr lang="en-US" dirty="0">
                <a:solidFill>
                  <a:srgbClr val="000000"/>
                </a:solidFill>
                <a:cs typeface="Arial" panose="020B0604020202020204" pitchFamily="34" charset="0"/>
                <a:hlinkClick r:id="rId13" tooltip="State of the Environment"/>
              </a:rPr>
              <a:t>State of the Environment</a:t>
            </a:r>
            <a:r>
              <a:rPr lang="en-US" dirty="0">
                <a:solidFill>
                  <a:srgbClr val="000000"/>
                </a:solidFill>
                <a:cs typeface="Arial" panose="020B0604020202020204" pitchFamily="34" charset="0"/>
              </a:rPr>
              <a:t> reporting provides general background information on the environment and is progressively including more indicators.</a:t>
            </a:r>
          </a:p>
          <a:p>
            <a:pPr marL="342900" indent="-342900">
              <a:buFont typeface="Arial" panose="020B0604020202020204" pitchFamily="34" charset="0"/>
              <a:buChar char="•"/>
            </a:pPr>
            <a:r>
              <a:rPr lang="en-US" dirty="0">
                <a:solidFill>
                  <a:srgbClr val="202122"/>
                </a:solidFill>
              </a:rPr>
              <a:t>Sustainability standards and certification systems like </a:t>
            </a:r>
            <a:r>
              <a:rPr lang="en-US" dirty="0">
                <a:solidFill>
                  <a:srgbClr val="202122"/>
                </a:solidFill>
                <a:hlinkClick r:id="rId14"/>
              </a:rPr>
              <a:t>Fairtrade</a:t>
            </a:r>
            <a:r>
              <a:rPr lang="en-US" dirty="0">
                <a:solidFill>
                  <a:srgbClr val="202122"/>
                </a:solidFill>
              </a:rPr>
              <a:t> and Organic certifications (e.g. </a:t>
            </a:r>
            <a:r>
              <a:rPr lang="en-US" dirty="0">
                <a:solidFill>
                  <a:srgbClr val="202122"/>
                </a:solidFill>
                <a:hlinkClick r:id="rId15"/>
              </a:rPr>
              <a:t>KRAV</a:t>
            </a:r>
            <a:r>
              <a:rPr lang="en-US" dirty="0">
                <a:solidFill>
                  <a:srgbClr val="202122"/>
                </a:solidFill>
              </a:rPr>
              <a:t>) </a:t>
            </a:r>
          </a:p>
        </p:txBody>
      </p:sp>
    </p:spTree>
    <p:extLst>
      <p:ext uri="{BB962C8B-B14F-4D97-AF65-F5344CB8AC3E}">
        <p14:creationId xmlns:p14="http://schemas.microsoft.com/office/powerpoint/2010/main" val="21557468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84568B0C-2B82-7AC6-E421-0F0F0E6191F6}"/>
              </a:ext>
            </a:extLst>
          </p:cNvPr>
          <p:cNvSpPr>
            <a:spLocks noGrp="1"/>
          </p:cNvSpPr>
          <p:nvPr>
            <p:ph type="title"/>
          </p:nvPr>
        </p:nvSpPr>
        <p:spPr>
          <a:xfrm>
            <a:off x="763254" y="561054"/>
            <a:ext cx="4623337" cy="1559571"/>
          </a:xfrm>
        </p:spPr>
        <p:txBody>
          <a:bodyPr wrap="square" anchor="b">
            <a:normAutofit/>
          </a:bodyPr>
          <a:lstStyle/>
          <a:p>
            <a:r>
              <a:rPr lang="en-US" cap="none"/>
              <a:t>Triple Bottom Line Accounting</a:t>
            </a:r>
          </a:p>
        </p:txBody>
      </p:sp>
      <p:sp>
        <p:nvSpPr>
          <p:cNvPr id="3" name="Text Placeholder 2">
            <a:extLst>
              <a:ext uri="{FF2B5EF4-FFF2-40B4-BE49-F238E27FC236}">
                <a16:creationId xmlns:a16="http://schemas.microsoft.com/office/drawing/2014/main" id="{EAD9F872-9A51-D9CC-7B46-E7FA0D0281DA}"/>
              </a:ext>
            </a:extLst>
          </p:cNvPr>
          <p:cNvSpPr>
            <a:spLocks noGrp="1"/>
          </p:cNvSpPr>
          <p:nvPr>
            <p:ph type="body" sz="quarter" idx="13"/>
          </p:nvPr>
        </p:nvSpPr>
        <p:spPr>
          <a:xfrm>
            <a:off x="763254" y="2212161"/>
            <a:ext cx="4623337" cy="3672301"/>
          </a:xfrm>
        </p:spPr>
        <p:txBody>
          <a:bodyPr wrap="square" anchor="t">
            <a:normAutofit/>
          </a:bodyPr>
          <a:lstStyle/>
          <a:p>
            <a:r>
              <a:rPr lang="en-US" sz="1600">
                <a:hlinkClick r:id="rId3">
                  <a:extLst>
                    <a:ext uri="{A12FA001-AC4F-418D-AE19-62706E023703}">
                      <ahyp:hlinkClr xmlns:ahyp="http://schemas.microsoft.com/office/drawing/2018/hyperlinkcolor" val="tx"/>
                    </a:ext>
                  </a:extLst>
                </a:hlinkClick>
              </a:rPr>
              <a:t>The Triple Bottom Line Accounting </a:t>
            </a:r>
            <a:r>
              <a:rPr lang="en-US" sz="1600"/>
              <a:t>(TBL) is an accounting framework that incorporates three dimensions of performance: social, environmental and financial. </a:t>
            </a:r>
          </a:p>
          <a:p>
            <a:r>
              <a:rPr lang="en-US" sz="1600"/>
              <a:t>This differs from traditional reporting frameworks as it includes ecological (or environmental) and social measures that can be difficult to assign appropriate means of measurement.</a:t>
            </a:r>
          </a:p>
          <a:p>
            <a:r>
              <a:rPr lang="en-US" sz="1600"/>
              <a:t>The TBL dimensions are also commonly called the 3 Ps: people, planet and profits. </a:t>
            </a:r>
          </a:p>
          <a:p>
            <a:endParaRPr lang="en-GB" sz="1600"/>
          </a:p>
        </p:txBody>
      </p:sp>
      <p:pic>
        <p:nvPicPr>
          <p:cNvPr id="6" name="Picture Placeholder 5" descr="Waterfall between large hills">
            <a:extLst>
              <a:ext uri="{FF2B5EF4-FFF2-40B4-BE49-F238E27FC236}">
                <a16:creationId xmlns:a16="http://schemas.microsoft.com/office/drawing/2014/main" id="{716565E5-5FFE-EE5F-6C22-3933E862B306}"/>
              </a:ext>
            </a:extLst>
          </p:cNvPr>
          <p:cNvPicPr>
            <a:picLocks noGrp="1" noChangeAspect="1"/>
          </p:cNvPicPr>
          <p:nvPr>
            <p:ph type="pic" sz="quarter" idx="14"/>
          </p:nvPr>
        </p:nvPicPr>
        <p:blipFill>
          <a:blip r:embed="rId4"/>
          <a:srcRect l="25000" r="25000"/>
          <a:stretch>
            <a:fillRect/>
          </a:stretch>
        </p:blipFill>
        <p:spPr>
          <a:xfrm>
            <a:off x="6096000" y="10"/>
            <a:ext cx="6096001" cy="6857990"/>
          </a:xfrm>
          <a:noFill/>
        </p:spPr>
      </p:pic>
    </p:spTree>
    <p:extLst>
      <p:ext uri="{BB962C8B-B14F-4D97-AF65-F5344CB8AC3E}">
        <p14:creationId xmlns:p14="http://schemas.microsoft.com/office/powerpoint/2010/main" val="12189788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84568B0C-2B82-7AC6-E421-0F0F0E6191F6}"/>
              </a:ext>
            </a:extLst>
          </p:cNvPr>
          <p:cNvSpPr>
            <a:spLocks noGrp="1"/>
          </p:cNvSpPr>
          <p:nvPr>
            <p:ph type="title"/>
          </p:nvPr>
        </p:nvSpPr>
        <p:spPr/>
        <p:txBody>
          <a:bodyPr anchor="t"/>
          <a:lstStyle/>
          <a:p>
            <a:r>
              <a:rPr lang="en-US" sz="2800" cap="none" dirty="0"/>
              <a:t>Sum Up – Standards, Types, categorization</a:t>
            </a:r>
          </a:p>
        </p:txBody>
      </p:sp>
      <p:sp>
        <p:nvSpPr>
          <p:cNvPr id="3" name="Text Placeholder 2">
            <a:extLst>
              <a:ext uri="{FF2B5EF4-FFF2-40B4-BE49-F238E27FC236}">
                <a16:creationId xmlns:a16="http://schemas.microsoft.com/office/drawing/2014/main" id="{D7E04D61-6728-7825-8E2A-797BDDFAEB6B}"/>
              </a:ext>
            </a:extLst>
          </p:cNvPr>
          <p:cNvSpPr>
            <a:spLocks noGrp="1"/>
          </p:cNvSpPr>
          <p:nvPr>
            <p:ph type="body" idx="1"/>
          </p:nvPr>
        </p:nvSpPr>
        <p:spPr/>
        <p:txBody>
          <a:bodyPr/>
          <a:lstStyle/>
          <a:p>
            <a:r>
              <a:rPr lang="en-US" sz="1800" dirty="0"/>
              <a:t>What are the Standards for sustainability measurement actually then?</a:t>
            </a:r>
          </a:p>
          <a:p>
            <a:r>
              <a:rPr lang="en-US" sz="1800" dirty="0"/>
              <a:t>Over time, there have been dozens of published indication sets by different bodies which include universities, standards organizations, government institutions, and more. Some examples of the most prominent and widely used standards include:</a:t>
            </a:r>
          </a:p>
          <a:p>
            <a:pPr marL="342900" indent="-342900">
              <a:buFont typeface="Arial" panose="020B0604020202020204" pitchFamily="34" charset="0"/>
              <a:buChar char="•"/>
            </a:pPr>
            <a:r>
              <a:rPr lang="en-US" sz="1800" dirty="0"/>
              <a:t>Global Report Initiative (GRI): this is a voluntary sustainability reporting project for organizations that consists of 70 indicators.</a:t>
            </a:r>
          </a:p>
          <a:p>
            <a:pPr marL="342900" indent="-342900">
              <a:buFont typeface="Arial" panose="020B0604020202020204" pitchFamily="34" charset="0"/>
              <a:buChar char="•"/>
            </a:pPr>
            <a:r>
              <a:rPr lang="en-US" sz="1800" dirty="0"/>
              <a:t>United Nations - Indicators of Sustainable Development (UN-CSD): assesses the level of sustainable development of a country or region and contains 96 indicators.</a:t>
            </a:r>
          </a:p>
          <a:p>
            <a:pPr marL="342900" indent="-342900">
              <a:buFont typeface="Arial" panose="020B0604020202020204" pitchFamily="34" charset="0"/>
              <a:buChar char="•"/>
            </a:pPr>
            <a:r>
              <a:rPr lang="en-US" sz="1800" dirty="0"/>
              <a:t>International Organization for Standardization (ISO) Environment Performance Evaluation (EPE) standard (ISO 14031): this standard was designed to help organizations develop their own indicators for environmental performance measurement.</a:t>
            </a:r>
          </a:p>
          <a:p>
            <a:endParaRPr lang="en-GB" sz="1800" dirty="0"/>
          </a:p>
        </p:txBody>
      </p:sp>
      <p:sp>
        <p:nvSpPr>
          <p:cNvPr id="4" name="TextBox 3">
            <a:extLst>
              <a:ext uri="{FF2B5EF4-FFF2-40B4-BE49-F238E27FC236}">
                <a16:creationId xmlns:a16="http://schemas.microsoft.com/office/drawing/2014/main" id="{1D0145E8-2BE6-C9FD-9ED0-050E263EF5DC}"/>
              </a:ext>
            </a:extLst>
          </p:cNvPr>
          <p:cNvSpPr txBox="1"/>
          <p:nvPr/>
        </p:nvSpPr>
        <p:spPr>
          <a:xfrm>
            <a:off x="1076960" y="880834"/>
            <a:ext cx="10403840" cy="400110"/>
          </a:xfrm>
          <a:prstGeom prst="rect">
            <a:avLst/>
          </a:prstGeom>
          <a:noFill/>
        </p:spPr>
        <p:txBody>
          <a:bodyPr wrap="square">
            <a:spAutoFit/>
          </a:bodyPr>
          <a:lstStyle/>
          <a:p>
            <a:pPr algn="l"/>
            <a:r>
              <a:rPr lang="en-US" sz="2000" b="0" i="0" dirty="0">
                <a:solidFill>
                  <a:srgbClr val="3A4056"/>
                </a:solidFill>
                <a:effectLst/>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5568180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84568B0C-2B82-7AC6-E421-0F0F0E6191F6}"/>
              </a:ext>
            </a:extLst>
          </p:cNvPr>
          <p:cNvSpPr>
            <a:spLocks noGrp="1"/>
          </p:cNvSpPr>
          <p:nvPr>
            <p:ph type="title"/>
          </p:nvPr>
        </p:nvSpPr>
        <p:spPr/>
        <p:txBody>
          <a:bodyPr anchor="t"/>
          <a:lstStyle/>
          <a:p>
            <a:r>
              <a:rPr lang="en-US" sz="2800" cap="none" dirty="0"/>
              <a:t>Challenges in Sustainability Implementation</a:t>
            </a:r>
          </a:p>
        </p:txBody>
      </p:sp>
      <p:sp>
        <p:nvSpPr>
          <p:cNvPr id="3" name="Text Placeholder 2">
            <a:extLst>
              <a:ext uri="{FF2B5EF4-FFF2-40B4-BE49-F238E27FC236}">
                <a16:creationId xmlns:a16="http://schemas.microsoft.com/office/drawing/2014/main" id="{A7CBDA54-3C84-29F2-D7D6-095DE49A79E8}"/>
              </a:ext>
            </a:extLst>
          </p:cNvPr>
          <p:cNvSpPr>
            <a:spLocks noGrp="1"/>
          </p:cNvSpPr>
          <p:nvPr>
            <p:ph type="body" idx="1"/>
          </p:nvPr>
        </p:nvSpPr>
        <p:spPr/>
        <p:txBody>
          <a:bodyPr/>
          <a:lstStyle/>
          <a:p>
            <a:r>
              <a:rPr lang="en-US" sz="1800" b="1" dirty="0">
                <a:solidFill>
                  <a:srgbClr val="3A4056"/>
                </a:solidFill>
                <a:cs typeface="Arial" panose="020B0604020202020204" pitchFamily="34" charset="0"/>
              </a:rPr>
              <a:t>Lack of knowledge</a:t>
            </a:r>
          </a:p>
          <a:p>
            <a:r>
              <a:rPr lang="en-US" sz="1800" dirty="0">
                <a:solidFill>
                  <a:srgbClr val="3A4056"/>
                </a:solidFill>
                <a:cs typeface="Arial" panose="020B0604020202020204" pitchFamily="34" charset="0"/>
              </a:rPr>
              <a:t>Despite the growing public interest in sustainability, misconceptions and knowledge gaps still exist.</a:t>
            </a:r>
          </a:p>
          <a:p>
            <a:r>
              <a:rPr lang="en-US" sz="1800" dirty="0">
                <a:solidFill>
                  <a:srgbClr val="3A4056"/>
                </a:solidFill>
                <a:cs typeface="Arial" panose="020B0604020202020204" pitchFamily="34" charset="0"/>
              </a:rPr>
              <a:t>This has led to a recent increase in related educational resources. </a:t>
            </a:r>
          </a:p>
          <a:p>
            <a:pPr marL="342900" indent="-342900">
              <a:buFont typeface="Arial" panose="020B0604020202020204" pitchFamily="34" charset="0"/>
              <a:buChar char="•"/>
            </a:pPr>
            <a:r>
              <a:rPr lang="en-US" sz="1800" dirty="0">
                <a:solidFill>
                  <a:srgbClr val="3A4056"/>
                </a:solidFill>
                <a:cs typeface="Arial" panose="020B0604020202020204" pitchFamily="34" charset="0"/>
              </a:rPr>
              <a:t>Search for “sustainability,” and you’ll find tons of offerings on Coursera and results on LinkedIn Learning. Many of these resources specifically target teaching employees about the SDGs.</a:t>
            </a:r>
          </a:p>
          <a:p>
            <a:r>
              <a:rPr lang="en-US" sz="1800" dirty="0">
                <a:solidFill>
                  <a:srgbClr val="3A4056"/>
                </a:solidFill>
                <a:cs typeface="Arial" panose="020B0604020202020204" pitchFamily="34" charset="0"/>
              </a:rPr>
              <a:t>Both the need for </a:t>
            </a:r>
            <a:r>
              <a:rPr lang="en-US" sz="1800" b="1" dirty="0">
                <a:solidFill>
                  <a:srgbClr val="3A4056"/>
                </a:solidFill>
                <a:cs typeface="Arial" panose="020B0604020202020204" pitchFamily="34" charset="0"/>
              </a:rPr>
              <a:t>understanding concepts </a:t>
            </a:r>
            <a:r>
              <a:rPr lang="en-US" sz="1800" dirty="0">
                <a:solidFill>
                  <a:srgbClr val="3A4056"/>
                </a:solidFill>
                <a:cs typeface="Arial" panose="020B0604020202020204" pitchFamily="34" charset="0"/>
              </a:rPr>
              <a:t>and the </a:t>
            </a:r>
            <a:r>
              <a:rPr lang="en-US" sz="1800" b="1" dirty="0">
                <a:solidFill>
                  <a:srgbClr val="3A4056"/>
                </a:solidFill>
                <a:cs typeface="Arial" panose="020B0604020202020204" pitchFamily="34" charset="0"/>
              </a:rPr>
              <a:t>difficulty of attaining this mastery</a:t>
            </a:r>
            <a:r>
              <a:rPr lang="en-US" sz="1800" dirty="0">
                <a:solidFill>
                  <a:srgbClr val="3A4056"/>
                </a:solidFill>
                <a:cs typeface="Arial" panose="020B0604020202020204" pitchFamily="34" charset="0"/>
              </a:rPr>
              <a:t> have been identified as challenges. But establishing a culture of sustainability requires more than assigning another training that employees won’t find relevant or remember.</a:t>
            </a:r>
          </a:p>
          <a:p>
            <a:r>
              <a:rPr lang="en-US" sz="1800" dirty="0">
                <a:solidFill>
                  <a:srgbClr val="3A4056"/>
                </a:solidFill>
                <a:cs typeface="Arial" panose="020B0604020202020204" pitchFamily="34" charset="0"/>
              </a:rPr>
              <a:t>If the goal is to create a learning environment that leads to long-term retention, companies must move beyond basic coursework. It is crucial that employers engage personnel in authentic, meaningful experiences.</a:t>
            </a:r>
          </a:p>
          <a:p>
            <a:endParaRPr lang="en-GB" dirty="0"/>
          </a:p>
        </p:txBody>
      </p:sp>
    </p:spTree>
    <p:extLst>
      <p:ext uri="{BB962C8B-B14F-4D97-AF65-F5344CB8AC3E}">
        <p14:creationId xmlns:p14="http://schemas.microsoft.com/office/powerpoint/2010/main" val="22763028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itle 1">
            <a:extLst>
              <a:ext uri="{FF2B5EF4-FFF2-40B4-BE49-F238E27FC236}">
                <a16:creationId xmlns:a16="http://schemas.microsoft.com/office/drawing/2014/main" id="{DA09B669-8738-11C4-23DC-30E6E60A633F}"/>
              </a:ext>
            </a:extLst>
          </p:cNvPr>
          <p:cNvSpPr txBox="1">
            <a:spLocks/>
          </p:cNvSpPr>
          <p:nvPr/>
        </p:nvSpPr>
        <p:spPr>
          <a:xfrm>
            <a:off x="233680" y="22470"/>
            <a:ext cx="9144000" cy="52693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i="0" kern="1200" cap="all" baseline="0">
                <a:solidFill>
                  <a:schemeClr val="tx1"/>
                </a:solidFill>
                <a:latin typeface="Arial" panose="020B0604020202020204" pitchFamily="34" charset="0"/>
                <a:ea typeface="+mj-ea"/>
                <a:cs typeface="+mj-cs"/>
              </a:defRPr>
            </a:lvl1pPr>
          </a:lstStyle>
          <a:p>
            <a:endParaRPr lang="en-US" sz="2800" cap="none" dirty="0"/>
          </a:p>
        </p:txBody>
      </p:sp>
      <p:sp>
        <p:nvSpPr>
          <p:cNvPr id="2" name="Title 1">
            <a:extLst>
              <a:ext uri="{FF2B5EF4-FFF2-40B4-BE49-F238E27FC236}">
                <a16:creationId xmlns:a16="http://schemas.microsoft.com/office/drawing/2014/main" id="{7DCA7F53-AD1D-E92D-0153-2E8AC479402D}"/>
              </a:ext>
            </a:extLst>
          </p:cNvPr>
          <p:cNvSpPr>
            <a:spLocks noGrp="1"/>
          </p:cNvSpPr>
          <p:nvPr>
            <p:ph type="title"/>
          </p:nvPr>
        </p:nvSpPr>
        <p:spPr/>
        <p:txBody>
          <a:bodyPr/>
          <a:lstStyle/>
          <a:p>
            <a:r>
              <a:rPr lang="en-GB" dirty="0"/>
              <a:t>Challenges in Sustainability Implementation</a:t>
            </a:r>
            <a:br>
              <a:rPr lang="en-GB" dirty="0"/>
            </a:br>
            <a:endParaRPr lang="en-GB" dirty="0"/>
          </a:p>
        </p:txBody>
      </p:sp>
      <p:sp>
        <p:nvSpPr>
          <p:cNvPr id="3" name="Text Placeholder 2">
            <a:extLst>
              <a:ext uri="{FF2B5EF4-FFF2-40B4-BE49-F238E27FC236}">
                <a16:creationId xmlns:a16="http://schemas.microsoft.com/office/drawing/2014/main" id="{F88AB32C-BB3F-0351-1DD8-28A691207F9E}"/>
              </a:ext>
            </a:extLst>
          </p:cNvPr>
          <p:cNvSpPr>
            <a:spLocks noGrp="1"/>
          </p:cNvSpPr>
          <p:nvPr>
            <p:ph type="body" idx="1"/>
          </p:nvPr>
        </p:nvSpPr>
        <p:spPr/>
        <p:txBody>
          <a:bodyPr/>
          <a:lstStyle/>
          <a:p>
            <a:r>
              <a:rPr lang="en-US" sz="2400" b="1" dirty="0">
                <a:solidFill>
                  <a:srgbClr val="3A4056"/>
                </a:solidFill>
                <a:cs typeface="Arial" panose="020B0604020202020204" pitchFamily="34" charset="0"/>
              </a:rPr>
              <a:t>Lack of motivation</a:t>
            </a:r>
          </a:p>
          <a:p>
            <a:r>
              <a:rPr lang="en-US" dirty="0">
                <a:solidFill>
                  <a:srgbClr val="3A4056"/>
                </a:solidFill>
                <a:cs typeface="Arial" panose="020B0604020202020204" pitchFamily="34" charset="0"/>
              </a:rPr>
              <a:t>Employers strive to keep the members of their organization motivated, and for good reason.</a:t>
            </a:r>
          </a:p>
          <a:p>
            <a:r>
              <a:rPr lang="en-US" dirty="0">
                <a:solidFill>
                  <a:srgbClr val="3A4056"/>
                </a:solidFill>
                <a:cs typeface="Arial" panose="020B0604020202020204" pitchFamily="34" charset="0"/>
              </a:rPr>
              <a:t>Motivation “accounts for 40% of the success of team projects” and can increase employee productivity, satisfaction, and retention.</a:t>
            </a:r>
          </a:p>
          <a:p>
            <a:r>
              <a:rPr lang="en-US" dirty="0">
                <a:solidFill>
                  <a:srgbClr val="3A4056"/>
                </a:solidFill>
                <a:cs typeface="Arial" panose="020B0604020202020204" pitchFamily="34" charset="0"/>
              </a:rPr>
              <a:t>The lack of involvement in and enthusiasm in work and workplace presents an incredible challenge to organizations tied to performance indicators, such as taking part in sustainability initiatives.</a:t>
            </a:r>
          </a:p>
          <a:p>
            <a:r>
              <a:rPr lang="en-US" dirty="0">
                <a:solidFill>
                  <a:srgbClr val="3A4056"/>
                </a:solidFill>
                <a:cs typeface="Arial" panose="020B0604020202020204" pitchFamily="34" charset="0"/>
              </a:rPr>
              <a:t>Employers successful at engaging their workforce understand the need to establish a culture within which motivating personnel is routine. This should be a key focus for any organization looking to increase employee engagement in sustainability.</a:t>
            </a:r>
          </a:p>
        </p:txBody>
      </p:sp>
    </p:spTree>
    <p:extLst>
      <p:ext uri="{BB962C8B-B14F-4D97-AF65-F5344CB8AC3E}">
        <p14:creationId xmlns:p14="http://schemas.microsoft.com/office/powerpoint/2010/main" val="32576100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itle 1">
            <a:extLst>
              <a:ext uri="{FF2B5EF4-FFF2-40B4-BE49-F238E27FC236}">
                <a16:creationId xmlns:a16="http://schemas.microsoft.com/office/drawing/2014/main" id="{F9B82FB1-BFC6-4820-3943-6A23084F7246}"/>
              </a:ext>
            </a:extLst>
          </p:cNvPr>
          <p:cNvSpPr txBox="1">
            <a:spLocks/>
          </p:cNvSpPr>
          <p:nvPr/>
        </p:nvSpPr>
        <p:spPr>
          <a:xfrm>
            <a:off x="233680" y="22470"/>
            <a:ext cx="9144000" cy="52693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i="0" kern="1200" cap="all" baseline="0">
                <a:solidFill>
                  <a:schemeClr val="tx1"/>
                </a:solidFill>
                <a:latin typeface="Arial" panose="020B0604020202020204" pitchFamily="34" charset="0"/>
                <a:ea typeface="+mj-ea"/>
                <a:cs typeface="+mj-cs"/>
              </a:defRPr>
            </a:lvl1pPr>
          </a:lstStyle>
          <a:p>
            <a:endParaRPr lang="en-US" sz="2800" cap="none" dirty="0"/>
          </a:p>
        </p:txBody>
      </p:sp>
      <p:sp>
        <p:nvSpPr>
          <p:cNvPr id="2" name="Title 1">
            <a:extLst>
              <a:ext uri="{FF2B5EF4-FFF2-40B4-BE49-F238E27FC236}">
                <a16:creationId xmlns:a16="http://schemas.microsoft.com/office/drawing/2014/main" id="{8039A045-EB81-815B-34A0-2DEE7865F18A}"/>
              </a:ext>
            </a:extLst>
          </p:cNvPr>
          <p:cNvSpPr>
            <a:spLocks noGrp="1"/>
          </p:cNvSpPr>
          <p:nvPr>
            <p:ph type="title"/>
          </p:nvPr>
        </p:nvSpPr>
        <p:spPr/>
        <p:txBody>
          <a:bodyPr/>
          <a:lstStyle/>
          <a:p>
            <a:r>
              <a:rPr lang="en-US" sz="2800" dirty="0"/>
              <a:t>Challenges in Sustainability Implementation</a:t>
            </a:r>
            <a:br>
              <a:rPr lang="en-US" sz="3200" dirty="0"/>
            </a:br>
            <a:endParaRPr lang="en-GB" dirty="0"/>
          </a:p>
        </p:txBody>
      </p:sp>
      <p:sp>
        <p:nvSpPr>
          <p:cNvPr id="3" name="Text Placeholder 2">
            <a:extLst>
              <a:ext uri="{FF2B5EF4-FFF2-40B4-BE49-F238E27FC236}">
                <a16:creationId xmlns:a16="http://schemas.microsoft.com/office/drawing/2014/main" id="{D4101673-9F39-3380-0137-2F16E3BD0E26}"/>
              </a:ext>
            </a:extLst>
          </p:cNvPr>
          <p:cNvSpPr>
            <a:spLocks noGrp="1"/>
          </p:cNvSpPr>
          <p:nvPr>
            <p:ph type="body" idx="1"/>
          </p:nvPr>
        </p:nvSpPr>
        <p:spPr/>
        <p:txBody>
          <a:bodyPr/>
          <a:lstStyle/>
          <a:p>
            <a:r>
              <a:rPr lang="en-US" b="1" dirty="0">
                <a:solidFill>
                  <a:srgbClr val="3A4056"/>
                </a:solidFill>
                <a:cs typeface="Arial" panose="020B0604020202020204" pitchFamily="34" charset="0"/>
              </a:rPr>
              <a:t>Lack of experience</a:t>
            </a:r>
          </a:p>
          <a:p>
            <a:r>
              <a:rPr lang="en-US" sz="1800" dirty="0">
                <a:solidFill>
                  <a:srgbClr val="3A4056"/>
                </a:solidFill>
                <a:cs typeface="Arial" panose="020B0604020202020204" pitchFamily="34" charset="0"/>
              </a:rPr>
              <a:t>Another barrier to implementing sustainable practices companies face is that many people lack the experience and confidence necessary to act as champions of sustainable practices.</a:t>
            </a:r>
          </a:p>
          <a:p>
            <a:r>
              <a:rPr lang="en-US" sz="1800" dirty="0">
                <a:solidFill>
                  <a:srgbClr val="3A4056"/>
                </a:solidFill>
                <a:cs typeface="Arial" panose="020B0604020202020204" pitchFamily="34" charset="0"/>
              </a:rPr>
              <a:t>Educating and engaging employees are necessary first steps. However, “research studies increasingly indicate that in order to motivate such engagement, people need to become personally involved with sustainability at a psychological and emotional level”.</a:t>
            </a:r>
          </a:p>
          <a:p>
            <a:r>
              <a:rPr lang="en-US" sz="1800" dirty="0">
                <a:solidFill>
                  <a:srgbClr val="3A4056"/>
                </a:solidFill>
                <a:cs typeface="Arial" panose="020B0604020202020204" pitchFamily="34" charset="0"/>
              </a:rPr>
              <a:t>To encourage this involvement, organizations can ensure opportunities exist for employees to observe and practice sustainable behaviors, build confidence in their abilities, and take ownership.</a:t>
            </a:r>
          </a:p>
          <a:p>
            <a:r>
              <a:rPr lang="en-US" sz="1800" dirty="0">
                <a:solidFill>
                  <a:srgbClr val="3A4056"/>
                </a:solidFill>
                <a:cs typeface="Arial" panose="020B0604020202020204" pitchFamily="34" charset="0"/>
              </a:rPr>
              <a:t>Increase in self-efficacy regarding sustainable practices could be fostered in employees if appropriate workplace supports are established.</a:t>
            </a:r>
          </a:p>
          <a:p>
            <a:endParaRPr lang="en-GB" dirty="0"/>
          </a:p>
        </p:txBody>
      </p:sp>
    </p:spTree>
    <p:extLst>
      <p:ext uri="{BB962C8B-B14F-4D97-AF65-F5344CB8AC3E}">
        <p14:creationId xmlns:p14="http://schemas.microsoft.com/office/powerpoint/2010/main" val="2679265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E2035F7A-DC2A-AE2F-6D77-F16FDBDF3D37}"/>
              </a:ext>
            </a:extLst>
          </p:cNvPr>
          <p:cNvSpPr>
            <a:spLocks noGrp="1"/>
          </p:cNvSpPr>
          <p:nvPr>
            <p:ph type="title"/>
          </p:nvPr>
        </p:nvSpPr>
        <p:spPr/>
        <p:txBody>
          <a:bodyPr/>
          <a:lstStyle/>
          <a:p>
            <a:r>
              <a:rPr lang="sv-SE" dirty="0"/>
              <a:t>Sustainable </a:t>
            </a:r>
            <a:r>
              <a:rPr lang="sv-SE" dirty="0" err="1"/>
              <a:t>Robotics</a:t>
            </a:r>
            <a:r>
              <a:rPr lang="sv-SE" dirty="0"/>
              <a:t> Design </a:t>
            </a:r>
            <a:r>
              <a:rPr lang="sv-SE" dirty="0" err="1"/>
              <a:t>Principles</a:t>
            </a:r>
            <a:endParaRPr lang="sv-SE" dirty="0"/>
          </a:p>
        </p:txBody>
      </p:sp>
      <p:sp>
        <p:nvSpPr>
          <p:cNvPr id="3" name="Text Placeholder 2">
            <a:extLst>
              <a:ext uri="{FF2B5EF4-FFF2-40B4-BE49-F238E27FC236}">
                <a16:creationId xmlns:a16="http://schemas.microsoft.com/office/drawing/2014/main" id="{CB5BD00D-7075-284A-7F71-FF347E1FE29B}"/>
              </a:ext>
            </a:extLst>
          </p:cNvPr>
          <p:cNvSpPr>
            <a:spLocks noGrp="1"/>
          </p:cNvSpPr>
          <p:nvPr>
            <p:ph type="body" idx="1"/>
          </p:nvPr>
        </p:nvSpPr>
        <p:spPr/>
        <p:txBody>
          <a:bodyPr/>
          <a:lstStyle/>
          <a:p>
            <a:pPr marL="342900" lvl="0" indent="-342900" fontAlgn="t">
              <a:buFont typeface="Arial" panose="020B0604020202020204" pitchFamily="34" charset="0"/>
              <a:buChar char="•"/>
            </a:pPr>
            <a:r>
              <a:rPr lang="sv-SE" dirty="0"/>
              <a:t>Energy </a:t>
            </a:r>
            <a:r>
              <a:rPr lang="sv-SE" dirty="0" err="1"/>
              <a:t>efficient</a:t>
            </a:r>
            <a:r>
              <a:rPr lang="sv-SE" dirty="0"/>
              <a:t> operation</a:t>
            </a:r>
          </a:p>
          <a:p>
            <a:pPr marL="342900" lvl="0" indent="-342900" fontAlgn="t">
              <a:buFont typeface="Arial" panose="020B0604020202020204" pitchFamily="34" charset="0"/>
              <a:buChar char="•"/>
            </a:pPr>
            <a:r>
              <a:rPr lang="sv-SE" dirty="0" err="1"/>
              <a:t>Modular</a:t>
            </a:r>
            <a:r>
              <a:rPr lang="sv-SE" dirty="0"/>
              <a:t> design</a:t>
            </a:r>
          </a:p>
          <a:p>
            <a:pPr marL="342900" lvl="0" indent="-342900" fontAlgn="t">
              <a:buFont typeface="Arial" panose="020B0604020202020204" pitchFamily="34" charset="0"/>
              <a:buChar char="•"/>
            </a:pPr>
            <a:r>
              <a:rPr lang="sv-SE" dirty="0" err="1"/>
              <a:t>Repairability</a:t>
            </a:r>
            <a:endParaRPr lang="sv-SE" dirty="0"/>
          </a:p>
          <a:p>
            <a:pPr marL="342900" lvl="0" indent="-342900" fontAlgn="t">
              <a:buFont typeface="Arial" panose="020B0604020202020204" pitchFamily="34" charset="0"/>
              <a:buChar char="•"/>
            </a:pPr>
            <a:r>
              <a:rPr lang="sv-SE" dirty="0" err="1"/>
              <a:t>Reusability</a:t>
            </a:r>
            <a:endParaRPr lang="sv-SE" dirty="0"/>
          </a:p>
          <a:p>
            <a:pPr marL="342900" lvl="0" indent="-342900" fontAlgn="t">
              <a:buFont typeface="Arial" panose="020B0604020202020204" pitchFamily="34" charset="0"/>
              <a:buChar char="•"/>
            </a:pPr>
            <a:r>
              <a:rPr lang="sv-SE" dirty="0" err="1"/>
              <a:t>Remanufacturing</a:t>
            </a:r>
            <a:endParaRPr lang="sv-SE" dirty="0"/>
          </a:p>
          <a:p>
            <a:pPr marL="342900" lvl="0" indent="-342900" fontAlgn="t">
              <a:buFont typeface="Arial" panose="020B0604020202020204" pitchFamily="34" charset="0"/>
              <a:buChar char="•"/>
            </a:pPr>
            <a:r>
              <a:rPr lang="sv-SE" dirty="0" err="1"/>
              <a:t>Recyclability</a:t>
            </a:r>
            <a:endParaRPr lang="sv-SE" dirty="0"/>
          </a:p>
        </p:txBody>
      </p:sp>
    </p:spTree>
    <p:extLst>
      <p:ext uri="{BB962C8B-B14F-4D97-AF65-F5344CB8AC3E}">
        <p14:creationId xmlns:p14="http://schemas.microsoft.com/office/powerpoint/2010/main" val="1026602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395AC89F-E2A2-8D9A-0C5B-E87D94891272}"/>
              </a:ext>
            </a:extLst>
          </p:cNvPr>
          <p:cNvSpPr>
            <a:spLocks noGrp="1"/>
          </p:cNvSpPr>
          <p:nvPr>
            <p:ph type="title"/>
          </p:nvPr>
        </p:nvSpPr>
        <p:spPr/>
        <p:txBody>
          <a:bodyPr/>
          <a:lstStyle/>
          <a:p>
            <a:r>
              <a:rPr lang="sv-SE" dirty="0"/>
              <a:t>Sustainable Robot Cell KPIs</a:t>
            </a:r>
          </a:p>
        </p:txBody>
      </p:sp>
      <p:sp>
        <p:nvSpPr>
          <p:cNvPr id="3" name="Text Placeholder 2">
            <a:extLst>
              <a:ext uri="{FF2B5EF4-FFF2-40B4-BE49-F238E27FC236}">
                <a16:creationId xmlns:a16="http://schemas.microsoft.com/office/drawing/2014/main" id="{F559E160-6DBB-ABCD-F206-FB5115C35D60}"/>
              </a:ext>
            </a:extLst>
          </p:cNvPr>
          <p:cNvSpPr>
            <a:spLocks noGrp="1"/>
          </p:cNvSpPr>
          <p:nvPr>
            <p:ph type="body" idx="1"/>
          </p:nvPr>
        </p:nvSpPr>
        <p:spPr/>
        <p:txBody>
          <a:bodyPr/>
          <a:lstStyle/>
          <a:p>
            <a:pPr marL="342900" lvl="0" indent="-342900" fontAlgn="t">
              <a:buFont typeface="Arial" panose="020B0604020202020204" pitchFamily="34" charset="0"/>
              <a:buChar char="•"/>
            </a:pPr>
            <a:r>
              <a:rPr lang="sv-SE" dirty="0"/>
              <a:t>kWh/part</a:t>
            </a:r>
          </a:p>
          <a:p>
            <a:pPr marL="342900" lvl="0" indent="-342900" fontAlgn="t">
              <a:buFont typeface="Arial" panose="020B0604020202020204" pitchFamily="34" charset="0"/>
              <a:buChar char="•"/>
            </a:pPr>
            <a:r>
              <a:rPr lang="sv-SE" dirty="0"/>
              <a:t>kg </a:t>
            </a:r>
            <a:r>
              <a:rPr lang="sv-SE" dirty="0" err="1"/>
              <a:t>scrap</a:t>
            </a:r>
            <a:r>
              <a:rPr lang="sv-SE" dirty="0"/>
              <a:t>/part</a:t>
            </a:r>
          </a:p>
          <a:p>
            <a:pPr marL="342900" lvl="0" indent="-342900" fontAlgn="t">
              <a:buFont typeface="Arial" panose="020B0604020202020204" pitchFamily="34" charset="0"/>
              <a:buChar char="•"/>
            </a:pPr>
            <a:r>
              <a:rPr lang="sv-SE" dirty="0"/>
              <a:t>CO₂/part</a:t>
            </a:r>
          </a:p>
          <a:p>
            <a:pPr marL="342900" lvl="0" indent="-342900" fontAlgn="t">
              <a:buFont typeface="Arial" panose="020B0604020202020204" pitchFamily="34" charset="0"/>
              <a:buChar char="•"/>
            </a:pPr>
            <a:r>
              <a:rPr lang="sv-SE" dirty="0"/>
              <a:t>MTBF</a:t>
            </a:r>
          </a:p>
          <a:p>
            <a:pPr marL="342900" lvl="0" indent="-342900" fontAlgn="t">
              <a:buFont typeface="Arial" panose="020B0604020202020204" pitchFamily="34" charset="0"/>
              <a:buChar char="•"/>
            </a:pPr>
            <a:r>
              <a:rPr lang="sv-SE" dirty="0" err="1"/>
              <a:t>Downtime</a:t>
            </a:r>
            <a:endParaRPr lang="sv-SE" dirty="0"/>
          </a:p>
          <a:p>
            <a:pPr marL="342900" lvl="0" indent="-342900" fontAlgn="t">
              <a:buFont typeface="Arial" panose="020B0604020202020204" pitchFamily="34" charset="0"/>
              <a:buChar char="•"/>
            </a:pPr>
            <a:r>
              <a:rPr lang="sv-SE" dirty="0" err="1"/>
              <a:t>Ergonomic</a:t>
            </a:r>
            <a:r>
              <a:rPr lang="sv-SE" dirty="0"/>
              <a:t> </a:t>
            </a:r>
            <a:r>
              <a:rPr lang="sv-SE" dirty="0" err="1"/>
              <a:t>improvement</a:t>
            </a:r>
            <a:endParaRPr lang="sv-SE" dirty="0"/>
          </a:p>
        </p:txBody>
      </p:sp>
    </p:spTree>
    <p:extLst>
      <p:ext uri="{BB962C8B-B14F-4D97-AF65-F5344CB8AC3E}">
        <p14:creationId xmlns:p14="http://schemas.microsoft.com/office/powerpoint/2010/main" val="23798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Tree>
  </p:cSld>
  <p:clrMapOvr>
    <a:masterClrMapping/>
  </p:clrMapOvr>
</p:sld>
</file>

<file path=ppt/theme/theme1.xml><?xml version="1.0" encoding="utf-8"?>
<a:theme xmlns:a="http://schemas.openxmlformats.org/drawingml/2006/main" name="Office-tema">
  <a:themeElements>
    <a:clrScheme name="Högskolan Väst">
      <a:dk1>
        <a:srgbClr val="000000"/>
      </a:dk1>
      <a:lt1>
        <a:srgbClr val="FFFFFF"/>
      </a:lt1>
      <a:dk2>
        <a:srgbClr val="003B5B"/>
      </a:dk2>
      <a:lt2>
        <a:srgbClr val="D1EAEE"/>
      </a:lt2>
      <a:accent1>
        <a:srgbClr val="1380A3"/>
      </a:accent1>
      <a:accent2>
        <a:srgbClr val="E3F1F8"/>
      </a:accent2>
      <a:accent3>
        <a:srgbClr val="C61C2C"/>
      </a:accent3>
      <a:accent4>
        <a:srgbClr val="D3097F"/>
      </a:accent4>
      <a:accent5>
        <a:srgbClr val="FDBF00"/>
      </a:accent5>
      <a:accent6>
        <a:srgbClr val="81BA4F"/>
      </a:accent6>
      <a:hlink>
        <a:srgbClr val="00757E"/>
      </a:hlink>
      <a:folHlink>
        <a:srgbClr val="59337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EBF88D0E-2933-48B8-A48D-8A65FBFDB361}" vid="{D411692A-462C-47F9-9344-CFC5B34FD8A9}"/>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7E3943E192E3444187D3A3F4D41F24A2" ma:contentTypeVersion="4" ma:contentTypeDescription="Skapa ett nytt dokument." ma:contentTypeScope="" ma:versionID="cb0fc1fd52788442b80f750cedc6c647">
  <xsd:schema xmlns:xsd="http://www.w3.org/2001/XMLSchema" xmlns:xs="http://www.w3.org/2001/XMLSchema" xmlns:p="http://schemas.microsoft.com/office/2006/metadata/properties" xmlns:ns2="02ec2a50-9d7d-40dd-929a-07569389b712" targetNamespace="http://schemas.microsoft.com/office/2006/metadata/properties" ma:root="true" ma:fieldsID="30c29f5b5a78e1cb0de6b7c5d46771b1" ns2:_="">
    <xsd:import namespace="02ec2a50-9d7d-40dd-929a-07569389b71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ec2a50-9d7d-40dd-929a-07569389b7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5080A6-EA4D-4C32-A244-ABE80739C4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2ec2a50-9d7d-40dd-929a-07569389b7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F2F68F-72C2-4102-B6E9-D8B46276BE7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0B1FBD7-CF40-4B7A-BB9D-D94C3A98F7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Mikaels HV ENG mall 2024</Template>
  <TotalTime>306</TotalTime>
  <Words>3889</Words>
  <Application>Microsoft Office PowerPoint</Application>
  <PresentationFormat>Widescreen</PresentationFormat>
  <Paragraphs>439</Paragraphs>
  <Slides>52</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Arial</vt:lpstr>
      <vt:lpstr>BentonSansRegular</vt:lpstr>
      <vt:lpstr>Calibri</vt:lpstr>
      <vt:lpstr>Courier New</vt:lpstr>
      <vt:lpstr>inherit</vt:lpstr>
      <vt:lpstr>Noto Sans</vt:lpstr>
      <vt:lpstr>Roboto</vt:lpstr>
      <vt:lpstr>SourceSansPro</vt:lpstr>
      <vt:lpstr>Office-tema</vt:lpstr>
      <vt:lpstr>Robot system  - Sustainable Automation &amp; Robotics</vt:lpstr>
      <vt:lpstr>Sustainability Introduction</vt:lpstr>
      <vt:lpstr>Sustainability Definition</vt:lpstr>
      <vt:lpstr>Other Sustainability Definitions</vt:lpstr>
      <vt:lpstr>Sustainability Pillars and Development Goals (SDGs)</vt:lpstr>
      <vt:lpstr>Sustainability Development Goals (SDGs)</vt:lpstr>
      <vt:lpstr>SDG and Robotics and automation</vt:lpstr>
      <vt:lpstr>Robotics for sustainability</vt:lpstr>
      <vt:lpstr>Sustainability of robotics</vt:lpstr>
      <vt:lpstr>Robot Life Cycle</vt:lpstr>
      <vt:lpstr>Natural Resources</vt:lpstr>
      <vt:lpstr>Renewable and Non-Renewable Resources</vt:lpstr>
      <vt:lpstr>Major Benefits of Renewable Energy</vt:lpstr>
      <vt:lpstr>Efficient Use of Natural Resources</vt:lpstr>
      <vt:lpstr>PowerPoint Presentation</vt:lpstr>
      <vt:lpstr>What is Sustainable Waste Management?</vt:lpstr>
      <vt:lpstr>PowerPoint Presentation</vt:lpstr>
      <vt:lpstr>Sustainable Waste Management vs. Industry 4.0 </vt:lpstr>
      <vt:lpstr>PowerPoint Presentation</vt:lpstr>
      <vt:lpstr>Guidelines to Improve Resource Efficiency and waste management in Your Business</vt:lpstr>
      <vt:lpstr>Industry 4.0 and 5.0</vt:lpstr>
      <vt:lpstr>How Industry 4.0 Impacts Sustainability</vt:lpstr>
      <vt:lpstr>Industry 4.0</vt:lpstr>
      <vt:lpstr>Cyber-Physical System (CPS):</vt:lpstr>
      <vt:lpstr>How Industry 4.0 Impacts Sustainability</vt:lpstr>
      <vt:lpstr>Industry 4.0 – Data &amp; Visibility for Sustainability </vt:lpstr>
      <vt:lpstr>PowerPoint Presentation</vt:lpstr>
      <vt:lpstr>Industry 4.0 - Intelligent for Sustainability </vt:lpstr>
      <vt:lpstr>Industry 4.0 - Connectivity for Sustainability</vt:lpstr>
      <vt:lpstr>Guidelines to Improve Sustainability through Industry 4.0 in Your Business </vt:lpstr>
      <vt:lpstr>Industry 5.0</vt:lpstr>
      <vt:lpstr>I5.0 Model</vt:lpstr>
      <vt:lpstr>3 Pillars of Industry 5.0</vt:lpstr>
      <vt:lpstr>3 Pillars of Industry 5.0</vt:lpstr>
      <vt:lpstr>PowerPoint Presentation</vt:lpstr>
      <vt:lpstr>Sustainable  Robotics and Automation</vt:lpstr>
      <vt:lpstr>Sustainability Measurement Definition</vt:lpstr>
      <vt:lpstr>Sustainability Measurement</vt:lpstr>
      <vt:lpstr>Index related to Robotics and automation</vt:lpstr>
      <vt:lpstr>Benchmarks </vt:lpstr>
      <vt:lpstr>Sustainability Measurement - General  Indicators</vt:lpstr>
      <vt:lpstr>Sustainability Measurement- Robotics Indicators</vt:lpstr>
      <vt:lpstr>Auditing</vt:lpstr>
      <vt:lpstr>Reporting</vt:lpstr>
      <vt:lpstr>Triple Bottom Line Accounting</vt:lpstr>
      <vt:lpstr>Sum Up – Standards, Types, categorization</vt:lpstr>
      <vt:lpstr>Challenges in Sustainability Implementation</vt:lpstr>
      <vt:lpstr>Challenges in Sustainability Implementation </vt:lpstr>
      <vt:lpstr>Challenges in Sustainability Implementation </vt:lpstr>
      <vt:lpstr>Sustainable Robotics Design Principles</vt:lpstr>
      <vt:lpstr>Sustainable Robot Cell KPIs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Mikael Ericsson (HV)</dc:creator>
  <cp:lastModifiedBy>Mikael Ericsson (HV)</cp:lastModifiedBy>
  <cp:revision>3</cp:revision>
  <dcterms:created xsi:type="dcterms:W3CDTF">2026-10-08T07:29:46Z</dcterms:created>
  <dcterms:modified xsi:type="dcterms:W3CDTF">2026-10-08T08:08:47Z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0x0101007E3943E192E3444187D3A3F4D41F24A2</vt:lpwstr>
  </property>
  <property fmtid="{D5CDD505-2E9C-101B-9397-08002B2CF9AE}" pid="3" name="Order">
    <vt:r8>2600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TemplateUrl">
    <vt:lpwstr/>
  </property>
  <property fmtid="{D5CDD505-2E9C-101B-9397-08002B2CF9AE}" pid="9" name="ComplianceAssetId">
    <vt:lpwstr/>
  </property>
</Properties>
</file>