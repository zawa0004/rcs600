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wmv" ContentType="video/x-ms-wm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257" r:id="rId2"/>
    <p:sldId id="319" r:id="rId3"/>
    <p:sldId id="258" r:id="rId4"/>
    <p:sldId id="302" r:id="rId5"/>
    <p:sldId id="303" r:id="rId6"/>
    <p:sldId id="310" r:id="rId7"/>
    <p:sldId id="298" r:id="rId8"/>
    <p:sldId id="304" r:id="rId9"/>
    <p:sldId id="318" r:id="rId10"/>
    <p:sldId id="320" r:id="rId11"/>
    <p:sldId id="311" r:id="rId12"/>
    <p:sldId id="313" r:id="rId13"/>
    <p:sldId id="312" r:id="rId14"/>
    <p:sldId id="325" r:id="rId15"/>
    <p:sldId id="324" r:id="rId16"/>
    <p:sldId id="315" r:id="rId17"/>
    <p:sldId id="314" r:id="rId18"/>
    <p:sldId id="316" r:id="rId19"/>
    <p:sldId id="259" r:id="rId20"/>
    <p:sldId id="269" r:id="rId21"/>
    <p:sldId id="300" r:id="rId22"/>
    <p:sldId id="317" r:id="rId23"/>
    <p:sldId id="260" r:id="rId24"/>
    <p:sldId id="270" r:id="rId25"/>
    <p:sldId id="299" r:id="rId26"/>
    <p:sldId id="287" r:id="rId27"/>
    <p:sldId id="323" r:id="rId28"/>
    <p:sldId id="322" r:id="rId29"/>
    <p:sldId id="261" r:id="rId30"/>
    <p:sldId id="296" r:id="rId31"/>
    <p:sldId id="286" r:id="rId32"/>
    <p:sldId id="274" r:id="rId33"/>
    <p:sldId id="262" r:id="rId34"/>
    <p:sldId id="285" r:id="rId35"/>
    <p:sldId id="263" r:id="rId36"/>
    <p:sldId id="295" r:id="rId37"/>
    <p:sldId id="297" r:id="rId38"/>
    <p:sldId id="301" r:id="rId39"/>
    <p:sldId id="275" r:id="rId40"/>
    <p:sldId id="264" r:id="rId41"/>
    <p:sldId id="284" r:id="rId42"/>
    <p:sldId id="276" r:id="rId43"/>
    <p:sldId id="280" r:id="rId44"/>
    <p:sldId id="265" r:id="rId45"/>
    <p:sldId id="308" r:id="rId46"/>
    <p:sldId id="266" r:id="rId47"/>
    <p:sldId id="267" r:id="rId48"/>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A7D8"/>
    <a:srgbClr val="EEEDEA"/>
    <a:srgbClr val="ABA4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8C6AE1-56B6-46B5-AC14-867E1B0D9901}" v="51" dt="2023-11-12T20:36:25.7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95" autoAdjust="0"/>
  </p:normalViewPr>
  <p:slideViewPr>
    <p:cSldViewPr snapToGrid="0">
      <p:cViewPr varScale="1">
        <p:scale>
          <a:sx n="102" d="100"/>
          <a:sy n="102" d="100"/>
        </p:scale>
        <p:origin x="870" y="102"/>
      </p:cViewPr>
      <p:guideLst/>
    </p:cSldViewPr>
  </p:slideViewPr>
  <p:notesTextViewPr>
    <p:cViewPr>
      <p:scale>
        <a:sx n="3" d="2"/>
        <a:sy n="3" d="2"/>
      </p:scale>
      <p:origin x="0" y="0"/>
    </p:cViewPr>
  </p:notesTextViewPr>
  <p:notesViewPr>
    <p:cSldViewPr snapToGrid="0">
      <p:cViewPr varScale="1">
        <p:scale>
          <a:sx n="66" d="100"/>
          <a:sy n="66" d="100"/>
        </p:scale>
        <p:origin x="3134"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ael Ericsson" userId="8506a6f4-de41-4831-9818-e418b33149bf" providerId="ADAL" clId="{E52E9B41-E04D-44B8-AE72-F7E01968692F}"/>
    <pc:docChg chg="undo custSel mod addSld delSld modSld sldOrd">
      <pc:chgData name="Mikael Ericsson" userId="8506a6f4-de41-4831-9818-e418b33149bf" providerId="ADAL" clId="{E52E9B41-E04D-44B8-AE72-F7E01968692F}" dt="2019-11-14T21:11:30.997" v="311" actId="167"/>
      <pc:docMkLst>
        <pc:docMk/>
      </pc:docMkLst>
      <pc:sldChg chg="modAnim">
        <pc:chgData name="Mikael Ericsson" userId="8506a6f4-de41-4831-9818-e418b33149bf" providerId="ADAL" clId="{E52E9B41-E04D-44B8-AE72-F7E01968692F}" dt="2019-11-14T20:20:23.370" v="63"/>
        <pc:sldMkLst>
          <pc:docMk/>
          <pc:sldMk cId="0" sldId="260"/>
        </pc:sldMkLst>
      </pc:sldChg>
      <pc:sldChg chg="addSp delSp modSp mod setBg modAnim">
        <pc:chgData name="Mikael Ericsson" userId="8506a6f4-de41-4831-9818-e418b33149bf" providerId="ADAL" clId="{E52E9B41-E04D-44B8-AE72-F7E01968692F}" dt="2019-11-14T20:40:45.923" v="147" actId="403"/>
        <pc:sldMkLst>
          <pc:docMk/>
          <pc:sldMk cId="0" sldId="261"/>
        </pc:sldMkLst>
        <pc:spChg chg="mod ord">
          <ac:chgData name="Mikael Ericsson" userId="8506a6f4-de41-4831-9818-e418b33149bf" providerId="ADAL" clId="{E52E9B41-E04D-44B8-AE72-F7E01968692F}" dt="2019-11-14T20:40:22.059" v="144" actId="26606"/>
          <ac:spMkLst>
            <pc:docMk/>
            <pc:sldMk cId="0" sldId="261"/>
            <ac:spMk id="3" creationId="{854D010E-3C67-4324-A70E-92D5CF3AE89A}"/>
          </ac:spMkLst>
        </pc:spChg>
        <pc:spChg chg="add">
          <ac:chgData name="Mikael Ericsson" userId="8506a6f4-de41-4831-9818-e418b33149bf" providerId="ADAL" clId="{E52E9B41-E04D-44B8-AE72-F7E01968692F}" dt="2019-11-14T20:40:22.059" v="144" actId="26606"/>
          <ac:spMkLst>
            <pc:docMk/>
            <pc:sldMk cId="0" sldId="261"/>
            <ac:spMk id="78" creationId="{F9A95BEE-6BB1-4A28-A8E6-A34B2E42EF87}"/>
          </ac:spMkLst>
        </pc:spChg>
        <pc:spChg chg="mod ord">
          <ac:chgData name="Mikael Ericsson" userId="8506a6f4-de41-4831-9818-e418b33149bf" providerId="ADAL" clId="{E52E9B41-E04D-44B8-AE72-F7E01968692F}" dt="2019-11-14T20:40:45.923" v="147" actId="403"/>
          <ac:spMkLst>
            <pc:docMk/>
            <pc:sldMk cId="0" sldId="261"/>
            <ac:spMk id="22532" creationId="{00000000-0000-0000-0000-000000000000}"/>
          </ac:spMkLst>
        </pc:spChg>
        <pc:spChg chg="add">
          <ac:chgData name="Mikael Ericsson" userId="8506a6f4-de41-4831-9818-e418b33149bf" providerId="ADAL" clId="{E52E9B41-E04D-44B8-AE72-F7E01968692F}" dt="2019-11-14T20:40:22.059" v="144" actId="26606"/>
          <ac:spMkLst>
            <pc:docMk/>
            <pc:sldMk cId="0" sldId="261"/>
            <ac:spMk id="22535" creationId="{F56F5174-31D9-4DBB-AAB7-A1FD7BDB1352}"/>
          </ac:spMkLst>
        </pc:spChg>
        <pc:picChg chg="add">
          <ac:chgData name="Mikael Ericsson" userId="8506a6f4-de41-4831-9818-e418b33149bf" providerId="ADAL" clId="{E52E9B41-E04D-44B8-AE72-F7E01968692F}" dt="2019-11-14T20:40:22.059" v="144" actId="26606"/>
          <ac:picMkLst>
            <pc:docMk/>
            <pc:sldMk cId="0" sldId="261"/>
            <ac:picMk id="76" creationId="{AE113210-7872-481A-ADE6-3A05CCAF5EB2}"/>
          </ac:picMkLst>
        </pc:picChg>
        <pc:picChg chg="mod ord">
          <ac:chgData name="Mikael Ericsson" userId="8506a6f4-de41-4831-9818-e418b33149bf" providerId="ADAL" clId="{E52E9B41-E04D-44B8-AE72-F7E01968692F}" dt="2019-11-14T20:40:22.059" v="144" actId="26606"/>
          <ac:picMkLst>
            <pc:docMk/>
            <pc:sldMk cId="0" sldId="261"/>
            <ac:picMk id="22533" creationId="{00000000-0000-0000-0000-000000000000}"/>
          </ac:picMkLst>
        </pc:picChg>
        <pc:cxnChg chg="add del">
          <ac:chgData name="Mikael Ericsson" userId="8506a6f4-de41-4831-9818-e418b33149bf" providerId="ADAL" clId="{E52E9B41-E04D-44B8-AE72-F7E01968692F}" dt="2019-11-14T20:40:22.044" v="143" actId="26606"/>
          <ac:cxnSpMkLst>
            <pc:docMk/>
            <pc:sldMk cId="0" sldId="261"/>
            <ac:cxnSpMk id="74" creationId="{E4A809D5-3600-46D4-A466-67F2349A54FB}"/>
          </ac:cxnSpMkLst>
        </pc:cxnChg>
      </pc:sldChg>
      <pc:sldChg chg="addSp delSp modSp mod setBg modAnim">
        <pc:chgData name="Mikael Ericsson" userId="8506a6f4-de41-4831-9818-e418b33149bf" providerId="ADAL" clId="{E52E9B41-E04D-44B8-AE72-F7E01968692F}" dt="2019-11-14T20:54:36.866" v="209" actId="29295"/>
        <pc:sldMkLst>
          <pc:docMk/>
          <pc:sldMk cId="0" sldId="263"/>
        </pc:sldMkLst>
        <pc:spChg chg="add del">
          <ac:chgData name="Mikael Ericsson" userId="8506a6f4-de41-4831-9818-e418b33149bf" providerId="ADAL" clId="{E52E9B41-E04D-44B8-AE72-F7E01968692F}" dt="2019-11-14T20:52:25.328" v="176" actId="26606"/>
          <ac:spMkLst>
            <pc:docMk/>
            <pc:sldMk cId="0" sldId="263"/>
            <ac:spMk id="73" creationId="{3CD9DF72-87A3-404E-A828-84CBF11A8303}"/>
          </ac:spMkLst>
        </pc:spChg>
        <pc:spChg chg="add del">
          <ac:chgData name="Mikael Ericsson" userId="8506a6f4-de41-4831-9818-e418b33149bf" providerId="ADAL" clId="{E52E9B41-E04D-44B8-AE72-F7E01968692F}" dt="2019-11-14T20:53:40.472" v="192" actId="26606"/>
          <ac:spMkLst>
            <pc:docMk/>
            <pc:sldMk cId="0" sldId="263"/>
            <ac:spMk id="76" creationId="{E862BE82-D00D-42C1-BF16-93AA37870C32}"/>
          </ac:spMkLst>
        </pc:spChg>
        <pc:spChg chg="add del">
          <ac:chgData name="Mikael Ericsson" userId="8506a6f4-de41-4831-9818-e418b33149bf" providerId="ADAL" clId="{E52E9B41-E04D-44B8-AE72-F7E01968692F}" dt="2019-11-14T20:53:40.472" v="192" actId="26606"/>
          <ac:spMkLst>
            <pc:docMk/>
            <pc:sldMk cId="0" sldId="263"/>
            <ac:spMk id="78" creationId="{F6D92C2D-1D3D-4974-918C-06579FB354A9}"/>
          </ac:spMkLst>
        </pc:spChg>
        <pc:spChg chg="mod">
          <ac:chgData name="Mikael Ericsson" userId="8506a6f4-de41-4831-9818-e418b33149bf" providerId="ADAL" clId="{E52E9B41-E04D-44B8-AE72-F7E01968692F}" dt="2019-11-14T20:54:24.017" v="206" actId="26606"/>
          <ac:spMkLst>
            <pc:docMk/>
            <pc:sldMk cId="0" sldId="263"/>
            <ac:spMk id="28675" creationId="{00000000-0000-0000-0000-000000000000}"/>
          </ac:spMkLst>
        </pc:spChg>
        <pc:spChg chg="mod">
          <ac:chgData name="Mikael Ericsson" userId="8506a6f4-de41-4831-9818-e418b33149bf" providerId="ADAL" clId="{E52E9B41-E04D-44B8-AE72-F7E01968692F}" dt="2019-11-14T20:54:24.017" v="206" actId="26606"/>
          <ac:spMkLst>
            <pc:docMk/>
            <pc:sldMk cId="0" sldId="263"/>
            <ac:spMk id="28676" creationId="{00000000-0000-0000-0000-000000000000}"/>
          </ac:spMkLst>
        </pc:spChg>
        <pc:spChg chg="add del">
          <ac:chgData name="Mikael Ericsson" userId="8506a6f4-de41-4831-9818-e418b33149bf" providerId="ADAL" clId="{E52E9B41-E04D-44B8-AE72-F7E01968692F}" dt="2019-11-14T20:54:24.017" v="206" actId="26606"/>
          <ac:spMkLst>
            <pc:docMk/>
            <pc:sldMk cId="0" sldId="263"/>
            <ac:spMk id="28678" creationId="{3CD9DF72-87A3-404E-A828-84CBF11A8303}"/>
          </ac:spMkLst>
        </pc:spChg>
        <pc:picChg chg="add mod ord">
          <ac:chgData name="Mikael Ericsson" userId="8506a6f4-de41-4831-9818-e418b33149bf" providerId="ADAL" clId="{E52E9B41-E04D-44B8-AE72-F7E01968692F}" dt="2019-11-14T20:54:36.866" v="209" actId="29295"/>
          <ac:picMkLst>
            <pc:docMk/>
            <pc:sldMk cId="0" sldId="263"/>
            <ac:picMk id="3" creationId="{12243475-5AB4-4B44-9244-EE644E55A7A9}"/>
          </ac:picMkLst>
        </pc:picChg>
        <pc:picChg chg="add del mod ord">
          <ac:chgData name="Mikael Ericsson" userId="8506a6f4-de41-4831-9818-e418b33149bf" providerId="ADAL" clId="{E52E9B41-E04D-44B8-AE72-F7E01968692F}" dt="2019-11-14T20:52:28.483" v="177" actId="478"/>
          <ac:picMkLst>
            <pc:docMk/>
            <pc:sldMk cId="0" sldId="263"/>
            <ac:picMk id="4" creationId="{1C163741-BEED-4DDA-8947-400A3163447A}"/>
          </ac:picMkLst>
        </pc:picChg>
        <pc:picChg chg="add del">
          <ac:chgData name="Mikael Ericsson" userId="8506a6f4-de41-4831-9818-e418b33149bf" providerId="ADAL" clId="{E52E9B41-E04D-44B8-AE72-F7E01968692F}" dt="2019-11-14T20:54:18.166" v="200" actId="26606"/>
          <ac:picMkLst>
            <pc:docMk/>
            <pc:sldMk cId="0" sldId="263"/>
            <ac:picMk id="28681" creationId="{54DDEBDD-D8BD-41A6-8A0D-B00E3768B0F9}"/>
          </ac:picMkLst>
        </pc:picChg>
        <pc:cxnChg chg="add del">
          <ac:chgData name="Mikael Ericsson" userId="8506a6f4-de41-4831-9818-e418b33149bf" providerId="ADAL" clId="{E52E9B41-E04D-44B8-AE72-F7E01968692F}" dt="2019-11-14T20:52:25.328" v="176" actId="26606"/>
          <ac:cxnSpMkLst>
            <pc:docMk/>
            <pc:sldMk cId="0" sldId="263"/>
            <ac:cxnSpMk id="75" creationId="{20E3A342-4D61-4E3F-AF90-1AB42AEB96CC}"/>
          </ac:cxnSpMkLst>
        </pc:cxnChg>
        <pc:cxnChg chg="add del">
          <ac:chgData name="Mikael Ericsson" userId="8506a6f4-de41-4831-9818-e418b33149bf" providerId="ADAL" clId="{E52E9B41-E04D-44B8-AE72-F7E01968692F}" dt="2019-11-14T20:54:24.017" v="206" actId="26606"/>
          <ac:cxnSpMkLst>
            <pc:docMk/>
            <pc:sldMk cId="0" sldId="263"/>
            <ac:cxnSpMk id="28679" creationId="{20E3A342-4D61-4E3F-AF90-1AB42AEB96CC}"/>
          </ac:cxnSpMkLst>
        </pc:cxnChg>
      </pc:sldChg>
      <pc:sldChg chg="addSp delSp modSp mod setBg modClrScheme modAnim chgLayout">
        <pc:chgData name="Mikael Ericsson" userId="8506a6f4-de41-4831-9818-e418b33149bf" providerId="ADAL" clId="{E52E9B41-E04D-44B8-AE72-F7E01968692F}" dt="2019-11-14T21:01:21.353" v="247"/>
        <pc:sldMkLst>
          <pc:docMk/>
          <pc:sldMk cId="0" sldId="264"/>
        </pc:sldMkLst>
        <pc:spChg chg="add del mod">
          <ac:chgData name="Mikael Ericsson" userId="8506a6f4-de41-4831-9818-e418b33149bf" providerId="ADAL" clId="{E52E9B41-E04D-44B8-AE72-F7E01968692F}" dt="2019-11-14T20:58:29.451" v="222"/>
          <ac:spMkLst>
            <pc:docMk/>
            <pc:sldMk cId="0" sldId="264"/>
            <ac:spMk id="2" creationId="{F0347DC7-28FC-442B-B041-C2801DCF5FA4}"/>
          </ac:spMkLst>
        </pc:spChg>
        <pc:spChg chg="add del mod">
          <ac:chgData name="Mikael Ericsson" userId="8506a6f4-de41-4831-9818-e418b33149bf" providerId="ADAL" clId="{E52E9B41-E04D-44B8-AE72-F7E01968692F}" dt="2019-11-14T20:58:29.451" v="222"/>
          <ac:spMkLst>
            <pc:docMk/>
            <pc:sldMk cId="0" sldId="264"/>
            <ac:spMk id="3" creationId="{545D4401-0B43-4B9F-8B4F-97D27182A09B}"/>
          </ac:spMkLst>
        </pc:spChg>
        <pc:spChg chg="add del mod">
          <ac:chgData name="Mikael Ericsson" userId="8506a6f4-de41-4831-9818-e418b33149bf" providerId="ADAL" clId="{E52E9B41-E04D-44B8-AE72-F7E01968692F}" dt="2019-11-14T20:58:29.451" v="222"/>
          <ac:spMkLst>
            <pc:docMk/>
            <pc:sldMk cId="0" sldId="264"/>
            <ac:spMk id="4" creationId="{94EBE2BB-EC1B-4DBE-94CA-752556840500}"/>
          </ac:spMkLst>
        </pc:spChg>
        <pc:spChg chg="add del mod">
          <ac:chgData name="Mikael Ericsson" userId="8506a6f4-de41-4831-9818-e418b33149bf" providerId="ADAL" clId="{E52E9B41-E04D-44B8-AE72-F7E01968692F}" dt="2019-11-14T20:58:29.451" v="222"/>
          <ac:spMkLst>
            <pc:docMk/>
            <pc:sldMk cId="0" sldId="264"/>
            <ac:spMk id="5" creationId="{17626F89-0B35-49C3-8C19-F6D4CDC5A941}"/>
          </ac:spMkLst>
        </pc:spChg>
        <pc:spChg chg="add del mod">
          <ac:chgData name="Mikael Ericsson" userId="8506a6f4-de41-4831-9818-e418b33149bf" providerId="ADAL" clId="{E52E9B41-E04D-44B8-AE72-F7E01968692F}" dt="2019-11-14T20:58:43.584" v="226" actId="478"/>
          <ac:spMkLst>
            <pc:docMk/>
            <pc:sldMk cId="0" sldId="264"/>
            <ac:spMk id="8" creationId="{9358E844-E430-4B52-94D8-F71CB44553E3}"/>
          </ac:spMkLst>
        </pc:spChg>
        <pc:spChg chg="add mod ord">
          <ac:chgData name="Mikael Ericsson" userId="8506a6f4-de41-4831-9818-e418b33149bf" providerId="ADAL" clId="{E52E9B41-E04D-44B8-AE72-F7E01968692F}" dt="2019-11-14T20:59:32.809" v="235" actId="26606"/>
          <ac:spMkLst>
            <pc:docMk/>
            <pc:sldMk cId="0" sldId="264"/>
            <ac:spMk id="9" creationId="{C0B831CF-5EEA-42F8-A231-2D9E49A52E5E}"/>
          </ac:spMkLst>
        </pc:spChg>
        <pc:spChg chg="del mod ord">
          <ac:chgData name="Mikael Ericsson" userId="8506a6f4-de41-4831-9818-e418b33149bf" providerId="ADAL" clId="{E52E9B41-E04D-44B8-AE72-F7E01968692F}" dt="2019-11-14T20:59:00.197" v="230" actId="478"/>
          <ac:spMkLst>
            <pc:docMk/>
            <pc:sldMk cId="0" sldId="264"/>
            <ac:spMk id="33794" creationId="{00000000-0000-0000-0000-000000000000}"/>
          </ac:spMkLst>
        </pc:spChg>
        <pc:spChg chg="del mod ord">
          <ac:chgData name="Mikael Ericsson" userId="8506a6f4-de41-4831-9818-e418b33149bf" providerId="ADAL" clId="{E52E9B41-E04D-44B8-AE72-F7E01968692F}" dt="2019-11-14T20:59:00.197" v="230" actId="478"/>
          <ac:spMkLst>
            <pc:docMk/>
            <pc:sldMk cId="0" sldId="264"/>
            <ac:spMk id="33795" creationId="{00000000-0000-0000-0000-000000000000}"/>
          </ac:spMkLst>
        </pc:spChg>
        <pc:spChg chg="mod ord">
          <ac:chgData name="Mikael Ericsson" userId="8506a6f4-de41-4831-9818-e418b33149bf" providerId="ADAL" clId="{E52E9B41-E04D-44B8-AE72-F7E01968692F}" dt="2019-11-14T20:59:45.514" v="240" actId="14100"/>
          <ac:spMkLst>
            <pc:docMk/>
            <pc:sldMk cId="0" sldId="264"/>
            <ac:spMk id="33796" creationId="{00000000-0000-0000-0000-000000000000}"/>
          </ac:spMkLst>
        </pc:spChg>
        <pc:picChg chg="add del">
          <ac:chgData name="Mikael Ericsson" userId="8506a6f4-de41-4831-9818-e418b33149bf" providerId="ADAL" clId="{E52E9B41-E04D-44B8-AE72-F7E01968692F}" dt="2019-11-14T20:58:29.970" v="223"/>
          <ac:picMkLst>
            <pc:docMk/>
            <pc:sldMk cId="0" sldId="264"/>
            <ac:picMk id="6" creationId="{0622700F-CE2D-4FF3-A57E-40EA7F400140}"/>
          </ac:picMkLst>
        </pc:picChg>
        <pc:picChg chg="add mod ord">
          <ac:chgData name="Mikael Ericsson" userId="8506a6f4-de41-4831-9818-e418b33149bf" providerId="ADAL" clId="{E52E9B41-E04D-44B8-AE72-F7E01968692F}" dt="2019-11-14T20:59:32.809" v="235" actId="26606"/>
          <ac:picMkLst>
            <pc:docMk/>
            <pc:sldMk cId="0" sldId="264"/>
            <ac:picMk id="14" creationId="{D0C49DA2-C4A3-49FA-A6AB-17480A375F41}"/>
          </ac:picMkLst>
        </pc:picChg>
        <pc:picChg chg="add">
          <ac:chgData name="Mikael Ericsson" userId="8506a6f4-de41-4831-9818-e418b33149bf" providerId="ADAL" clId="{E52E9B41-E04D-44B8-AE72-F7E01968692F}" dt="2019-11-14T20:59:32.809" v="235" actId="26606"/>
          <ac:picMkLst>
            <pc:docMk/>
            <pc:sldMk cId="0" sldId="264"/>
            <ac:picMk id="73" creationId="{54DDEBDD-D8BD-41A6-8A0D-B00E3768B0F9}"/>
          </ac:picMkLst>
        </pc:picChg>
        <pc:picChg chg="del mod">
          <ac:chgData name="Mikael Ericsson" userId="8506a6f4-de41-4831-9818-e418b33149bf" providerId="ADAL" clId="{E52E9B41-E04D-44B8-AE72-F7E01968692F}" dt="2019-11-14T20:58:36.435" v="225" actId="478"/>
          <ac:picMkLst>
            <pc:docMk/>
            <pc:sldMk cId="0" sldId="264"/>
            <ac:picMk id="33797" creationId="{00000000-0000-0000-0000-000000000000}"/>
          </ac:picMkLst>
        </pc:picChg>
      </pc:sldChg>
      <pc:sldChg chg="addSp modSp mod modAnim">
        <pc:chgData name="Mikael Ericsson" userId="8506a6f4-de41-4831-9818-e418b33149bf" providerId="ADAL" clId="{E52E9B41-E04D-44B8-AE72-F7E01968692F}" dt="2019-11-14T21:04:53.134" v="272"/>
        <pc:sldMkLst>
          <pc:docMk/>
          <pc:sldMk cId="0" sldId="265"/>
        </pc:sldMkLst>
        <pc:spChg chg="mod">
          <ac:chgData name="Mikael Ericsson" userId="8506a6f4-de41-4831-9818-e418b33149bf" providerId="ADAL" clId="{E52E9B41-E04D-44B8-AE72-F7E01968692F}" dt="2019-11-14T21:03:44.325" v="265" actId="20578"/>
          <ac:spMkLst>
            <pc:docMk/>
            <pc:sldMk cId="0" sldId="265"/>
            <ac:spMk id="43012" creationId="{00000000-0000-0000-0000-000000000000}"/>
          </ac:spMkLst>
        </pc:spChg>
        <pc:picChg chg="add mod ord">
          <ac:chgData name="Mikael Ericsson" userId="8506a6f4-de41-4831-9818-e418b33149bf" providerId="ADAL" clId="{E52E9B41-E04D-44B8-AE72-F7E01968692F}" dt="2019-11-14T21:02:29.163" v="254" actId="167"/>
          <ac:picMkLst>
            <pc:docMk/>
            <pc:sldMk cId="0" sldId="265"/>
            <ac:picMk id="5" creationId="{D12C89E3-D7BB-4725-8976-FBACDBC7790F}"/>
          </ac:picMkLst>
        </pc:picChg>
      </pc:sldChg>
      <pc:sldChg chg="addSp delSp modSp mod modAnim">
        <pc:chgData name="Mikael Ericsson" userId="8506a6f4-de41-4831-9818-e418b33149bf" providerId="ADAL" clId="{E52E9B41-E04D-44B8-AE72-F7E01968692F}" dt="2019-11-14T21:06:34.796" v="289"/>
        <pc:sldMkLst>
          <pc:docMk/>
          <pc:sldMk cId="0" sldId="266"/>
        </pc:sldMkLst>
        <pc:spChg chg="add del">
          <ac:chgData name="Mikael Ericsson" userId="8506a6f4-de41-4831-9818-e418b33149bf" providerId="ADAL" clId="{E52E9B41-E04D-44B8-AE72-F7E01968692F}" dt="2019-11-14T21:02:03.575" v="251"/>
          <ac:spMkLst>
            <pc:docMk/>
            <pc:sldMk cId="0" sldId="266"/>
            <ac:spMk id="2" creationId="{FCA58708-6714-4671-B77F-58D912108D6C}"/>
          </ac:spMkLst>
        </pc:spChg>
        <pc:picChg chg="add mod ord">
          <ac:chgData name="Mikael Ericsson" userId="8506a6f4-de41-4831-9818-e418b33149bf" providerId="ADAL" clId="{E52E9B41-E04D-44B8-AE72-F7E01968692F}" dt="2019-11-14T21:06:02.105" v="284" actId="29295"/>
          <ac:picMkLst>
            <pc:docMk/>
            <pc:sldMk cId="0" sldId="266"/>
            <ac:picMk id="4" creationId="{C2FE3AA6-C060-4BA6-BA58-E4EAB7E65C34}"/>
          </ac:picMkLst>
        </pc:picChg>
        <pc:picChg chg="add del mod">
          <ac:chgData name="Mikael Ericsson" userId="8506a6f4-de41-4831-9818-e418b33149bf" providerId="ADAL" clId="{E52E9B41-E04D-44B8-AE72-F7E01968692F}" dt="2019-11-14T21:05:18.257" v="275" actId="478"/>
          <ac:picMkLst>
            <pc:docMk/>
            <pc:sldMk cId="0" sldId="266"/>
            <ac:picMk id="5" creationId="{A39F8875-AEC2-49CD-93DF-CD966FC383CB}"/>
          </ac:picMkLst>
        </pc:picChg>
      </pc:sldChg>
      <pc:sldChg chg="addSp modSp mod modAnim">
        <pc:chgData name="Mikael Ericsson" userId="8506a6f4-de41-4831-9818-e418b33149bf" providerId="ADAL" clId="{E52E9B41-E04D-44B8-AE72-F7E01968692F}" dt="2019-11-14T21:07:36.095" v="297"/>
        <pc:sldMkLst>
          <pc:docMk/>
          <pc:sldMk cId="0" sldId="267"/>
        </pc:sldMkLst>
        <pc:picChg chg="add mod ord">
          <ac:chgData name="Mikael Ericsson" userId="8506a6f4-de41-4831-9818-e418b33149bf" providerId="ADAL" clId="{E52E9B41-E04D-44B8-AE72-F7E01968692F}" dt="2019-11-14T21:07:06.144" v="293" actId="167"/>
          <ac:picMkLst>
            <pc:docMk/>
            <pc:sldMk cId="0" sldId="267"/>
            <ac:picMk id="5" creationId="{12AC2A6B-AFAE-400E-A50A-DD3DF3CB3A59}"/>
          </ac:picMkLst>
        </pc:picChg>
      </pc:sldChg>
      <pc:sldChg chg="modSp modAnim">
        <pc:chgData name="Mikael Ericsson" userId="8506a6f4-de41-4831-9818-e418b33149bf" providerId="ADAL" clId="{E52E9B41-E04D-44B8-AE72-F7E01968692F}" dt="2019-11-14T20:19:04.277" v="55"/>
        <pc:sldMkLst>
          <pc:docMk/>
          <pc:sldMk cId="0" sldId="269"/>
        </pc:sldMkLst>
        <pc:spChg chg="mod">
          <ac:chgData name="Mikael Ericsson" userId="8506a6f4-de41-4831-9818-e418b33149bf" providerId="ADAL" clId="{E52E9B41-E04D-44B8-AE72-F7E01968692F}" dt="2019-11-14T20:18:35.157" v="50" actId="404"/>
          <ac:spMkLst>
            <pc:docMk/>
            <pc:sldMk cId="0" sldId="269"/>
            <ac:spMk id="15365" creationId="{00000000-0000-0000-0000-000000000000}"/>
          </ac:spMkLst>
        </pc:spChg>
      </pc:sldChg>
      <pc:sldChg chg="addSp modAnim">
        <pc:chgData name="Mikael Ericsson" userId="8506a6f4-de41-4831-9818-e418b33149bf" providerId="ADAL" clId="{E52E9B41-E04D-44B8-AE72-F7E01968692F}" dt="2019-11-14T20:39:17.381" v="140"/>
        <pc:sldMkLst>
          <pc:docMk/>
          <pc:sldMk cId="0" sldId="270"/>
        </pc:sldMkLst>
        <pc:picChg chg="add">
          <ac:chgData name="Mikael Ericsson" userId="8506a6f4-de41-4831-9818-e418b33149bf" providerId="ADAL" clId="{E52E9B41-E04D-44B8-AE72-F7E01968692F}" dt="2019-11-14T20:39:17.381" v="140"/>
          <ac:picMkLst>
            <pc:docMk/>
            <pc:sldMk cId="0" sldId="270"/>
            <ac:picMk id="5" creationId="{18DF24AF-3A9A-4828-ABF1-A619C9C949DB}"/>
          </ac:picMkLst>
        </pc:picChg>
      </pc:sldChg>
      <pc:sldChg chg="del">
        <pc:chgData name="Mikael Ericsson" userId="8506a6f4-de41-4831-9818-e418b33149bf" providerId="ADAL" clId="{E52E9B41-E04D-44B8-AE72-F7E01968692F}" dt="2019-11-14T20:38:57.967" v="139" actId="47"/>
        <pc:sldMkLst>
          <pc:docMk/>
          <pc:sldMk cId="0" sldId="271"/>
        </pc:sldMkLst>
      </pc:sldChg>
      <pc:sldChg chg="modAnim">
        <pc:chgData name="Mikael Ericsson" userId="8506a6f4-de41-4831-9818-e418b33149bf" providerId="ADAL" clId="{E52E9B41-E04D-44B8-AE72-F7E01968692F}" dt="2019-11-14T20:51:30.629" v="169"/>
        <pc:sldMkLst>
          <pc:docMk/>
          <pc:sldMk cId="0" sldId="274"/>
        </pc:sldMkLst>
      </pc:sldChg>
      <pc:sldChg chg="addSp">
        <pc:chgData name="Mikael Ericsson" userId="8506a6f4-de41-4831-9818-e418b33149bf" providerId="ADAL" clId="{E52E9B41-E04D-44B8-AE72-F7E01968692F}" dt="2019-11-14T21:08:59.936" v="298"/>
        <pc:sldMkLst>
          <pc:docMk/>
          <pc:sldMk cId="0" sldId="276"/>
        </pc:sldMkLst>
        <pc:picChg chg="add">
          <ac:chgData name="Mikael Ericsson" userId="8506a6f4-de41-4831-9818-e418b33149bf" providerId="ADAL" clId="{E52E9B41-E04D-44B8-AE72-F7E01968692F}" dt="2019-11-14T21:08:59.936" v="298"/>
          <ac:picMkLst>
            <pc:docMk/>
            <pc:sldMk cId="0" sldId="276"/>
            <ac:picMk id="6" creationId="{E9AC813C-ABDE-4951-8A33-705FB2D2C706}"/>
          </ac:picMkLst>
        </pc:picChg>
      </pc:sldChg>
      <pc:sldChg chg="addSp modSp mod modAnim">
        <pc:chgData name="Mikael Ericsson" userId="8506a6f4-de41-4831-9818-e418b33149bf" providerId="ADAL" clId="{E52E9B41-E04D-44B8-AE72-F7E01968692F}" dt="2019-11-14T21:09:35.840" v="304"/>
        <pc:sldMkLst>
          <pc:docMk/>
          <pc:sldMk cId="0" sldId="280"/>
        </pc:sldMkLst>
        <pc:picChg chg="add ord">
          <ac:chgData name="Mikael Ericsson" userId="8506a6f4-de41-4831-9818-e418b33149bf" providerId="ADAL" clId="{E52E9B41-E04D-44B8-AE72-F7E01968692F}" dt="2019-11-14T21:09:14.876" v="300" actId="167"/>
          <ac:picMkLst>
            <pc:docMk/>
            <pc:sldMk cId="0" sldId="280"/>
            <ac:picMk id="7" creationId="{D512FC1A-D20E-4256-A2EF-E75227CC4A38}"/>
          </ac:picMkLst>
        </pc:picChg>
      </pc:sldChg>
      <pc:sldChg chg="addSp delSp modSp mod">
        <pc:chgData name="Mikael Ericsson" userId="8506a6f4-de41-4831-9818-e418b33149bf" providerId="ADAL" clId="{E52E9B41-E04D-44B8-AE72-F7E01968692F}" dt="2019-11-14T21:01:49.958" v="249"/>
        <pc:sldMkLst>
          <pc:docMk/>
          <pc:sldMk cId="0" sldId="284"/>
        </pc:sldMkLst>
        <pc:spChg chg="del">
          <ac:chgData name="Mikael Ericsson" userId="8506a6f4-de41-4831-9818-e418b33149bf" providerId="ADAL" clId="{E52E9B41-E04D-44B8-AE72-F7E01968692F}" dt="2019-11-14T21:01:47.099" v="248" actId="478"/>
          <ac:spMkLst>
            <pc:docMk/>
            <pc:sldMk cId="0" sldId="284"/>
            <ac:spMk id="3" creationId="{2CA9BC96-B23D-4EAD-A1F4-AE9E9BA5539D}"/>
          </ac:spMkLst>
        </pc:spChg>
        <pc:spChg chg="del">
          <ac:chgData name="Mikael Ericsson" userId="8506a6f4-de41-4831-9818-e418b33149bf" providerId="ADAL" clId="{E52E9B41-E04D-44B8-AE72-F7E01968692F}" dt="2019-11-14T21:01:47.099" v="248" actId="478"/>
          <ac:spMkLst>
            <pc:docMk/>
            <pc:sldMk cId="0" sldId="284"/>
            <ac:spMk id="6" creationId="{A7AE3875-7AF0-4430-9571-DB7336879A5B}"/>
          </ac:spMkLst>
        </pc:spChg>
        <pc:spChg chg="add mod">
          <ac:chgData name="Mikael Ericsson" userId="8506a6f4-de41-4831-9818-e418b33149bf" providerId="ADAL" clId="{E52E9B41-E04D-44B8-AE72-F7E01968692F}" dt="2019-11-14T21:01:49.958" v="249"/>
          <ac:spMkLst>
            <pc:docMk/>
            <pc:sldMk cId="0" sldId="284"/>
            <ac:spMk id="8" creationId="{5737E94F-1D5D-4719-A118-D32AA22AE25F}"/>
          </ac:spMkLst>
        </pc:spChg>
      </pc:sldChg>
      <pc:sldChg chg="addSp delSp modSp mod modClrScheme chgLayout">
        <pc:chgData name="Mikael Ericsson" userId="8506a6f4-de41-4831-9818-e418b33149bf" providerId="ADAL" clId="{E52E9B41-E04D-44B8-AE72-F7E01968692F}" dt="2019-11-14T20:50:36.066" v="163" actId="14100"/>
        <pc:sldMkLst>
          <pc:docMk/>
          <pc:sldMk cId="0" sldId="285"/>
        </pc:sldMkLst>
        <pc:spChg chg="add del mod ord">
          <ac:chgData name="Mikael Ericsson" userId="8506a6f4-de41-4831-9818-e418b33149bf" providerId="ADAL" clId="{E52E9B41-E04D-44B8-AE72-F7E01968692F}" dt="2019-11-14T20:50:29.387" v="161" actId="700"/>
          <ac:spMkLst>
            <pc:docMk/>
            <pc:sldMk cId="0" sldId="285"/>
            <ac:spMk id="3" creationId="{BDBA4260-311A-4814-949C-670FED95A5E2}"/>
          </ac:spMkLst>
        </pc:spChg>
        <pc:spChg chg="mod ord">
          <ac:chgData name="Mikael Ericsson" userId="8506a6f4-de41-4831-9818-e418b33149bf" providerId="ADAL" clId="{E52E9B41-E04D-44B8-AE72-F7E01968692F}" dt="2019-11-14T20:50:29.387" v="161" actId="700"/>
          <ac:spMkLst>
            <pc:docMk/>
            <pc:sldMk cId="0" sldId="285"/>
            <ac:spMk id="27651" creationId="{00000000-0000-0000-0000-000000000000}"/>
          </ac:spMkLst>
        </pc:spChg>
        <pc:picChg chg="mod ord">
          <ac:chgData name="Mikael Ericsson" userId="8506a6f4-de41-4831-9818-e418b33149bf" providerId="ADAL" clId="{E52E9B41-E04D-44B8-AE72-F7E01968692F}" dt="2019-11-14T20:50:36.066" v="163" actId="14100"/>
          <ac:picMkLst>
            <pc:docMk/>
            <pc:sldMk cId="0" sldId="285"/>
            <ac:picMk id="27652" creationId="{00000000-0000-0000-0000-000000000000}"/>
          </ac:picMkLst>
        </pc:picChg>
      </pc:sldChg>
      <pc:sldChg chg="addSp delSp modSp mod">
        <pc:chgData name="Mikael Ericsson" userId="8506a6f4-de41-4831-9818-e418b33149bf" providerId="ADAL" clId="{E52E9B41-E04D-44B8-AE72-F7E01968692F}" dt="2019-11-14T21:11:30.997" v="311" actId="167"/>
        <pc:sldMkLst>
          <pc:docMk/>
          <pc:sldMk cId="0" sldId="286"/>
        </pc:sldMkLst>
        <pc:spChg chg="del">
          <ac:chgData name="Mikael Ericsson" userId="8506a6f4-de41-4831-9818-e418b33149bf" providerId="ADAL" clId="{E52E9B41-E04D-44B8-AE72-F7E01968692F}" dt="2019-11-14T21:11:19.463" v="308" actId="478"/>
          <ac:spMkLst>
            <pc:docMk/>
            <pc:sldMk cId="0" sldId="286"/>
            <ac:spMk id="2" creationId="{1432F096-F456-42A6-A67D-FC808DD795E8}"/>
          </ac:spMkLst>
        </pc:spChg>
        <pc:spChg chg="mod">
          <ac:chgData name="Mikael Ericsson" userId="8506a6f4-de41-4831-9818-e418b33149bf" providerId="ADAL" clId="{E52E9B41-E04D-44B8-AE72-F7E01968692F}" dt="2019-11-14T21:11:16.703" v="307" actId="1076"/>
          <ac:spMkLst>
            <pc:docMk/>
            <pc:sldMk cId="0" sldId="286"/>
            <ac:spMk id="3" creationId="{1FE18689-24CD-4989-9F59-AC260F28CD60}"/>
          </ac:spMkLst>
        </pc:spChg>
        <pc:picChg chg="mod ord">
          <ac:chgData name="Mikael Ericsson" userId="8506a6f4-de41-4831-9818-e418b33149bf" providerId="ADAL" clId="{E52E9B41-E04D-44B8-AE72-F7E01968692F}" dt="2019-11-14T21:11:30.997" v="311" actId="167"/>
          <ac:picMkLst>
            <pc:docMk/>
            <pc:sldMk cId="0" sldId="286"/>
            <ac:picMk id="4" creationId="{20C953F3-B7E9-4598-BC6A-E155B85CB1D8}"/>
          </ac:picMkLst>
        </pc:picChg>
        <pc:picChg chg="add">
          <ac:chgData name="Mikael Ericsson" userId="8506a6f4-de41-4831-9818-e418b33149bf" providerId="ADAL" clId="{E52E9B41-E04D-44B8-AE72-F7E01968692F}" dt="2019-11-14T21:11:05.403" v="305"/>
          <ac:picMkLst>
            <pc:docMk/>
            <pc:sldMk cId="0" sldId="286"/>
            <ac:picMk id="6" creationId="{5A944C3A-FE11-4A33-AD67-83766DFBC94C}"/>
          </ac:picMkLst>
        </pc:picChg>
      </pc:sldChg>
      <pc:sldChg chg="addSp delSp modSp mod delAnim modAnim modNotesTx">
        <pc:chgData name="Mikael Ericsson" userId="8506a6f4-de41-4831-9818-e418b33149bf" providerId="ADAL" clId="{E52E9B41-E04D-44B8-AE72-F7E01968692F}" dt="2019-11-14T20:38:39.903" v="138" actId="1076"/>
        <pc:sldMkLst>
          <pc:docMk/>
          <pc:sldMk cId="0" sldId="287"/>
        </pc:sldMkLst>
        <pc:spChg chg="add mod">
          <ac:chgData name="Mikael Ericsson" userId="8506a6f4-de41-4831-9818-e418b33149bf" providerId="ADAL" clId="{E52E9B41-E04D-44B8-AE72-F7E01968692F}" dt="2019-11-14T20:38:39.903" v="138" actId="1076"/>
          <ac:spMkLst>
            <pc:docMk/>
            <pc:sldMk cId="0" sldId="287"/>
            <ac:spMk id="2" creationId="{0C5EEF9F-DDE2-4DE8-9A91-B21CD8BD6396}"/>
          </ac:spMkLst>
        </pc:spChg>
        <pc:spChg chg="del">
          <ac:chgData name="Mikael Ericsson" userId="8506a6f4-de41-4831-9818-e418b33149bf" providerId="ADAL" clId="{E52E9B41-E04D-44B8-AE72-F7E01968692F}" dt="2019-11-14T20:28:39.147" v="78" actId="478"/>
          <ac:spMkLst>
            <pc:docMk/>
            <pc:sldMk cId="0" sldId="287"/>
            <ac:spMk id="3" creationId="{C189A035-9727-4495-A40C-10712941F20E}"/>
          </ac:spMkLst>
        </pc:spChg>
        <pc:spChg chg="mod">
          <ac:chgData name="Mikael Ericsson" userId="8506a6f4-de41-4831-9818-e418b33149bf" providerId="ADAL" clId="{E52E9B41-E04D-44B8-AE72-F7E01968692F}" dt="2019-11-14T20:37:49.523" v="134" actId="14100"/>
          <ac:spMkLst>
            <pc:docMk/>
            <pc:sldMk cId="0" sldId="287"/>
            <ac:spMk id="5" creationId="{5C2819DB-64D3-4D2C-AC68-BC1306DFD118}"/>
          </ac:spMkLst>
        </pc:spChg>
        <pc:grpChg chg="add mod">
          <ac:chgData name="Mikael Ericsson" userId="8506a6f4-de41-4831-9818-e418b33149bf" providerId="ADAL" clId="{E52E9B41-E04D-44B8-AE72-F7E01968692F}" dt="2019-11-14T20:38:19.146" v="135" actId="164"/>
          <ac:grpSpMkLst>
            <pc:docMk/>
            <pc:sldMk cId="0" sldId="287"/>
            <ac:grpSpMk id="19" creationId="{19BE3CF5-CCEC-4DC7-9C5F-A44A27E8BB99}"/>
          </ac:grpSpMkLst>
        </pc:grpChg>
        <pc:picChg chg="add mod">
          <ac:chgData name="Mikael Ericsson" userId="8506a6f4-de41-4831-9818-e418b33149bf" providerId="ADAL" clId="{E52E9B41-E04D-44B8-AE72-F7E01968692F}" dt="2019-11-14T20:34:25.905" v="91" actId="1076"/>
          <ac:picMkLst>
            <pc:docMk/>
            <pc:sldMk cId="0" sldId="287"/>
            <ac:picMk id="6" creationId="{BFD05E40-B5DB-4B7B-8E20-589B4A437AD5}"/>
          </ac:picMkLst>
        </pc:picChg>
        <pc:picChg chg="del">
          <ac:chgData name="Mikael Ericsson" userId="8506a6f4-de41-4831-9818-e418b33149bf" providerId="ADAL" clId="{E52E9B41-E04D-44B8-AE72-F7E01968692F}" dt="2019-11-14T20:27:06.742" v="70" actId="478"/>
          <ac:picMkLst>
            <pc:docMk/>
            <pc:sldMk cId="0" sldId="287"/>
            <ac:picMk id="7" creationId="{00000000-0000-0000-0000-000000000000}"/>
          </ac:picMkLst>
        </pc:picChg>
        <pc:picChg chg="add mod">
          <ac:chgData name="Mikael Ericsson" userId="8506a6f4-de41-4831-9818-e418b33149bf" providerId="ADAL" clId="{E52E9B41-E04D-44B8-AE72-F7E01968692F}" dt="2019-11-14T20:34:24.197" v="90" actId="14100"/>
          <ac:picMkLst>
            <pc:docMk/>
            <pc:sldMk cId="0" sldId="287"/>
            <ac:picMk id="9" creationId="{B78B87B2-206D-4356-AD8B-3527A531543B}"/>
          </ac:picMkLst>
        </pc:picChg>
        <pc:picChg chg="del">
          <ac:chgData name="Mikael Ericsson" userId="8506a6f4-de41-4831-9818-e418b33149bf" providerId="ADAL" clId="{E52E9B41-E04D-44B8-AE72-F7E01968692F}" dt="2019-11-14T20:27:04.595" v="69" actId="478"/>
          <ac:picMkLst>
            <pc:docMk/>
            <pc:sldMk cId="0" sldId="287"/>
            <ac:picMk id="10" creationId="{00000000-0000-0000-0000-000000000000}"/>
          </ac:picMkLst>
        </pc:picChg>
        <pc:picChg chg="add mod ord">
          <ac:chgData name="Mikael Ericsson" userId="8506a6f4-de41-4831-9818-e418b33149bf" providerId="ADAL" clId="{E52E9B41-E04D-44B8-AE72-F7E01968692F}" dt="2019-11-14T20:36:12.382" v="118" actId="167"/>
          <ac:picMkLst>
            <pc:docMk/>
            <pc:sldMk cId="0" sldId="287"/>
            <ac:picMk id="18" creationId="{3F2175B7-D802-4A09-B22A-898B1FE57E74}"/>
          </ac:picMkLst>
        </pc:picChg>
        <pc:picChg chg="del">
          <ac:chgData name="Mikael Ericsson" userId="8506a6f4-de41-4831-9818-e418b33149bf" providerId="ADAL" clId="{E52E9B41-E04D-44B8-AE72-F7E01968692F}" dt="2019-11-14T20:27:08.789" v="71" actId="478"/>
          <ac:picMkLst>
            <pc:docMk/>
            <pc:sldMk cId="0" sldId="287"/>
            <ac:picMk id="21508" creationId="{00000000-0000-0000-0000-000000000000}"/>
          </ac:picMkLst>
        </pc:picChg>
        <pc:cxnChg chg="add mod">
          <ac:chgData name="Mikael Ericsson" userId="8506a6f4-de41-4831-9818-e418b33149bf" providerId="ADAL" clId="{E52E9B41-E04D-44B8-AE72-F7E01968692F}" dt="2019-11-14T20:38:19.146" v="135" actId="164"/>
          <ac:cxnSpMkLst>
            <pc:docMk/>
            <pc:sldMk cId="0" sldId="287"/>
            <ac:cxnSpMk id="12" creationId="{DD5C007C-519C-4E82-82C7-A3FCF176C5BF}"/>
          </ac:cxnSpMkLst>
        </pc:cxnChg>
        <pc:cxnChg chg="add mod">
          <ac:chgData name="Mikael Ericsson" userId="8506a6f4-de41-4831-9818-e418b33149bf" providerId="ADAL" clId="{E52E9B41-E04D-44B8-AE72-F7E01968692F}" dt="2019-11-14T20:38:19.146" v="135" actId="164"/>
          <ac:cxnSpMkLst>
            <pc:docMk/>
            <pc:sldMk cId="0" sldId="287"/>
            <ac:cxnSpMk id="14" creationId="{A5116EB4-293D-464D-B2D5-87B2B80B3AAC}"/>
          </ac:cxnSpMkLst>
        </pc:cxnChg>
        <pc:cxnChg chg="add mod">
          <ac:chgData name="Mikael Ericsson" userId="8506a6f4-de41-4831-9818-e418b33149bf" providerId="ADAL" clId="{E52E9B41-E04D-44B8-AE72-F7E01968692F}" dt="2019-11-14T20:38:19.146" v="135" actId="164"/>
          <ac:cxnSpMkLst>
            <pc:docMk/>
            <pc:sldMk cId="0" sldId="287"/>
            <ac:cxnSpMk id="16" creationId="{38FE89EB-2E4D-489F-BA3B-10C8090AFBF5}"/>
          </ac:cxnSpMkLst>
        </pc:cxnChg>
      </pc:sldChg>
      <pc:sldChg chg="addSp modSp mod setBg">
        <pc:chgData name="Mikael Ericsson" userId="8506a6f4-de41-4831-9818-e418b33149bf" providerId="ADAL" clId="{E52E9B41-E04D-44B8-AE72-F7E01968692F}" dt="2019-11-14T20:50:57.749" v="165" actId="26606"/>
        <pc:sldMkLst>
          <pc:docMk/>
          <pc:sldMk cId="0" sldId="295"/>
        </pc:sldMkLst>
        <pc:spChg chg="mod">
          <ac:chgData name="Mikael Ericsson" userId="8506a6f4-de41-4831-9818-e418b33149bf" providerId="ADAL" clId="{E52E9B41-E04D-44B8-AE72-F7E01968692F}" dt="2019-11-14T20:50:57.749" v="165" actId="26606"/>
          <ac:spMkLst>
            <pc:docMk/>
            <pc:sldMk cId="0" sldId="295"/>
            <ac:spMk id="29699" creationId="{00000000-0000-0000-0000-000000000000}"/>
          </ac:spMkLst>
        </pc:spChg>
        <pc:spChg chg="mod">
          <ac:chgData name="Mikael Ericsson" userId="8506a6f4-de41-4831-9818-e418b33149bf" providerId="ADAL" clId="{E52E9B41-E04D-44B8-AE72-F7E01968692F}" dt="2019-11-14T20:50:57.749" v="165" actId="26606"/>
          <ac:spMkLst>
            <pc:docMk/>
            <pc:sldMk cId="0" sldId="295"/>
            <ac:spMk id="29700" creationId="{00000000-0000-0000-0000-000000000000}"/>
          </ac:spMkLst>
        </pc:spChg>
        <pc:picChg chg="add mod ord">
          <ac:chgData name="Mikael Ericsson" userId="8506a6f4-de41-4831-9818-e418b33149bf" providerId="ADAL" clId="{E52E9B41-E04D-44B8-AE72-F7E01968692F}" dt="2019-11-14T20:50:57.749" v="165" actId="26606"/>
          <ac:picMkLst>
            <pc:docMk/>
            <pc:sldMk cId="0" sldId="295"/>
            <ac:picMk id="4" creationId="{DC45586B-4058-4013-8C04-3748862B9478}"/>
          </ac:picMkLst>
        </pc:picChg>
        <pc:picChg chg="add">
          <ac:chgData name="Mikael Ericsson" userId="8506a6f4-de41-4831-9818-e418b33149bf" providerId="ADAL" clId="{E52E9B41-E04D-44B8-AE72-F7E01968692F}" dt="2019-11-14T20:50:57.749" v="165" actId="26606"/>
          <ac:picMkLst>
            <pc:docMk/>
            <pc:sldMk cId="0" sldId="295"/>
            <ac:picMk id="73" creationId="{54DDEBDD-D8BD-41A6-8A0D-B00E3768B0F9}"/>
          </ac:picMkLst>
        </pc:picChg>
      </pc:sldChg>
      <pc:sldChg chg="addSp modSp mod modClrScheme chgLayout">
        <pc:chgData name="Mikael Ericsson" userId="8506a6f4-de41-4831-9818-e418b33149bf" providerId="ADAL" clId="{E52E9B41-E04D-44B8-AE72-F7E01968692F}" dt="2019-11-14T20:47:51.661" v="159" actId="1076"/>
        <pc:sldMkLst>
          <pc:docMk/>
          <pc:sldMk cId="0" sldId="296"/>
        </pc:sldMkLst>
        <pc:spChg chg="add mod">
          <ac:chgData name="Mikael Ericsson" userId="8506a6f4-de41-4831-9818-e418b33149bf" providerId="ADAL" clId="{E52E9B41-E04D-44B8-AE72-F7E01968692F}" dt="2019-11-14T20:45:31.370" v="153" actId="1076"/>
          <ac:spMkLst>
            <pc:docMk/>
            <pc:sldMk cId="0" sldId="296"/>
            <ac:spMk id="2" creationId="{1ED83013-2521-4B6E-B211-8C44DEA6E68F}"/>
          </ac:spMkLst>
        </pc:spChg>
        <pc:spChg chg="add mod">
          <ac:chgData name="Mikael Ericsson" userId="8506a6f4-de41-4831-9818-e418b33149bf" providerId="ADAL" clId="{E52E9B41-E04D-44B8-AE72-F7E01968692F}" dt="2019-11-14T20:47:51.661" v="159" actId="1076"/>
          <ac:spMkLst>
            <pc:docMk/>
            <pc:sldMk cId="0" sldId="296"/>
            <ac:spMk id="3" creationId="{CB63806E-DBDA-4C27-84BA-A4CCCABC1288}"/>
          </ac:spMkLst>
        </pc:spChg>
        <pc:spChg chg="mod ord">
          <ac:chgData name="Mikael Ericsson" userId="8506a6f4-de41-4831-9818-e418b33149bf" providerId="ADAL" clId="{E52E9B41-E04D-44B8-AE72-F7E01968692F}" dt="2019-11-14T20:45:23.694" v="151" actId="700"/>
          <ac:spMkLst>
            <pc:docMk/>
            <pc:sldMk cId="0" sldId="296"/>
            <ac:spMk id="4" creationId="{80561069-4FAD-4CF0-A381-7F50B14EC3E6}"/>
          </ac:spMkLst>
        </pc:spChg>
        <pc:picChg chg="mod ord">
          <ac:chgData name="Mikael Ericsson" userId="8506a6f4-de41-4831-9818-e418b33149bf" providerId="ADAL" clId="{E52E9B41-E04D-44B8-AE72-F7E01968692F}" dt="2019-11-14T20:45:23.694" v="151" actId="700"/>
          <ac:picMkLst>
            <pc:docMk/>
            <pc:sldMk cId="0" sldId="296"/>
            <ac:picMk id="6" creationId="{0FCB8292-3236-4AB0-AA2F-264A53E69E8C}"/>
          </ac:picMkLst>
        </pc:picChg>
        <pc:picChg chg="mod ord">
          <ac:chgData name="Mikael Ericsson" userId="8506a6f4-de41-4831-9818-e418b33149bf" providerId="ADAL" clId="{E52E9B41-E04D-44B8-AE72-F7E01968692F}" dt="2019-11-14T20:45:35.382" v="155" actId="1076"/>
          <ac:picMkLst>
            <pc:docMk/>
            <pc:sldMk cId="0" sldId="296"/>
            <ac:picMk id="23556" creationId="{00000000-0000-0000-0000-000000000000}"/>
          </ac:picMkLst>
        </pc:picChg>
        <pc:picChg chg="mod ord">
          <ac:chgData name="Mikael Ericsson" userId="8506a6f4-de41-4831-9818-e418b33149bf" providerId="ADAL" clId="{E52E9B41-E04D-44B8-AE72-F7E01968692F}" dt="2019-11-14T20:45:38.202" v="157" actId="1076"/>
          <ac:picMkLst>
            <pc:docMk/>
            <pc:sldMk cId="0" sldId="296"/>
            <ac:picMk id="23558" creationId="{00000000-0000-0000-0000-000000000000}"/>
          </ac:picMkLst>
        </pc:picChg>
      </pc:sldChg>
      <pc:sldChg chg="addSp delSp modSp mod modNotesTx">
        <pc:chgData name="Mikael Ericsson" userId="8506a6f4-de41-4831-9818-e418b33149bf" providerId="ADAL" clId="{E52E9B41-E04D-44B8-AE72-F7E01968692F}" dt="2019-11-14T20:58:15.472" v="219" actId="47"/>
        <pc:sldMkLst>
          <pc:docMk/>
          <pc:sldMk cId="0" sldId="297"/>
        </pc:sldMkLst>
        <pc:spChg chg="del">
          <ac:chgData name="Mikael Ericsson" userId="8506a6f4-de41-4831-9818-e418b33149bf" providerId="ADAL" clId="{E52E9B41-E04D-44B8-AE72-F7E01968692F}" dt="2019-11-14T20:57:13.596" v="210"/>
          <ac:spMkLst>
            <pc:docMk/>
            <pc:sldMk cId="0" sldId="297"/>
            <ac:spMk id="5" creationId="{D5389B6F-F1F6-4B64-A6D6-776A7F52B55D}"/>
          </ac:spMkLst>
        </pc:spChg>
        <pc:spChg chg="add del mod">
          <ac:chgData name="Mikael Ericsson" userId="8506a6f4-de41-4831-9818-e418b33149bf" providerId="ADAL" clId="{E52E9B41-E04D-44B8-AE72-F7E01968692F}" dt="2019-11-14T20:58:15.472" v="219" actId="47"/>
          <ac:spMkLst>
            <pc:docMk/>
            <pc:sldMk cId="0" sldId="297"/>
            <ac:spMk id="9" creationId="{43CFFC9C-6BFD-4F73-B2F9-55AB01D10A07}"/>
          </ac:spMkLst>
        </pc:spChg>
      </pc:sldChg>
      <pc:sldChg chg="addSp">
        <pc:chgData name="Mikael Ericsson" userId="8506a6f4-de41-4831-9818-e418b33149bf" providerId="ADAL" clId="{E52E9B41-E04D-44B8-AE72-F7E01968692F}" dt="2019-11-14T20:39:20.472" v="141"/>
        <pc:sldMkLst>
          <pc:docMk/>
          <pc:sldMk cId="0" sldId="299"/>
        </pc:sldMkLst>
        <pc:picChg chg="add">
          <ac:chgData name="Mikael Ericsson" userId="8506a6f4-de41-4831-9818-e418b33149bf" providerId="ADAL" clId="{E52E9B41-E04D-44B8-AE72-F7E01968692F}" dt="2019-11-14T20:39:20.472" v="141"/>
          <ac:picMkLst>
            <pc:docMk/>
            <pc:sldMk cId="0" sldId="299"/>
            <ac:picMk id="6" creationId="{118D2094-D3E6-42B7-A00A-7B02C1D42FFA}"/>
          </ac:picMkLst>
        </pc:picChg>
      </pc:sldChg>
      <pc:sldChg chg="addSp ord">
        <pc:chgData name="Mikael Ericsson" userId="8506a6f4-de41-4831-9818-e418b33149bf" providerId="ADAL" clId="{E52E9B41-E04D-44B8-AE72-F7E01968692F}" dt="2019-11-14T20:19:26.421" v="58"/>
        <pc:sldMkLst>
          <pc:docMk/>
          <pc:sldMk cId="0" sldId="300"/>
        </pc:sldMkLst>
        <pc:picChg chg="add">
          <ac:chgData name="Mikael Ericsson" userId="8506a6f4-de41-4831-9818-e418b33149bf" providerId="ADAL" clId="{E52E9B41-E04D-44B8-AE72-F7E01968692F}" dt="2019-11-14T20:19:26.421" v="58"/>
          <ac:picMkLst>
            <pc:docMk/>
            <pc:sldMk cId="0" sldId="300"/>
            <ac:picMk id="5" creationId="{587CF47F-3D35-4CA8-9169-91948A192085}"/>
          </ac:picMkLst>
        </pc:picChg>
      </pc:sldChg>
      <pc:sldChg chg="addSp delSp modSp add">
        <pc:chgData name="Mikael Ericsson" userId="8506a6f4-de41-4831-9818-e418b33149bf" providerId="ADAL" clId="{E52E9B41-E04D-44B8-AE72-F7E01968692F}" dt="2019-11-14T20:17:24.907" v="47"/>
        <pc:sldMkLst>
          <pc:docMk/>
          <pc:sldMk cId="2876216114" sldId="317"/>
        </pc:sldMkLst>
        <pc:spChg chg="mod">
          <ac:chgData name="Mikael Ericsson" userId="8506a6f4-de41-4831-9818-e418b33149bf" providerId="ADAL" clId="{E52E9B41-E04D-44B8-AE72-F7E01968692F}" dt="2019-11-14T15:42:47.759" v="36"/>
          <ac:spMkLst>
            <pc:docMk/>
            <pc:sldMk cId="2876216114" sldId="317"/>
            <ac:spMk id="2" creationId="{442A06A7-62D2-40ED-B49B-349EE0D05A23}"/>
          </ac:spMkLst>
        </pc:spChg>
        <pc:spChg chg="add mod">
          <ac:chgData name="Mikael Ericsson" userId="8506a6f4-de41-4831-9818-e418b33149bf" providerId="ADAL" clId="{E52E9B41-E04D-44B8-AE72-F7E01968692F}" dt="2019-11-14T15:34:43.715" v="16" actId="164"/>
          <ac:spMkLst>
            <pc:docMk/>
            <pc:sldMk cId="2876216114" sldId="317"/>
            <ac:spMk id="4" creationId="{D9B19915-2E80-4662-84B5-D61B4413079E}"/>
          </ac:spMkLst>
        </pc:spChg>
        <pc:spChg chg="add mod">
          <ac:chgData name="Mikael Ericsson" userId="8506a6f4-de41-4831-9818-e418b33149bf" providerId="ADAL" clId="{E52E9B41-E04D-44B8-AE72-F7E01968692F}" dt="2019-11-14T15:34:43.715" v="16" actId="164"/>
          <ac:spMkLst>
            <pc:docMk/>
            <pc:sldMk cId="2876216114" sldId="317"/>
            <ac:spMk id="6" creationId="{D2760C98-29D0-4D8B-89A5-CAA4E26FA065}"/>
          </ac:spMkLst>
        </pc:spChg>
        <pc:spChg chg="add mod">
          <ac:chgData name="Mikael Ericsson" userId="8506a6f4-de41-4831-9818-e418b33149bf" providerId="ADAL" clId="{E52E9B41-E04D-44B8-AE72-F7E01968692F}" dt="2019-11-14T15:34:43.715" v="16" actId="164"/>
          <ac:spMkLst>
            <pc:docMk/>
            <pc:sldMk cId="2876216114" sldId="317"/>
            <ac:spMk id="7" creationId="{77D6BDAD-3E1B-42EC-A702-1B8BD65EE275}"/>
          </ac:spMkLst>
        </pc:spChg>
        <pc:spChg chg="add mod">
          <ac:chgData name="Mikael Ericsson" userId="8506a6f4-de41-4831-9818-e418b33149bf" providerId="ADAL" clId="{E52E9B41-E04D-44B8-AE72-F7E01968692F}" dt="2019-11-14T15:37:05.727" v="23" actId="164"/>
          <ac:spMkLst>
            <pc:docMk/>
            <pc:sldMk cId="2876216114" sldId="317"/>
            <ac:spMk id="8" creationId="{4F1CDBC5-6EC1-42FF-ACFF-91B9CB49C4F8}"/>
          </ac:spMkLst>
        </pc:spChg>
        <pc:spChg chg="add mod topLvl">
          <ac:chgData name="Mikael Ericsson" userId="8506a6f4-de41-4831-9818-e418b33149bf" providerId="ADAL" clId="{E52E9B41-E04D-44B8-AE72-F7E01968692F}" dt="2019-11-14T15:45:07.783" v="42" actId="164"/>
          <ac:spMkLst>
            <pc:docMk/>
            <pc:sldMk cId="2876216114" sldId="317"/>
            <ac:spMk id="9" creationId="{3FD93822-71F2-4DC7-AD09-6E3158E77F30}"/>
          </ac:spMkLst>
        </pc:spChg>
        <pc:spChg chg="add mod">
          <ac:chgData name="Mikael Ericsson" userId="8506a6f4-de41-4831-9818-e418b33149bf" providerId="ADAL" clId="{E52E9B41-E04D-44B8-AE72-F7E01968692F}" dt="2019-11-14T15:45:02.148" v="41" actId="164"/>
          <ac:spMkLst>
            <pc:docMk/>
            <pc:sldMk cId="2876216114" sldId="317"/>
            <ac:spMk id="10" creationId="{950F6D43-22C0-4786-9239-3BF4D9BB12A5}"/>
          </ac:spMkLst>
        </pc:spChg>
        <pc:spChg chg="add mod">
          <ac:chgData name="Mikael Ericsson" userId="8506a6f4-de41-4831-9818-e418b33149bf" providerId="ADAL" clId="{E52E9B41-E04D-44B8-AE72-F7E01968692F}" dt="2019-11-14T15:34:43.715" v="16" actId="164"/>
          <ac:spMkLst>
            <pc:docMk/>
            <pc:sldMk cId="2876216114" sldId="317"/>
            <ac:spMk id="19" creationId="{CD64D70B-8FBF-4BE8-8FC3-E984FE58A1DD}"/>
          </ac:spMkLst>
        </pc:spChg>
        <pc:spChg chg="add mod">
          <ac:chgData name="Mikael Ericsson" userId="8506a6f4-de41-4831-9818-e418b33149bf" providerId="ADAL" clId="{E52E9B41-E04D-44B8-AE72-F7E01968692F}" dt="2019-11-14T15:37:05.727" v="23" actId="164"/>
          <ac:spMkLst>
            <pc:docMk/>
            <pc:sldMk cId="2876216114" sldId="317"/>
            <ac:spMk id="21" creationId="{5EF90DEA-91CE-42A1-A128-C19B2089B98F}"/>
          </ac:spMkLst>
        </pc:spChg>
        <pc:spChg chg="add mod">
          <ac:chgData name="Mikael Ericsson" userId="8506a6f4-de41-4831-9818-e418b33149bf" providerId="ADAL" clId="{E52E9B41-E04D-44B8-AE72-F7E01968692F}" dt="2019-11-14T15:37:05.727" v="23" actId="164"/>
          <ac:spMkLst>
            <pc:docMk/>
            <pc:sldMk cId="2876216114" sldId="317"/>
            <ac:spMk id="22" creationId="{992388E8-8033-40EC-ABC3-E53847873889}"/>
          </ac:spMkLst>
        </pc:spChg>
        <pc:spChg chg="add mod">
          <ac:chgData name="Mikael Ericsson" userId="8506a6f4-de41-4831-9818-e418b33149bf" providerId="ADAL" clId="{E52E9B41-E04D-44B8-AE72-F7E01968692F}" dt="2019-11-14T15:37:05.727" v="23" actId="164"/>
          <ac:spMkLst>
            <pc:docMk/>
            <pc:sldMk cId="2876216114" sldId="317"/>
            <ac:spMk id="23" creationId="{15D9639D-88C9-4326-8B45-F30012D75A43}"/>
          </ac:spMkLst>
        </pc:spChg>
        <pc:spChg chg="add mod topLvl">
          <ac:chgData name="Mikael Ericsson" userId="8506a6f4-de41-4831-9818-e418b33149bf" providerId="ADAL" clId="{E52E9B41-E04D-44B8-AE72-F7E01968692F}" dt="2019-11-14T15:45:07.783" v="42" actId="164"/>
          <ac:spMkLst>
            <pc:docMk/>
            <pc:sldMk cId="2876216114" sldId="317"/>
            <ac:spMk id="24" creationId="{66F9A57B-A91F-4C5D-B367-21D7B55669C3}"/>
          </ac:spMkLst>
        </pc:spChg>
        <pc:spChg chg="add mod">
          <ac:chgData name="Mikael Ericsson" userId="8506a6f4-de41-4831-9818-e418b33149bf" providerId="ADAL" clId="{E52E9B41-E04D-44B8-AE72-F7E01968692F}" dt="2019-11-14T15:37:05.727" v="23" actId="164"/>
          <ac:spMkLst>
            <pc:docMk/>
            <pc:sldMk cId="2876216114" sldId="317"/>
            <ac:spMk id="25" creationId="{6E220A54-01E5-4E58-A151-A1169DF46E58}"/>
          </ac:spMkLst>
        </pc:spChg>
        <pc:spChg chg="add mod topLvl">
          <ac:chgData name="Mikael Ericsson" userId="8506a6f4-de41-4831-9818-e418b33149bf" providerId="ADAL" clId="{E52E9B41-E04D-44B8-AE72-F7E01968692F}" dt="2019-11-14T15:45:07.783" v="42" actId="164"/>
          <ac:spMkLst>
            <pc:docMk/>
            <pc:sldMk cId="2876216114" sldId="317"/>
            <ac:spMk id="27" creationId="{53D27ABB-A510-412B-8FB9-B834C3DD5019}"/>
          </ac:spMkLst>
        </pc:spChg>
        <pc:spChg chg="mod topLvl">
          <ac:chgData name="Mikael Ericsson" userId="8506a6f4-de41-4831-9818-e418b33149bf" providerId="ADAL" clId="{E52E9B41-E04D-44B8-AE72-F7E01968692F}" dt="2019-11-14T15:45:07.783" v="42" actId="164"/>
          <ac:spMkLst>
            <pc:docMk/>
            <pc:sldMk cId="2876216114" sldId="317"/>
            <ac:spMk id="29" creationId="{01EC85CA-A4AB-437B-A2DD-65511C717470}"/>
          </ac:spMkLst>
        </pc:spChg>
        <pc:spChg chg="mod topLvl">
          <ac:chgData name="Mikael Ericsson" userId="8506a6f4-de41-4831-9818-e418b33149bf" providerId="ADAL" clId="{E52E9B41-E04D-44B8-AE72-F7E01968692F}" dt="2019-11-14T15:45:07.783" v="42" actId="164"/>
          <ac:spMkLst>
            <pc:docMk/>
            <pc:sldMk cId="2876216114" sldId="317"/>
            <ac:spMk id="30" creationId="{325E39B1-1110-404B-8EE6-84DBFCE06EAB}"/>
          </ac:spMkLst>
        </pc:spChg>
        <pc:spChg chg="mod topLvl">
          <ac:chgData name="Mikael Ericsson" userId="8506a6f4-de41-4831-9818-e418b33149bf" providerId="ADAL" clId="{E52E9B41-E04D-44B8-AE72-F7E01968692F}" dt="2019-11-14T15:37:28.372" v="25" actId="165"/>
          <ac:spMkLst>
            <pc:docMk/>
            <pc:sldMk cId="2876216114" sldId="317"/>
            <ac:spMk id="31" creationId="{076335EF-805A-49F9-913B-02ECDD14F44B}"/>
          </ac:spMkLst>
        </pc:spChg>
        <pc:spChg chg="mod topLvl">
          <ac:chgData name="Mikael Ericsson" userId="8506a6f4-de41-4831-9818-e418b33149bf" providerId="ADAL" clId="{E52E9B41-E04D-44B8-AE72-F7E01968692F}" dt="2019-11-14T15:37:28.372" v="25" actId="165"/>
          <ac:spMkLst>
            <pc:docMk/>
            <pc:sldMk cId="2876216114" sldId="317"/>
            <ac:spMk id="32" creationId="{04606F66-BE15-41C1-AA00-D3823874A352}"/>
          </ac:spMkLst>
        </pc:spChg>
        <pc:spChg chg="mod topLvl">
          <ac:chgData name="Mikael Ericsson" userId="8506a6f4-de41-4831-9818-e418b33149bf" providerId="ADAL" clId="{E52E9B41-E04D-44B8-AE72-F7E01968692F}" dt="2019-11-14T15:45:07.783" v="42" actId="164"/>
          <ac:spMkLst>
            <pc:docMk/>
            <pc:sldMk cId="2876216114" sldId="317"/>
            <ac:spMk id="33" creationId="{071E3EFF-7A23-467B-9236-99BDD20D27FD}"/>
          </ac:spMkLst>
        </pc:spChg>
        <pc:spChg chg="mod topLvl">
          <ac:chgData name="Mikael Ericsson" userId="8506a6f4-de41-4831-9818-e418b33149bf" providerId="ADAL" clId="{E52E9B41-E04D-44B8-AE72-F7E01968692F}" dt="2019-11-14T15:40:26.489" v="32" actId="164"/>
          <ac:spMkLst>
            <pc:docMk/>
            <pc:sldMk cId="2876216114" sldId="317"/>
            <ac:spMk id="37" creationId="{E384FE2C-7ECD-479A-9BFB-0AF1120CB262}"/>
          </ac:spMkLst>
        </pc:spChg>
        <pc:spChg chg="mod topLvl">
          <ac:chgData name="Mikael Ericsson" userId="8506a6f4-de41-4831-9818-e418b33149bf" providerId="ADAL" clId="{E52E9B41-E04D-44B8-AE72-F7E01968692F}" dt="2019-11-14T15:39:32.747" v="30" actId="165"/>
          <ac:spMkLst>
            <pc:docMk/>
            <pc:sldMk cId="2876216114" sldId="317"/>
            <ac:spMk id="38" creationId="{DECB36B8-3F27-4349-A897-5261B8BCCDD7}"/>
          </ac:spMkLst>
        </pc:spChg>
        <pc:spChg chg="mod topLvl">
          <ac:chgData name="Mikael Ericsson" userId="8506a6f4-de41-4831-9818-e418b33149bf" providerId="ADAL" clId="{E52E9B41-E04D-44B8-AE72-F7E01968692F}" dt="2019-11-14T15:40:26.489" v="32" actId="164"/>
          <ac:spMkLst>
            <pc:docMk/>
            <pc:sldMk cId="2876216114" sldId="317"/>
            <ac:spMk id="39" creationId="{48649A1B-A051-496A-9E77-DF4012C46C5E}"/>
          </ac:spMkLst>
        </pc:spChg>
        <pc:spChg chg="mod topLvl">
          <ac:chgData name="Mikael Ericsson" userId="8506a6f4-de41-4831-9818-e418b33149bf" providerId="ADAL" clId="{E52E9B41-E04D-44B8-AE72-F7E01968692F}" dt="2019-11-14T15:40:26.489" v="32" actId="164"/>
          <ac:spMkLst>
            <pc:docMk/>
            <pc:sldMk cId="2876216114" sldId="317"/>
            <ac:spMk id="40" creationId="{DC8FDF16-04A8-4AB2-B8AC-51A0B0420C9A}"/>
          </ac:spMkLst>
        </pc:spChg>
        <pc:spChg chg="mod topLvl">
          <ac:chgData name="Mikael Ericsson" userId="8506a6f4-de41-4831-9818-e418b33149bf" providerId="ADAL" clId="{E52E9B41-E04D-44B8-AE72-F7E01968692F}" dt="2019-11-14T15:40:26.489" v="32" actId="164"/>
          <ac:spMkLst>
            <pc:docMk/>
            <pc:sldMk cId="2876216114" sldId="317"/>
            <ac:spMk id="41" creationId="{5EC261B3-710E-4679-8D6D-414EC83B46FF}"/>
          </ac:spMkLst>
        </pc:spChg>
        <pc:spChg chg="add mod">
          <ac:chgData name="Mikael Ericsson" userId="8506a6f4-de41-4831-9818-e418b33149bf" providerId="ADAL" clId="{E52E9B41-E04D-44B8-AE72-F7E01968692F}" dt="2019-11-14T15:40:26.489" v="32" actId="164"/>
          <ac:spMkLst>
            <pc:docMk/>
            <pc:sldMk cId="2876216114" sldId="317"/>
            <ac:spMk id="42" creationId="{311C80D0-E7F2-4A99-A058-E29A0540843A}"/>
          </ac:spMkLst>
        </pc:spChg>
        <pc:spChg chg="add mod">
          <ac:chgData name="Mikael Ericsson" userId="8506a6f4-de41-4831-9818-e418b33149bf" providerId="ADAL" clId="{E52E9B41-E04D-44B8-AE72-F7E01968692F}" dt="2019-11-14T15:40:26.489" v="32" actId="164"/>
          <ac:spMkLst>
            <pc:docMk/>
            <pc:sldMk cId="2876216114" sldId="317"/>
            <ac:spMk id="43" creationId="{5920E791-E0F5-4218-8AEC-8DAE814E3745}"/>
          </ac:spMkLst>
        </pc:spChg>
        <pc:spChg chg="mod topLvl">
          <ac:chgData name="Mikael Ericsson" userId="8506a6f4-de41-4831-9818-e418b33149bf" providerId="ADAL" clId="{E52E9B41-E04D-44B8-AE72-F7E01968692F}" dt="2019-11-14T15:45:02.148" v="41" actId="164"/>
          <ac:spMkLst>
            <pc:docMk/>
            <pc:sldMk cId="2876216114" sldId="317"/>
            <ac:spMk id="46" creationId="{3CCCEC3C-9415-4DF3-8FC0-E58C1690F770}"/>
          </ac:spMkLst>
        </pc:spChg>
        <pc:spChg chg="mod topLvl">
          <ac:chgData name="Mikael Ericsson" userId="8506a6f4-de41-4831-9818-e418b33149bf" providerId="ADAL" clId="{E52E9B41-E04D-44B8-AE72-F7E01968692F}" dt="2019-11-14T15:40:41.798" v="34" actId="165"/>
          <ac:spMkLst>
            <pc:docMk/>
            <pc:sldMk cId="2876216114" sldId="317"/>
            <ac:spMk id="47" creationId="{9087BDD6-A0BF-4BA0-8B6A-32FEE7AB6649}"/>
          </ac:spMkLst>
        </pc:spChg>
        <pc:spChg chg="mod topLvl">
          <ac:chgData name="Mikael Ericsson" userId="8506a6f4-de41-4831-9818-e418b33149bf" providerId="ADAL" clId="{E52E9B41-E04D-44B8-AE72-F7E01968692F}" dt="2019-11-14T15:40:41.798" v="34" actId="165"/>
          <ac:spMkLst>
            <pc:docMk/>
            <pc:sldMk cId="2876216114" sldId="317"/>
            <ac:spMk id="48" creationId="{DEE977B0-767A-4BA1-BEE2-07FF779680BC}"/>
          </ac:spMkLst>
        </pc:spChg>
        <pc:spChg chg="mod topLvl">
          <ac:chgData name="Mikael Ericsson" userId="8506a6f4-de41-4831-9818-e418b33149bf" providerId="ADAL" clId="{E52E9B41-E04D-44B8-AE72-F7E01968692F}" dt="2019-11-14T15:45:02.148" v="41" actId="164"/>
          <ac:spMkLst>
            <pc:docMk/>
            <pc:sldMk cId="2876216114" sldId="317"/>
            <ac:spMk id="49" creationId="{15A0229C-0981-463F-85C8-46C0789C6C92}"/>
          </ac:spMkLst>
        </pc:spChg>
        <pc:spChg chg="mod topLvl">
          <ac:chgData name="Mikael Ericsson" userId="8506a6f4-de41-4831-9818-e418b33149bf" providerId="ADAL" clId="{E52E9B41-E04D-44B8-AE72-F7E01968692F}" dt="2019-11-14T15:45:02.148" v="41" actId="164"/>
          <ac:spMkLst>
            <pc:docMk/>
            <pc:sldMk cId="2876216114" sldId="317"/>
            <ac:spMk id="50" creationId="{2B8869B9-D044-46A3-BB82-872594FCCBB2}"/>
          </ac:spMkLst>
        </pc:spChg>
        <pc:spChg chg="mod topLvl">
          <ac:chgData name="Mikael Ericsson" userId="8506a6f4-de41-4831-9818-e418b33149bf" providerId="ADAL" clId="{E52E9B41-E04D-44B8-AE72-F7E01968692F}" dt="2019-11-14T15:45:02.148" v="41" actId="164"/>
          <ac:spMkLst>
            <pc:docMk/>
            <pc:sldMk cId="2876216114" sldId="317"/>
            <ac:spMk id="51" creationId="{6510D62D-898D-46D8-A2B9-016274B8FDFE}"/>
          </ac:spMkLst>
        </pc:spChg>
        <pc:spChg chg="add mod">
          <ac:chgData name="Mikael Ericsson" userId="8506a6f4-de41-4831-9818-e418b33149bf" providerId="ADAL" clId="{E52E9B41-E04D-44B8-AE72-F7E01968692F}" dt="2019-11-14T15:45:02.148" v="41" actId="164"/>
          <ac:spMkLst>
            <pc:docMk/>
            <pc:sldMk cId="2876216114" sldId="317"/>
            <ac:spMk id="52" creationId="{267CA838-6409-4366-9656-FD9351A54CA4}"/>
          </ac:spMkLst>
        </pc:spChg>
        <pc:spChg chg="add mod">
          <ac:chgData name="Mikael Ericsson" userId="8506a6f4-de41-4831-9818-e418b33149bf" providerId="ADAL" clId="{E52E9B41-E04D-44B8-AE72-F7E01968692F}" dt="2019-11-14T15:45:02.148" v="41" actId="164"/>
          <ac:spMkLst>
            <pc:docMk/>
            <pc:sldMk cId="2876216114" sldId="317"/>
            <ac:spMk id="53" creationId="{C12CC91B-1E56-4689-BDE2-ABEDEC3C2A6E}"/>
          </ac:spMkLst>
        </pc:spChg>
        <pc:grpChg chg="add mod">
          <ac:chgData name="Mikael Ericsson" userId="8506a6f4-de41-4831-9818-e418b33149bf" providerId="ADAL" clId="{E52E9B41-E04D-44B8-AE72-F7E01968692F}" dt="2019-11-14T15:45:41.917" v="45" actId="164"/>
          <ac:grpSpMkLst>
            <pc:docMk/>
            <pc:sldMk cId="2876216114" sldId="317"/>
            <ac:grpSpMk id="20" creationId="{93F1C942-2AF7-464E-9B38-32A82E540409}"/>
          </ac:grpSpMkLst>
        </pc:grpChg>
        <pc:grpChg chg="add mod">
          <ac:chgData name="Mikael Ericsson" userId="8506a6f4-de41-4831-9818-e418b33149bf" providerId="ADAL" clId="{E52E9B41-E04D-44B8-AE72-F7E01968692F}" dt="2019-11-14T15:45:41.917" v="45" actId="164"/>
          <ac:grpSpMkLst>
            <pc:docMk/>
            <pc:sldMk cId="2876216114" sldId="317"/>
            <ac:grpSpMk id="26" creationId="{7F4F1C37-6466-4F60-9879-ED2ED262D26F}"/>
          </ac:grpSpMkLst>
        </pc:grpChg>
        <pc:grpChg chg="add del mod">
          <ac:chgData name="Mikael Ericsson" userId="8506a6f4-de41-4831-9818-e418b33149bf" providerId="ADAL" clId="{E52E9B41-E04D-44B8-AE72-F7E01968692F}" dt="2019-11-14T15:37:28.372" v="25" actId="165"/>
          <ac:grpSpMkLst>
            <pc:docMk/>
            <pc:sldMk cId="2876216114" sldId="317"/>
            <ac:grpSpMk id="28" creationId="{B3F4C9E3-DDDE-4815-B11A-255BCCB973A6}"/>
          </ac:grpSpMkLst>
        </pc:grpChg>
        <pc:grpChg chg="add del mod">
          <ac:chgData name="Mikael Ericsson" userId="8506a6f4-de41-4831-9818-e418b33149bf" providerId="ADAL" clId="{E52E9B41-E04D-44B8-AE72-F7E01968692F}" dt="2019-11-14T15:39:23.258" v="29" actId="165"/>
          <ac:grpSpMkLst>
            <pc:docMk/>
            <pc:sldMk cId="2876216114" sldId="317"/>
            <ac:grpSpMk id="34" creationId="{A89F1A35-E047-495E-8000-113684235716}"/>
          </ac:grpSpMkLst>
        </pc:grpChg>
        <pc:grpChg chg="add mod">
          <ac:chgData name="Mikael Ericsson" userId="8506a6f4-de41-4831-9818-e418b33149bf" providerId="ADAL" clId="{E52E9B41-E04D-44B8-AE72-F7E01968692F}" dt="2019-11-14T15:45:41.917" v="45" actId="164"/>
          <ac:grpSpMkLst>
            <pc:docMk/>
            <pc:sldMk cId="2876216114" sldId="317"/>
            <ac:grpSpMk id="35" creationId="{AB7E8736-16AB-4703-AEC5-3F93F48C952D}"/>
          </ac:grpSpMkLst>
        </pc:grpChg>
        <pc:grpChg chg="add del mod">
          <ac:chgData name="Mikael Ericsson" userId="8506a6f4-de41-4831-9818-e418b33149bf" providerId="ADAL" clId="{E52E9B41-E04D-44B8-AE72-F7E01968692F}" dt="2019-11-14T15:39:32.747" v="30" actId="165"/>
          <ac:grpSpMkLst>
            <pc:docMk/>
            <pc:sldMk cId="2876216114" sldId="317"/>
            <ac:grpSpMk id="36" creationId="{07C069FD-8CC2-4982-8A90-092CA37D5577}"/>
          </ac:grpSpMkLst>
        </pc:grpChg>
        <pc:grpChg chg="add mod">
          <ac:chgData name="Mikael Ericsson" userId="8506a6f4-de41-4831-9818-e418b33149bf" providerId="ADAL" clId="{E52E9B41-E04D-44B8-AE72-F7E01968692F}" dt="2019-11-14T15:44:55.273" v="40" actId="164"/>
          <ac:grpSpMkLst>
            <pc:docMk/>
            <pc:sldMk cId="2876216114" sldId="317"/>
            <ac:grpSpMk id="44" creationId="{36C5BF84-2EB7-4098-9B78-AF11858CDADD}"/>
          </ac:grpSpMkLst>
        </pc:grpChg>
        <pc:grpChg chg="add del mod">
          <ac:chgData name="Mikael Ericsson" userId="8506a6f4-de41-4831-9818-e418b33149bf" providerId="ADAL" clId="{E52E9B41-E04D-44B8-AE72-F7E01968692F}" dt="2019-11-14T15:40:41.798" v="34" actId="165"/>
          <ac:grpSpMkLst>
            <pc:docMk/>
            <pc:sldMk cId="2876216114" sldId="317"/>
            <ac:grpSpMk id="45" creationId="{BE25E244-4A12-4877-908E-29F1259EC7E9}"/>
          </ac:grpSpMkLst>
        </pc:grpChg>
        <pc:grpChg chg="add mod">
          <ac:chgData name="Mikael Ericsson" userId="8506a6f4-de41-4831-9818-e418b33149bf" providerId="ADAL" clId="{E52E9B41-E04D-44B8-AE72-F7E01968692F}" dt="2019-11-14T15:45:41.917" v="45" actId="164"/>
          <ac:grpSpMkLst>
            <pc:docMk/>
            <pc:sldMk cId="2876216114" sldId="317"/>
            <ac:grpSpMk id="54" creationId="{3F3C9B28-240A-4AFB-B551-F8D6FD576DEC}"/>
          </ac:grpSpMkLst>
        </pc:grpChg>
        <pc:grpChg chg="add mod">
          <ac:chgData name="Mikael Ericsson" userId="8506a6f4-de41-4831-9818-e418b33149bf" providerId="ADAL" clId="{E52E9B41-E04D-44B8-AE72-F7E01968692F}" dt="2019-11-14T15:45:41.917" v="45" actId="164"/>
          <ac:grpSpMkLst>
            <pc:docMk/>
            <pc:sldMk cId="2876216114" sldId="317"/>
            <ac:grpSpMk id="55" creationId="{78ECF504-39F1-4B53-8306-93C75E841305}"/>
          </ac:grpSpMkLst>
        </pc:grpChg>
        <pc:grpChg chg="add mod">
          <ac:chgData name="Mikael Ericsson" userId="8506a6f4-de41-4831-9818-e418b33149bf" providerId="ADAL" clId="{E52E9B41-E04D-44B8-AE72-F7E01968692F}" dt="2019-11-14T15:45:41.917" v="45" actId="164"/>
          <ac:grpSpMkLst>
            <pc:docMk/>
            <pc:sldMk cId="2876216114" sldId="317"/>
            <ac:grpSpMk id="56" creationId="{705CECDF-E8C3-4F96-8CC2-E739CC82014D}"/>
          </ac:grpSpMkLst>
        </pc:grpChg>
        <pc:picChg chg="add">
          <ac:chgData name="Mikael Ericsson" userId="8506a6f4-de41-4831-9818-e418b33149bf" providerId="ADAL" clId="{E52E9B41-E04D-44B8-AE72-F7E01968692F}" dt="2019-11-14T20:17:24.907" v="47"/>
          <ac:picMkLst>
            <pc:docMk/>
            <pc:sldMk cId="2876216114" sldId="317"/>
            <ac:picMk id="44" creationId="{2D1AB111-DC59-4248-BBF7-79CE2B27C30D}"/>
          </ac:picMkLst>
        </pc:picChg>
        <pc:picChg chg="add del mod">
          <ac:chgData name="Mikael Ericsson" userId="8506a6f4-de41-4831-9818-e418b33149bf" providerId="ADAL" clId="{E52E9B41-E04D-44B8-AE72-F7E01968692F}" dt="2019-11-14T15:46:48.169" v="46" actId="478"/>
          <ac:picMkLst>
            <pc:docMk/>
            <pc:sldMk cId="2876216114" sldId="317"/>
            <ac:picMk id="1026" creationId="{192315DC-8611-419A-AEF6-158423528367}"/>
          </ac:picMkLst>
        </pc:picChg>
        <pc:cxnChg chg="add del mod">
          <ac:chgData name="Mikael Ericsson" userId="8506a6f4-de41-4831-9818-e418b33149bf" providerId="ADAL" clId="{E52E9B41-E04D-44B8-AE72-F7E01968692F}" dt="2019-11-14T15:33:33.522" v="11" actId="11529"/>
          <ac:cxnSpMkLst>
            <pc:docMk/>
            <pc:sldMk cId="2876216114" sldId="317"/>
            <ac:cxnSpMk id="11" creationId="{430F3AE5-E96B-48D9-939D-3722E55F119B}"/>
          </ac:cxnSpMkLst>
        </pc:cxnChg>
        <pc:cxnChg chg="add mod">
          <ac:chgData name="Mikael Ericsson" userId="8506a6f4-de41-4831-9818-e418b33149bf" providerId="ADAL" clId="{E52E9B41-E04D-44B8-AE72-F7E01968692F}" dt="2019-11-14T15:34:43.715" v="16" actId="164"/>
          <ac:cxnSpMkLst>
            <pc:docMk/>
            <pc:sldMk cId="2876216114" sldId="317"/>
            <ac:cxnSpMk id="13" creationId="{77B5149E-BA42-4A5C-87D6-1BB9044FA68D}"/>
          </ac:cxnSpMkLst>
        </pc:cxnChg>
        <pc:cxnChg chg="add mod">
          <ac:chgData name="Mikael Ericsson" userId="8506a6f4-de41-4831-9818-e418b33149bf" providerId="ADAL" clId="{E52E9B41-E04D-44B8-AE72-F7E01968692F}" dt="2019-11-14T15:34:43.715" v="16" actId="164"/>
          <ac:cxnSpMkLst>
            <pc:docMk/>
            <pc:sldMk cId="2876216114" sldId="317"/>
            <ac:cxnSpMk id="15" creationId="{DC415507-C5F9-47D0-93AA-97EA8B98FC22}"/>
          </ac:cxnSpMkLst>
        </pc:cxnChg>
        <pc:cxnChg chg="add mod">
          <ac:chgData name="Mikael Ericsson" userId="8506a6f4-de41-4831-9818-e418b33149bf" providerId="ADAL" clId="{E52E9B41-E04D-44B8-AE72-F7E01968692F}" dt="2019-11-14T15:34:43.715" v="16" actId="164"/>
          <ac:cxnSpMkLst>
            <pc:docMk/>
            <pc:sldMk cId="2876216114" sldId="317"/>
            <ac:cxnSpMk id="18" creationId="{F4202207-BEB4-4DEF-9472-7DE130CC3C60}"/>
          </ac:cxnSpMkLst>
        </pc:cxnChg>
      </pc:sldChg>
    </pc:docChg>
  </pc:docChgLst>
  <pc:docChgLst>
    <pc:chgData name="Mikael Ericsson (HV)" userId="8506a6f4-de41-4831-9818-e418b33149bf" providerId="ADAL" clId="{60ADC512-6D27-4E63-871D-0B3DE8C8DE0E}"/>
    <pc:docChg chg="undo custSel mod modSld">
      <pc:chgData name="Mikael Ericsson (HV)" userId="8506a6f4-de41-4831-9818-e418b33149bf" providerId="ADAL" clId="{60ADC512-6D27-4E63-871D-0B3DE8C8DE0E}" dt="2019-11-11T22:20:07.998" v="121" actId="166"/>
      <pc:docMkLst>
        <pc:docMk/>
      </pc:docMkLst>
      <pc:sldChg chg="addSp modSp mod">
        <pc:chgData name="Mikael Ericsson (HV)" userId="8506a6f4-de41-4831-9818-e418b33149bf" providerId="ADAL" clId="{60ADC512-6D27-4E63-871D-0B3DE8C8DE0E}" dt="2019-11-11T21:52:02.132" v="3" actId="29295"/>
        <pc:sldMkLst>
          <pc:docMk/>
          <pc:sldMk cId="0" sldId="257"/>
        </pc:sldMkLst>
        <pc:picChg chg="add mod">
          <ac:chgData name="Mikael Ericsson (HV)" userId="8506a6f4-de41-4831-9818-e418b33149bf" providerId="ADAL" clId="{60ADC512-6D27-4E63-871D-0B3DE8C8DE0E}" dt="2019-11-11T21:52:02.132" v="3" actId="29295"/>
          <ac:picMkLst>
            <pc:docMk/>
            <pc:sldMk cId="0" sldId="257"/>
            <ac:picMk id="6" creationId="{D6B50B8B-F063-494F-BF71-1626D8482022}"/>
          </ac:picMkLst>
        </pc:picChg>
      </pc:sldChg>
      <pc:sldChg chg="addSp modSp mod modAnim">
        <pc:chgData name="Mikael Ericsson (HV)" userId="8506a6f4-de41-4831-9818-e418b33149bf" providerId="ADAL" clId="{60ADC512-6D27-4E63-871D-0B3DE8C8DE0E}" dt="2019-11-11T21:52:52.299" v="8"/>
        <pc:sldMkLst>
          <pc:docMk/>
          <pc:sldMk cId="0" sldId="258"/>
        </pc:sldMkLst>
        <pc:picChg chg="add ord">
          <ac:chgData name="Mikael Ericsson (HV)" userId="8506a6f4-de41-4831-9818-e418b33149bf" providerId="ADAL" clId="{60ADC512-6D27-4E63-871D-0B3DE8C8DE0E}" dt="2019-11-11T21:52:31.413" v="5" actId="167"/>
          <ac:picMkLst>
            <pc:docMk/>
            <pc:sldMk cId="0" sldId="258"/>
            <ac:picMk id="4" creationId="{0D6BE8DB-C803-4187-9895-159C04DE80AC}"/>
          </ac:picMkLst>
        </pc:picChg>
      </pc:sldChg>
      <pc:sldChg chg="addSp modSp mod modAnim">
        <pc:chgData name="Mikael Ericsson (HV)" userId="8506a6f4-de41-4831-9818-e418b33149bf" providerId="ADAL" clId="{60ADC512-6D27-4E63-871D-0B3DE8C8DE0E}" dt="2019-11-11T21:55:42.362" v="35"/>
        <pc:sldMkLst>
          <pc:docMk/>
          <pc:sldMk cId="0" sldId="298"/>
        </pc:sldMkLst>
        <pc:picChg chg="add mod ord">
          <ac:chgData name="Mikael Ericsson (HV)" userId="8506a6f4-de41-4831-9818-e418b33149bf" providerId="ADAL" clId="{60ADC512-6D27-4E63-871D-0B3DE8C8DE0E}" dt="2019-11-11T21:55:19.931" v="30" actId="29295"/>
          <ac:picMkLst>
            <pc:docMk/>
            <pc:sldMk cId="0" sldId="298"/>
            <ac:picMk id="3" creationId="{EE446251-17F3-401D-817B-2D62DE5814DA}"/>
          </ac:picMkLst>
        </pc:picChg>
      </pc:sldChg>
      <pc:sldChg chg="addSp modSp mod modAnim">
        <pc:chgData name="Mikael Ericsson (HV)" userId="8506a6f4-de41-4831-9818-e418b33149bf" providerId="ADAL" clId="{60ADC512-6D27-4E63-871D-0B3DE8C8DE0E}" dt="2019-11-11T21:53:40.749" v="14"/>
        <pc:sldMkLst>
          <pc:docMk/>
          <pc:sldMk cId="0" sldId="302"/>
        </pc:sldMkLst>
        <pc:picChg chg="add ord">
          <ac:chgData name="Mikael Ericsson (HV)" userId="8506a6f4-de41-4831-9818-e418b33149bf" providerId="ADAL" clId="{60ADC512-6D27-4E63-871D-0B3DE8C8DE0E}" dt="2019-11-11T21:53:21.427" v="10" actId="167"/>
          <ac:picMkLst>
            <pc:docMk/>
            <pc:sldMk cId="0" sldId="302"/>
            <ac:picMk id="5" creationId="{40722D84-E056-4B28-8050-C012B063B212}"/>
          </ac:picMkLst>
        </pc:picChg>
      </pc:sldChg>
      <pc:sldChg chg="addSp modSp mod modAnim">
        <pc:chgData name="Mikael Ericsson (HV)" userId="8506a6f4-de41-4831-9818-e418b33149bf" providerId="ADAL" clId="{60ADC512-6D27-4E63-871D-0B3DE8C8DE0E}" dt="2019-11-11T21:54:24.783" v="22"/>
        <pc:sldMkLst>
          <pc:docMk/>
          <pc:sldMk cId="0" sldId="303"/>
        </pc:sldMkLst>
        <pc:picChg chg="add ord">
          <ac:chgData name="Mikael Ericsson (HV)" userId="8506a6f4-de41-4831-9818-e418b33149bf" providerId="ADAL" clId="{60ADC512-6D27-4E63-871D-0B3DE8C8DE0E}" dt="2019-11-11T21:54:14.442" v="19" actId="167"/>
          <ac:picMkLst>
            <pc:docMk/>
            <pc:sldMk cId="0" sldId="303"/>
            <ac:picMk id="4" creationId="{29BBA94C-B3AC-43EF-8200-2F9721EB0DBF}"/>
          </ac:picMkLst>
        </pc:picChg>
      </pc:sldChg>
      <pc:sldChg chg="addSp modSp mod modAnim">
        <pc:chgData name="Mikael Ericsson (HV)" userId="8506a6f4-de41-4831-9818-e418b33149bf" providerId="ADAL" clId="{60ADC512-6D27-4E63-871D-0B3DE8C8DE0E}" dt="2019-11-11T21:58:10.934" v="60" actId="20577"/>
        <pc:sldMkLst>
          <pc:docMk/>
          <pc:sldMk cId="0" sldId="304"/>
        </pc:sldMkLst>
        <pc:spChg chg="mod">
          <ac:chgData name="Mikael Ericsson (HV)" userId="8506a6f4-de41-4831-9818-e418b33149bf" providerId="ADAL" clId="{60ADC512-6D27-4E63-871D-0B3DE8C8DE0E}" dt="2019-11-11T21:58:10.934" v="60" actId="20577"/>
          <ac:spMkLst>
            <pc:docMk/>
            <pc:sldMk cId="0" sldId="304"/>
            <ac:spMk id="12292" creationId="{00000000-0000-0000-0000-000000000000}"/>
          </ac:spMkLst>
        </pc:spChg>
        <pc:picChg chg="add mod ord">
          <ac:chgData name="Mikael Ericsson (HV)" userId="8506a6f4-de41-4831-9818-e418b33149bf" providerId="ADAL" clId="{60ADC512-6D27-4E63-871D-0B3DE8C8DE0E}" dt="2019-11-11T21:57:21.733" v="46" actId="171"/>
          <ac:picMkLst>
            <pc:docMk/>
            <pc:sldMk cId="0" sldId="304"/>
            <ac:picMk id="5" creationId="{180819F5-E914-42AF-AC9E-9B4A68EA8FAD}"/>
          </ac:picMkLst>
        </pc:picChg>
      </pc:sldChg>
      <pc:sldChg chg="addSp">
        <pc:chgData name="Mikael Ericsson (HV)" userId="8506a6f4-de41-4831-9818-e418b33149bf" providerId="ADAL" clId="{60ADC512-6D27-4E63-871D-0B3DE8C8DE0E}" dt="2019-11-11T21:54:41.432" v="23"/>
        <pc:sldMkLst>
          <pc:docMk/>
          <pc:sldMk cId="3299238433" sldId="310"/>
        </pc:sldMkLst>
        <pc:picChg chg="add">
          <ac:chgData name="Mikael Ericsson (HV)" userId="8506a6f4-de41-4831-9818-e418b33149bf" providerId="ADAL" clId="{60ADC512-6D27-4E63-871D-0B3DE8C8DE0E}" dt="2019-11-11T21:54:41.432" v="23"/>
          <ac:picMkLst>
            <pc:docMk/>
            <pc:sldMk cId="3299238433" sldId="310"/>
            <ac:picMk id="13" creationId="{5441A1E4-3761-47ED-B931-C8AFA7BD7CED}"/>
          </ac:picMkLst>
        </pc:picChg>
      </pc:sldChg>
      <pc:sldChg chg="addSp modSp mod modAnim">
        <pc:chgData name="Mikael Ericsson (HV)" userId="8506a6f4-de41-4831-9818-e418b33149bf" providerId="ADAL" clId="{60ADC512-6D27-4E63-871D-0B3DE8C8DE0E}" dt="2019-11-11T22:03:40.159" v="84"/>
        <pc:sldMkLst>
          <pc:docMk/>
          <pc:sldMk cId="3001576750" sldId="311"/>
        </pc:sldMkLst>
        <pc:picChg chg="add ord">
          <ac:chgData name="Mikael Ericsson (HV)" userId="8506a6f4-de41-4831-9818-e418b33149bf" providerId="ADAL" clId="{60ADC512-6D27-4E63-871D-0B3DE8C8DE0E}" dt="2019-11-11T21:58:37.622" v="62" actId="171"/>
          <ac:picMkLst>
            <pc:docMk/>
            <pc:sldMk cId="3001576750" sldId="311"/>
            <ac:picMk id="4" creationId="{F13FC91A-86E0-49F4-A9BB-87D92415A3B9}"/>
          </ac:picMkLst>
        </pc:picChg>
      </pc:sldChg>
      <pc:sldChg chg="addSp modSp mod modAnim">
        <pc:chgData name="Mikael Ericsson (HV)" userId="8506a6f4-de41-4831-9818-e418b33149bf" providerId="ADAL" clId="{60ADC512-6D27-4E63-871D-0B3DE8C8DE0E}" dt="2019-11-11T22:01:23.658" v="83"/>
        <pc:sldMkLst>
          <pc:docMk/>
          <pc:sldMk cId="1973782419" sldId="312"/>
        </pc:sldMkLst>
        <pc:picChg chg="add mod ord">
          <ac:chgData name="Mikael Ericsson (HV)" userId="8506a6f4-de41-4831-9818-e418b33149bf" providerId="ADAL" clId="{60ADC512-6D27-4E63-871D-0B3DE8C8DE0E}" dt="2019-11-11T22:00:27.849" v="78" actId="167"/>
          <ac:picMkLst>
            <pc:docMk/>
            <pc:sldMk cId="1973782419" sldId="312"/>
            <ac:picMk id="4" creationId="{64AC8AA6-3E68-4B64-A626-9D3150504005}"/>
          </ac:picMkLst>
        </pc:picChg>
      </pc:sldChg>
      <pc:sldChg chg="addSp delSp modSp mod setBg modClrScheme chgLayout">
        <pc:chgData name="Mikael Ericsson (HV)" userId="8506a6f4-de41-4831-9818-e418b33149bf" providerId="ADAL" clId="{60ADC512-6D27-4E63-871D-0B3DE8C8DE0E}" dt="2019-11-11T22:12:30.819" v="86" actId="26606"/>
        <pc:sldMkLst>
          <pc:docMk/>
          <pc:sldMk cId="3172560204" sldId="313"/>
        </pc:sldMkLst>
        <pc:spChg chg="del">
          <ac:chgData name="Mikael Ericsson (HV)" userId="8506a6f4-de41-4831-9818-e418b33149bf" providerId="ADAL" clId="{60ADC512-6D27-4E63-871D-0B3DE8C8DE0E}" dt="2019-11-11T22:12:30.819" v="86" actId="26606"/>
          <ac:spMkLst>
            <pc:docMk/>
            <pc:sldMk cId="3172560204" sldId="313"/>
            <ac:spMk id="3" creationId="{60FC0772-CEB2-4C09-8BDA-C4D7D256508D}"/>
          </ac:spMkLst>
        </pc:spChg>
        <pc:spChg chg="mod">
          <ac:chgData name="Mikael Ericsson (HV)" userId="8506a6f4-de41-4831-9818-e418b33149bf" providerId="ADAL" clId="{60ADC512-6D27-4E63-871D-0B3DE8C8DE0E}" dt="2019-11-11T22:12:30.819" v="86" actId="26606"/>
          <ac:spMkLst>
            <pc:docMk/>
            <pc:sldMk cId="3172560204" sldId="313"/>
            <ac:spMk id="6" creationId="{BF372C62-5C74-4553-A08E-7EF5D0C3FF13}"/>
          </ac:spMkLst>
        </pc:spChg>
        <pc:spChg chg="mod ord">
          <ac:chgData name="Mikael Ericsson (HV)" userId="8506a6f4-de41-4831-9818-e418b33149bf" providerId="ADAL" clId="{60ADC512-6D27-4E63-871D-0B3DE8C8DE0E}" dt="2019-11-11T22:12:30.819" v="86" actId="26606"/>
          <ac:spMkLst>
            <pc:docMk/>
            <pc:sldMk cId="3172560204" sldId="313"/>
            <ac:spMk id="10" creationId="{00000000-0000-0000-0000-000000000000}"/>
          </ac:spMkLst>
        </pc:spChg>
        <pc:picChg chg="add mod">
          <ac:chgData name="Mikael Ericsson (HV)" userId="8506a6f4-de41-4831-9818-e418b33149bf" providerId="ADAL" clId="{60ADC512-6D27-4E63-871D-0B3DE8C8DE0E}" dt="2019-11-11T22:12:30.819" v="86" actId="26606"/>
          <ac:picMkLst>
            <pc:docMk/>
            <pc:sldMk cId="3172560204" sldId="313"/>
            <ac:picMk id="7" creationId="{6D18F602-C368-45C9-A05B-E5ED756729E3}"/>
          </ac:picMkLst>
        </pc:picChg>
        <pc:picChg chg="mod ord">
          <ac:chgData name="Mikael Ericsson (HV)" userId="8506a6f4-de41-4831-9818-e418b33149bf" providerId="ADAL" clId="{60ADC512-6D27-4E63-871D-0B3DE8C8DE0E}" dt="2019-11-11T22:12:30.819" v="86" actId="26606"/>
          <ac:picMkLst>
            <pc:docMk/>
            <pc:sldMk cId="3172560204" sldId="313"/>
            <ac:picMk id="9" creationId="{00000000-0000-0000-0000-000000000000}"/>
          </ac:picMkLst>
        </pc:picChg>
      </pc:sldChg>
      <pc:sldChg chg="addSp delSp modSp mod">
        <pc:chgData name="Mikael Ericsson (HV)" userId="8506a6f4-de41-4831-9818-e418b33149bf" providerId="ADAL" clId="{60ADC512-6D27-4E63-871D-0B3DE8C8DE0E}" dt="2019-11-11T22:20:07.998" v="121" actId="166"/>
        <pc:sldMkLst>
          <pc:docMk/>
          <pc:sldMk cId="2676180327" sldId="314"/>
        </pc:sldMkLst>
        <pc:spChg chg="mod">
          <ac:chgData name="Mikael Ericsson (HV)" userId="8506a6f4-de41-4831-9818-e418b33149bf" providerId="ADAL" clId="{60ADC512-6D27-4E63-871D-0B3DE8C8DE0E}" dt="2019-11-11T22:19:57.324" v="118" actId="1036"/>
          <ac:spMkLst>
            <pc:docMk/>
            <pc:sldMk cId="2676180327" sldId="314"/>
            <ac:spMk id="2" creationId="{00000000-0000-0000-0000-000000000000}"/>
          </ac:spMkLst>
        </pc:spChg>
        <pc:picChg chg="add mod ord">
          <ac:chgData name="Mikael Ericsson (HV)" userId="8506a6f4-de41-4831-9818-e418b33149bf" providerId="ADAL" clId="{60ADC512-6D27-4E63-871D-0B3DE8C8DE0E}" dt="2019-11-11T22:20:07.998" v="121" actId="166"/>
          <ac:picMkLst>
            <pc:docMk/>
            <pc:sldMk cId="2676180327" sldId="314"/>
            <ac:picMk id="4" creationId="{EB266EA0-B4CC-44CF-AFBC-C6E8251242E9}"/>
          </ac:picMkLst>
        </pc:picChg>
        <pc:picChg chg="add del mod">
          <ac:chgData name="Mikael Ericsson (HV)" userId="8506a6f4-de41-4831-9818-e418b33149bf" providerId="ADAL" clId="{60ADC512-6D27-4E63-871D-0B3DE8C8DE0E}" dt="2019-11-11T22:17:58.275" v="94" actId="478"/>
          <ac:picMkLst>
            <pc:docMk/>
            <pc:sldMk cId="2676180327" sldId="314"/>
            <ac:picMk id="1026" creationId="{9BD45624-95F0-4D8A-81B4-C0931CA740A3}"/>
          </ac:picMkLst>
        </pc:picChg>
        <pc:picChg chg="mod">
          <ac:chgData name="Mikael Ericsson (HV)" userId="8506a6f4-de41-4831-9818-e418b33149bf" providerId="ADAL" clId="{60ADC512-6D27-4E63-871D-0B3DE8C8DE0E}" dt="2019-11-11T22:19:15.076" v="106" actId="1076"/>
          <ac:picMkLst>
            <pc:docMk/>
            <pc:sldMk cId="2676180327" sldId="314"/>
            <ac:picMk id="10249" creationId="{00000000-0000-0000-0000-000000000000}"/>
          </ac:picMkLst>
        </pc:picChg>
      </pc:sldChg>
      <pc:sldChg chg="addSp">
        <pc:chgData name="Mikael Ericsson (HV)" userId="8506a6f4-de41-4831-9818-e418b33149bf" providerId="ADAL" clId="{60ADC512-6D27-4E63-871D-0B3DE8C8DE0E}" dt="2019-11-11T22:12:38.255" v="87"/>
        <pc:sldMkLst>
          <pc:docMk/>
          <pc:sldMk cId="2348776140" sldId="315"/>
        </pc:sldMkLst>
        <pc:picChg chg="add">
          <ac:chgData name="Mikael Ericsson (HV)" userId="8506a6f4-de41-4831-9818-e418b33149bf" providerId="ADAL" clId="{60ADC512-6D27-4E63-871D-0B3DE8C8DE0E}" dt="2019-11-11T22:12:38.255" v="87"/>
          <ac:picMkLst>
            <pc:docMk/>
            <pc:sldMk cId="2348776140" sldId="315"/>
            <ac:picMk id="7" creationId="{233EB1CC-CDC9-43A1-B4FE-D2EA62034930}"/>
          </ac:picMkLst>
        </pc:picChg>
      </pc:sldChg>
    </pc:docChg>
  </pc:docChgLst>
  <pc:docChgLst>
    <pc:chgData name="Mikael Ericsson" userId="8506a6f4-de41-4831-9818-e418b33149bf" providerId="ADAL" clId="{C12FC9A3-818A-4C8B-8455-DAD1560A50B0}"/>
    <pc:docChg chg="undo custSel mod modSld">
      <pc:chgData name="Mikael Ericsson" userId="8506a6f4-de41-4831-9818-e418b33149bf" providerId="ADAL" clId="{C12FC9A3-818A-4C8B-8455-DAD1560A50B0}" dt="2019-11-13T08:26:49.365" v="112"/>
      <pc:docMkLst>
        <pc:docMk/>
      </pc:docMkLst>
      <pc:sldChg chg="addSp delSp modSp mod modAnim">
        <pc:chgData name="Mikael Ericsson" userId="8506a6f4-de41-4831-9818-e418b33149bf" providerId="ADAL" clId="{C12FC9A3-818A-4C8B-8455-DAD1560A50B0}" dt="2019-11-13T08:23:52.390" v="45"/>
        <pc:sldMkLst>
          <pc:docMk/>
          <pc:sldMk cId="0" sldId="259"/>
        </pc:sldMkLst>
        <pc:spChg chg="del">
          <ac:chgData name="Mikael Ericsson" userId="8506a6f4-de41-4831-9818-e418b33149bf" providerId="ADAL" clId="{C12FC9A3-818A-4C8B-8455-DAD1560A50B0}" dt="2019-11-13T08:22:33.162" v="37" actId="478"/>
          <ac:spMkLst>
            <pc:docMk/>
            <pc:sldMk cId="0" sldId="259"/>
            <ac:spMk id="5" creationId="{81CB91DB-76FF-4939-B593-0B02BAFB6E54}"/>
          </ac:spMkLst>
        </pc:spChg>
        <pc:picChg chg="add ord">
          <ac:chgData name="Mikael Ericsson" userId="8506a6f4-de41-4831-9818-e418b33149bf" providerId="ADAL" clId="{C12FC9A3-818A-4C8B-8455-DAD1560A50B0}" dt="2019-11-13T08:22:53.377" v="39" actId="167"/>
          <ac:picMkLst>
            <pc:docMk/>
            <pc:sldMk cId="0" sldId="259"/>
            <ac:picMk id="18" creationId="{EF258C53-14D2-4E7A-AE9B-C183C7551C38}"/>
          </ac:picMkLst>
        </pc:picChg>
      </pc:sldChg>
      <pc:sldChg chg="modSp modAnim">
        <pc:chgData name="Mikael Ericsson" userId="8506a6f4-de41-4831-9818-e418b33149bf" providerId="ADAL" clId="{C12FC9A3-818A-4C8B-8455-DAD1560A50B0}" dt="2019-11-13T08:26:49.365" v="112"/>
        <pc:sldMkLst>
          <pc:docMk/>
          <pc:sldMk cId="0" sldId="269"/>
        </pc:sldMkLst>
        <pc:spChg chg="mod">
          <ac:chgData name="Mikael Ericsson" userId="8506a6f4-de41-4831-9818-e418b33149bf" providerId="ADAL" clId="{C12FC9A3-818A-4C8B-8455-DAD1560A50B0}" dt="2019-11-13T08:25:27.212" v="102" actId="20577"/>
          <ac:spMkLst>
            <pc:docMk/>
            <pc:sldMk cId="0" sldId="269"/>
            <ac:spMk id="15365" creationId="{00000000-0000-0000-0000-000000000000}"/>
          </ac:spMkLst>
        </pc:spChg>
      </pc:sldChg>
      <pc:sldChg chg="modSp mod">
        <pc:chgData name="Mikael Ericsson" userId="8506a6f4-de41-4831-9818-e418b33149bf" providerId="ADAL" clId="{C12FC9A3-818A-4C8B-8455-DAD1560A50B0}" dt="2019-11-13T08:18:50.115" v="12" actId="166"/>
        <pc:sldMkLst>
          <pc:docMk/>
          <pc:sldMk cId="2676180327" sldId="314"/>
        </pc:sldMkLst>
        <pc:picChg chg="mod ord">
          <ac:chgData name="Mikael Ericsson" userId="8506a6f4-de41-4831-9818-e418b33149bf" providerId="ADAL" clId="{C12FC9A3-818A-4C8B-8455-DAD1560A50B0}" dt="2019-11-13T08:18:50.115" v="12" actId="166"/>
          <ac:picMkLst>
            <pc:docMk/>
            <pc:sldMk cId="2676180327" sldId="314"/>
            <ac:picMk id="4" creationId="{EB266EA0-B4CC-44CF-AFBC-C6E8251242E9}"/>
          </ac:picMkLst>
        </pc:picChg>
        <pc:picChg chg="mod">
          <ac:chgData name="Mikael Ericsson" userId="8506a6f4-de41-4831-9818-e418b33149bf" providerId="ADAL" clId="{C12FC9A3-818A-4C8B-8455-DAD1560A50B0}" dt="2019-11-13T08:18:46.186" v="11" actId="1440"/>
          <ac:picMkLst>
            <pc:docMk/>
            <pc:sldMk cId="2676180327" sldId="314"/>
            <ac:picMk id="10249" creationId="{00000000-0000-0000-0000-000000000000}"/>
          </ac:picMkLst>
        </pc:picChg>
      </pc:sldChg>
      <pc:sldChg chg="addSp delSp modSp mod">
        <pc:chgData name="Mikael Ericsson" userId="8506a6f4-de41-4831-9818-e418b33149bf" providerId="ADAL" clId="{C12FC9A3-818A-4C8B-8455-DAD1560A50B0}" dt="2019-11-13T08:18:16.577" v="7" actId="1440"/>
        <pc:sldMkLst>
          <pc:docMk/>
          <pc:sldMk cId="2348776140" sldId="315"/>
        </pc:sldMkLst>
        <pc:picChg chg="mod">
          <ac:chgData name="Mikael Ericsson" userId="8506a6f4-de41-4831-9818-e418b33149bf" providerId="ADAL" clId="{C12FC9A3-818A-4C8B-8455-DAD1560A50B0}" dt="2019-11-13T08:18:16.577" v="7" actId="1440"/>
          <ac:picMkLst>
            <pc:docMk/>
            <pc:sldMk cId="2348776140" sldId="315"/>
            <ac:picMk id="4" creationId="{00000000-0000-0000-0000-000000000000}"/>
          </ac:picMkLst>
        </pc:picChg>
        <pc:picChg chg="add del mod">
          <ac:chgData name="Mikael Ericsson" userId="8506a6f4-de41-4831-9818-e418b33149bf" providerId="ADAL" clId="{C12FC9A3-818A-4C8B-8455-DAD1560A50B0}" dt="2019-11-13T08:18:08.725" v="5" actId="1440"/>
          <ac:picMkLst>
            <pc:docMk/>
            <pc:sldMk cId="2348776140" sldId="315"/>
            <ac:picMk id="5" creationId="{00000000-0000-0000-0000-000000000000}"/>
          </ac:picMkLst>
        </pc:picChg>
        <pc:picChg chg="mod">
          <ac:chgData name="Mikael Ericsson" userId="8506a6f4-de41-4831-9818-e418b33149bf" providerId="ADAL" clId="{C12FC9A3-818A-4C8B-8455-DAD1560A50B0}" dt="2019-11-13T08:18:12.079" v="6" actId="1440"/>
          <ac:picMkLst>
            <pc:docMk/>
            <pc:sldMk cId="2348776140" sldId="315"/>
            <ac:picMk id="6" creationId="{00000000-0000-0000-0000-000000000000}"/>
          </ac:picMkLst>
        </pc:picChg>
        <pc:picChg chg="ord">
          <ac:chgData name="Mikael Ericsson" userId="8506a6f4-de41-4831-9818-e418b33149bf" providerId="ADAL" clId="{C12FC9A3-818A-4C8B-8455-DAD1560A50B0}" dt="2019-11-13T08:17:32.937" v="0" actId="167"/>
          <ac:picMkLst>
            <pc:docMk/>
            <pc:sldMk cId="2348776140" sldId="315"/>
            <ac:picMk id="7" creationId="{233EB1CC-CDC9-43A1-B4FE-D2EA62034930}"/>
          </ac:picMkLst>
        </pc:picChg>
      </pc:sldChg>
      <pc:sldChg chg="addSp delSp modSp mod setBg modClrScheme modAnim chgLayout">
        <pc:chgData name="Mikael Ericsson" userId="8506a6f4-de41-4831-9818-e418b33149bf" providerId="ADAL" clId="{C12FC9A3-818A-4C8B-8455-DAD1560A50B0}" dt="2019-11-13T08:22:15.507" v="36"/>
        <pc:sldMkLst>
          <pc:docMk/>
          <pc:sldMk cId="0" sldId="316"/>
        </pc:sldMkLst>
        <pc:spChg chg="mod">
          <ac:chgData name="Mikael Ericsson" userId="8506a6f4-de41-4831-9818-e418b33149bf" providerId="ADAL" clId="{C12FC9A3-818A-4C8B-8455-DAD1560A50B0}" dt="2019-11-13T08:19:47.517" v="15" actId="26606"/>
          <ac:spMkLst>
            <pc:docMk/>
            <pc:sldMk cId="0" sldId="316"/>
            <ac:spMk id="13315" creationId="{00000000-0000-0000-0000-000000000000}"/>
          </ac:spMkLst>
        </pc:spChg>
        <pc:spChg chg="mod">
          <ac:chgData name="Mikael Ericsson" userId="8506a6f4-de41-4831-9818-e418b33149bf" providerId="ADAL" clId="{C12FC9A3-818A-4C8B-8455-DAD1560A50B0}" dt="2019-11-13T08:21:27.761" v="32" actId="20577"/>
          <ac:spMkLst>
            <pc:docMk/>
            <pc:sldMk cId="0" sldId="316"/>
            <ac:spMk id="13316" creationId="{00000000-0000-0000-0000-000000000000}"/>
          </ac:spMkLst>
        </pc:spChg>
        <pc:picChg chg="add del mod ord">
          <ac:chgData name="Mikael Ericsson" userId="8506a6f4-de41-4831-9818-e418b33149bf" providerId="ADAL" clId="{C12FC9A3-818A-4C8B-8455-DAD1560A50B0}" dt="2019-11-13T08:20:01.398" v="18"/>
          <ac:picMkLst>
            <pc:docMk/>
            <pc:sldMk cId="0" sldId="316"/>
            <ac:picMk id="5" creationId="{7B95ED83-3B8A-475D-90CB-182980DBF48B}"/>
          </ac:picMkLst>
        </pc:picChg>
        <pc:picChg chg="add ord">
          <ac:chgData name="Mikael Ericsson" userId="8506a6f4-de41-4831-9818-e418b33149bf" providerId="ADAL" clId="{C12FC9A3-818A-4C8B-8455-DAD1560A50B0}" dt="2019-11-13T08:20:32.898" v="20" actId="167"/>
          <ac:picMkLst>
            <pc:docMk/>
            <pc:sldMk cId="0" sldId="316"/>
            <ac:picMk id="6" creationId="{345B72BA-D700-48B2-B6F7-B03049DEB1C3}"/>
          </ac:picMkLst>
        </pc:picChg>
        <pc:picChg chg="mod ord">
          <ac:chgData name="Mikael Ericsson" userId="8506a6f4-de41-4831-9818-e418b33149bf" providerId="ADAL" clId="{C12FC9A3-818A-4C8B-8455-DAD1560A50B0}" dt="2019-11-13T08:19:47.517" v="15" actId="26606"/>
          <ac:picMkLst>
            <pc:docMk/>
            <pc:sldMk cId="0" sldId="316"/>
            <ac:picMk id="13317" creationId="{00000000-0000-0000-0000-000000000000}"/>
          </ac:picMkLst>
        </pc:picChg>
      </pc:sldChg>
    </pc:docChg>
  </pc:docChgLst>
  <pc:docChgLst>
    <pc:chgData name="Mikael Ericsson (HV)" userId="8506a6f4-de41-4831-9818-e418b33149bf" providerId="ADAL" clId="{1A8C6AE1-56B6-46B5-AC14-867E1B0D9901}"/>
    <pc:docChg chg="custSel addSld modSld">
      <pc:chgData name="Mikael Ericsson (HV)" userId="8506a6f4-de41-4831-9818-e418b33149bf" providerId="ADAL" clId="{1A8C6AE1-56B6-46B5-AC14-867E1B0D9901}" dt="2023-11-12T21:16:00.562" v="68" actId="20577"/>
      <pc:docMkLst>
        <pc:docMk/>
      </pc:docMkLst>
      <pc:sldChg chg="modSp mod modAnim">
        <pc:chgData name="Mikael Ericsson (HV)" userId="8506a6f4-de41-4831-9818-e418b33149bf" providerId="ADAL" clId="{1A8C6AE1-56B6-46B5-AC14-867E1B0D9901}" dt="2023-11-12T20:25:30.222" v="48" actId="20577"/>
        <pc:sldMkLst>
          <pc:docMk/>
          <pc:sldMk cId="1973782419" sldId="312"/>
        </pc:sldMkLst>
        <pc:spChg chg="mod">
          <ac:chgData name="Mikael Ericsson (HV)" userId="8506a6f4-de41-4831-9818-e418b33149bf" providerId="ADAL" clId="{1A8C6AE1-56B6-46B5-AC14-867E1B0D9901}" dt="2023-11-12T20:25:30.222" v="48" actId="20577"/>
          <ac:spMkLst>
            <pc:docMk/>
            <pc:sldMk cId="1973782419" sldId="312"/>
            <ac:spMk id="5" creationId="{00000000-0000-0000-0000-000000000000}"/>
          </ac:spMkLst>
        </pc:spChg>
      </pc:sldChg>
      <pc:sldChg chg="addSp delSp modSp new mod">
        <pc:chgData name="Mikael Ericsson (HV)" userId="8506a6f4-de41-4831-9818-e418b33149bf" providerId="ADAL" clId="{1A8C6AE1-56B6-46B5-AC14-867E1B0D9901}" dt="2023-11-12T21:16:00.562" v="68" actId="20577"/>
        <pc:sldMkLst>
          <pc:docMk/>
          <pc:sldMk cId="3939299172" sldId="324"/>
        </pc:sldMkLst>
        <pc:spChg chg="mod">
          <ac:chgData name="Mikael Ericsson (HV)" userId="8506a6f4-de41-4831-9818-e418b33149bf" providerId="ADAL" clId="{1A8C6AE1-56B6-46B5-AC14-867E1B0D9901}" dt="2023-11-12T21:16:00.562" v="68" actId="20577"/>
          <ac:spMkLst>
            <pc:docMk/>
            <pc:sldMk cId="3939299172" sldId="324"/>
            <ac:spMk id="2" creationId="{EEAADC58-1706-1B7D-720A-BE90E7A82E0F}"/>
          </ac:spMkLst>
        </pc:spChg>
        <pc:spChg chg="del">
          <ac:chgData name="Mikael Ericsson (HV)" userId="8506a6f4-de41-4831-9818-e418b33149bf" providerId="ADAL" clId="{1A8C6AE1-56B6-46B5-AC14-867E1B0D9901}" dt="2023-11-12T20:26:18.793" v="50" actId="478"/>
          <ac:spMkLst>
            <pc:docMk/>
            <pc:sldMk cId="3939299172" sldId="324"/>
            <ac:spMk id="3" creationId="{AC5B6E78-7B0B-EF60-83EC-7F01D60C0443}"/>
          </ac:spMkLst>
        </pc:spChg>
        <pc:picChg chg="add mod">
          <ac:chgData name="Mikael Ericsson (HV)" userId="8506a6f4-de41-4831-9818-e418b33149bf" providerId="ADAL" clId="{1A8C6AE1-56B6-46B5-AC14-867E1B0D9901}" dt="2023-11-12T21:15:29.810" v="63" actId="1076"/>
          <ac:picMkLst>
            <pc:docMk/>
            <pc:sldMk cId="3939299172" sldId="324"/>
            <ac:picMk id="4" creationId="{2AA69415-2A0D-84D9-7AC8-D0B06E3DBB42}"/>
          </ac:picMkLst>
        </pc:picChg>
        <pc:picChg chg="add mod">
          <ac:chgData name="Mikael Ericsson (HV)" userId="8506a6f4-de41-4831-9818-e418b33149bf" providerId="ADAL" clId="{1A8C6AE1-56B6-46B5-AC14-867E1B0D9901}" dt="2023-11-12T21:15:26.698" v="62" actId="1076"/>
          <ac:picMkLst>
            <pc:docMk/>
            <pc:sldMk cId="3939299172" sldId="324"/>
            <ac:picMk id="5" creationId="{EF9E8352-BF34-8468-AD87-C8A45822843A}"/>
          </ac:picMkLst>
        </pc:picChg>
      </pc:sldChg>
      <pc:sldChg chg="addSp delSp modSp new mod modClrScheme chgLayout">
        <pc:chgData name="Mikael Ericsson (HV)" userId="8506a6f4-de41-4831-9818-e418b33149bf" providerId="ADAL" clId="{1A8C6AE1-56B6-46B5-AC14-867E1B0D9901}" dt="2023-11-12T20:27:26.308" v="57" actId="26606"/>
        <pc:sldMkLst>
          <pc:docMk/>
          <pc:sldMk cId="2123361192" sldId="325"/>
        </pc:sldMkLst>
        <pc:spChg chg="del">
          <ac:chgData name="Mikael Ericsson (HV)" userId="8506a6f4-de41-4831-9818-e418b33149bf" providerId="ADAL" clId="{1A8C6AE1-56B6-46B5-AC14-867E1B0D9901}" dt="2023-11-12T20:27:26.308" v="57" actId="26606"/>
          <ac:spMkLst>
            <pc:docMk/>
            <pc:sldMk cId="2123361192" sldId="325"/>
            <ac:spMk id="2" creationId="{B25172DD-27D0-EC09-F9DD-D422E1F65D25}"/>
          </ac:spMkLst>
        </pc:spChg>
        <pc:spChg chg="del">
          <ac:chgData name="Mikael Ericsson (HV)" userId="8506a6f4-de41-4831-9818-e418b33149bf" providerId="ADAL" clId="{1A8C6AE1-56B6-46B5-AC14-867E1B0D9901}" dt="2023-11-12T20:27:22.361" v="54" actId="478"/>
          <ac:spMkLst>
            <pc:docMk/>
            <pc:sldMk cId="2123361192" sldId="325"/>
            <ac:spMk id="3" creationId="{540E7491-C52E-D5D1-BD47-6451D07DDFF8}"/>
          </ac:spMkLst>
        </pc:spChg>
        <pc:picChg chg="add mod">
          <ac:chgData name="Mikael Ericsson (HV)" userId="8506a6f4-de41-4831-9818-e418b33149bf" providerId="ADAL" clId="{1A8C6AE1-56B6-46B5-AC14-867E1B0D9901}" dt="2023-11-12T20:27:26.308" v="57" actId="26606"/>
          <ac:picMkLst>
            <pc:docMk/>
            <pc:sldMk cId="2123361192" sldId="325"/>
            <ac:picMk id="1026" creationId="{1ADA7909-BF64-7B12-F8CC-6237AF07D31D}"/>
          </ac:picMkLst>
        </pc:picChg>
      </pc:sldChg>
    </pc:docChg>
  </pc:docChgLst>
  <pc:docChgLst>
    <pc:chgData name="Mikael Ericsson" userId="8506a6f4-de41-4831-9818-e418b33149bf" providerId="ADAL" clId="{FCCA0A0E-BAC2-4A1A-9C47-7D5FA8EA9F84}"/>
    <pc:docChg chg="undo custSel modSld">
      <pc:chgData name="Mikael Ericsson" userId="8506a6f4-de41-4831-9818-e418b33149bf" providerId="ADAL" clId="{FCCA0A0E-BAC2-4A1A-9C47-7D5FA8EA9F84}" dt="2021-09-06T11:51:46.004" v="36" actId="167"/>
      <pc:docMkLst>
        <pc:docMk/>
      </pc:docMkLst>
      <pc:sldChg chg="modSp mod">
        <pc:chgData name="Mikael Ericsson" userId="8506a6f4-de41-4831-9818-e418b33149bf" providerId="ADAL" clId="{FCCA0A0E-BAC2-4A1A-9C47-7D5FA8EA9F84}" dt="2021-09-06T11:51:46.004" v="36" actId="167"/>
        <pc:sldMkLst>
          <pc:docMk/>
          <pc:sldMk cId="0" sldId="257"/>
        </pc:sldMkLst>
        <pc:spChg chg="mod">
          <ac:chgData name="Mikael Ericsson" userId="8506a6f4-de41-4831-9818-e418b33149bf" providerId="ADAL" clId="{FCCA0A0E-BAC2-4A1A-9C47-7D5FA8EA9F84}" dt="2021-09-06T11:51:45.558" v="34" actId="20577"/>
          <ac:spMkLst>
            <pc:docMk/>
            <pc:sldMk cId="0" sldId="257"/>
            <ac:spMk id="3" creationId="{40D54246-1D6A-4162-B029-695BDC468D59}"/>
          </ac:spMkLst>
        </pc:spChg>
        <pc:picChg chg="ord">
          <ac:chgData name="Mikael Ericsson" userId="8506a6f4-de41-4831-9818-e418b33149bf" providerId="ADAL" clId="{FCCA0A0E-BAC2-4A1A-9C47-7D5FA8EA9F84}" dt="2021-09-06T11:51:44.702" v="30" actId="166"/>
          <ac:picMkLst>
            <pc:docMk/>
            <pc:sldMk cId="0" sldId="257"/>
            <ac:picMk id="4" creationId="{C77777E3-3AFB-4BD0-AAB0-76C4864C1EBF}"/>
          </ac:picMkLst>
        </pc:picChg>
        <pc:picChg chg="ord">
          <ac:chgData name="Mikael Ericsson" userId="8506a6f4-de41-4831-9818-e418b33149bf" providerId="ADAL" clId="{FCCA0A0E-BAC2-4A1A-9C47-7D5FA8EA9F84}" dt="2021-09-06T11:51:46.004" v="36" actId="167"/>
          <ac:picMkLst>
            <pc:docMk/>
            <pc:sldMk cId="0" sldId="257"/>
            <ac:picMk id="6" creationId="{D6B50B8B-F063-494F-BF71-1626D8482022}"/>
          </ac:picMkLst>
        </pc:picChg>
      </pc:sldChg>
    </pc:docChg>
  </pc:docChgLst>
  <pc:docChgLst>
    <pc:chgData name="Mikael Ericsson" userId="8506a6f4-de41-4831-9818-e418b33149bf" providerId="ADAL" clId="{D4EDAA0B-15C4-4854-B0C3-A0284520BDAF}"/>
    <pc:docChg chg="undo custSel addSld delSld modSld sldOrd">
      <pc:chgData name="Mikael Ericsson" userId="8506a6f4-de41-4831-9818-e418b33149bf" providerId="ADAL" clId="{D4EDAA0B-15C4-4854-B0C3-A0284520BDAF}" dt="2019-11-16T07:48:48.374" v="312" actId="729"/>
      <pc:docMkLst>
        <pc:docMk/>
      </pc:docMkLst>
      <pc:sldChg chg="modAnim">
        <pc:chgData name="Mikael Ericsson" userId="8506a6f4-de41-4831-9818-e418b33149bf" providerId="ADAL" clId="{D4EDAA0B-15C4-4854-B0C3-A0284520BDAF}" dt="2019-11-16T07:25:27.766" v="310"/>
        <pc:sldMkLst>
          <pc:docMk/>
          <pc:sldMk cId="0" sldId="259"/>
        </pc:sldMkLst>
      </pc:sldChg>
      <pc:sldChg chg="modAnim">
        <pc:chgData name="Mikael Ericsson" userId="8506a6f4-de41-4831-9818-e418b33149bf" providerId="ADAL" clId="{D4EDAA0B-15C4-4854-B0C3-A0284520BDAF}" dt="2019-11-16T07:46:52.779" v="311"/>
        <pc:sldMkLst>
          <pc:docMk/>
          <pc:sldMk cId="0" sldId="261"/>
        </pc:sldMkLst>
      </pc:sldChg>
      <pc:sldChg chg="addSp delSp modSp">
        <pc:chgData name="Mikael Ericsson" userId="8506a6f4-de41-4831-9818-e418b33149bf" providerId="ADAL" clId="{D4EDAA0B-15C4-4854-B0C3-A0284520BDAF}" dt="2019-11-16T06:54:44.650" v="217"/>
        <pc:sldMkLst>
          <pc:docMk/>
          <pc:sldMk cId="0" sldId="275"/>
        </pc:sldMkLst>
        <pc:spChg chg="del">
          <ac:chgData name="Mikael Ericsson" userId="8506a6f4-de41-4831-9818-e418b33149bf" providerId="ADAL" clId="{D4EDAA0B-15C4-4854-B0C3-A0284520BDAF}" dt="2019-11-16T06:54:06.606" v="211" actId="478"/>
          <ac:spMkLst>
            <pc:docMk/>
            <pc:sldMk cId="0" sldId="275"/>
            <ac:spMk id="3" creationId="{4806CBC7-DA5C-4D62-9381-A9B6463725F9}"/>
          </ac:spMkLst>
        </pc:spChg>
        <pc:spChg chg="add mod">
          <ac:chgData name="Mikael Ericsson" userId="8506a6f4-de41-4831-9818-e418b33149bf" providerId="ADAL" clId="{D4EDAA0B-15C4-4854-B0C3-A0284520BDAF}" dt="2019-11-16T06:53:57.868" v="210"/>
          <ac:spMkLst>
            <pc:docMk/>
            <pc:sldMk cId="0" sldId="275"/>
            <ac:spMk id="4" creationId="{10749524-92E5-431D-8C07-084483FEF3BA}"/>
          </ac:spMkLst>
        </pc:spChg>
        <pc:spChg chg="del">
          <ac:chgData name="Mikael Ericsson" userId="8506a6f4-de41-4831-9818-e418b33149bf" providerId="ADAL" clId="{D4EDAA0B-15C4-4854-B0C3-A0284520BDAF}" dt="2019-11-16T06:53:55.615" v="209" actId="478"/>
          <ac:spMkLst>
            <pc:docMk/>
            <pc:sldMk cId="0" sldId="275"/>
            <ac:spMk id="32770" creationId="{00000000-0000-0000-0000-000000000000}"/>
          </ac:spMkLst>
        </pc:spChg>
        <pc:spChg chg="del">
          <ac:chgData name="Mikael Ericsson" userId="8506a6f4-de41-4831-9818-e418b33149bf" providerId="ADAL" clId="{D4EDAA0B-15C4-4854-B0C3-A0284520BDAF}" dt="2019-11-16T06:53:55.615" v="209" actId="478"/>
          <ac:spMkLst>
            <pc:docMk/>
            <pc:sldMk cId="0" sldId="275"/>
            <ac:spMk id="32771" creationId="{00000000-0000-0000-0000-000000000000}"/>
          </ac:spMkLst>
        </pc:spChg>
        <pc:spChg chg="mod">
          <ac:chgData name="Mikael Ericsson" userId="8506a6f4-de41-4831-9818-e418b33149bf" providerId="ADAL" clId="{D4EDAA0B-15C4-4854-B0C3-A0284520BDAF}" dt="2019-11-16T06:54:28.728" v="216" actId="6549"/>
          <ac:spMkLst>
            <pc:docMk/>
            <pc:sldMk cId="0" sldId="275"/>
            <ac:spMk id="32773" creationId="{00000000-0000-0000-0000-000000000000}"/>
          </ac:spMkLst>
        </pc:spChg>
        <pc:picChg chg="add del">
          <ac:chgData name="Mikael Ericsson" userId="8506a6f4-de41-4831-9818-e418b33149bf" providerId="ADAL" clId="{D4EDAA0B-15C4-4854-B0C3-A0284520BDAF}" dt="2019-11-16T06:53:48.159" v="208"/>
          <ac:picMkLst>
            <pc:docMk/>
            <pc:sldMk cId="0" sldId="275"/>
            <ac:picMk id="7" creationId="{7F2CE03A-D716-447E-AA86-D545D199CB6C}"/>
          </ac:picMkLst>
        </pc:picChg>
        <pc:picChg chg="add">
          <ac:chgData name="Mikael Ericsson" userId="8506a6f4-de41-4831-9818-e418b33149bf" providerId="ADAL" clId="{D4EDAA0B-15C4-4854-B0C3-A0284520BDAF}" dt="2019-11-16T06:54:44.650" v="217"/>
          <ac:picMkLst>
            <pc:docMk/>
            <pc:sldMk cId="0" sldId="275"/>
            <ac:picMk id="10" creationId="{3EDBDD39-08D3-404C-93B0-9A114AD7CEDD}"/>
          </ac:picMkLst>
        </pc:picChg>
      </pc:sldChg>
      <pc:sldChg chg="addSp delSp modSp">
        <pc:chgData name="Mikael Ericsson" userId="8506a6f4-de41-4831-9818-e418b33149bf" providerId="ADAL" clId="{D4EDAA0B-15C4-4854-B0C3-A0284520BDAF}" dt="2019-11-16T06:53:28.150" v="206"/>
        <pc:sldMkLst>
          <pc:docMk/>
          <pc:sldMk cId="0" sldId="284"/>
        </pc:sldMkLst>
        <pc:picChg chg="add mod ord modCrop">
          <ac:chgData name="Mikael Ericsson" userId="8506a6f4-de41-4831-9818-e418b33149bf" providerId="ADAL" clId="{D4EDAA0B-15C4-4854-B0C3-A0284520BDAF}" dt="2019-11-16T06:53:17.002" v="205" actId="167"/>
          <ac:picMkLst>
            <pc:docMk/>
            <pc:sldMk cId="0" sldId="284"/>
            <ac:picMk id="3" creationId="{B93EFE14-49D8-47B9-B74C-281BAF72D0D6}"/>
          </ac:picMkLst>
        </pc:picChg>
        <pc:picChg chg="del">
          <ac:chgData name="Mikael Ericsson" userId="8506a6f4-de41-4831-9818-e418b33149bf" providerId="ADAL" clId="{D4EDAA0B-15C4-4854-B0C3-A0284520BDAF}" dt="2019-11-16T06:49:19.623" v="152" actId="478"/>
          <ac:picMkLst>
            <pc:docMk/>
            <pc:sldMk cId="0" sldId="284"/>
            <ac:picMk id="4" creationId="{00000000-0000-0000-0000-000000000000}"/>
          </ac:picMkLst>
        </pc:picChg>
        <pc:picChg chg="mod">
          <ac:chgData name="Mikael Ericsson" userId="8506a6f4-de41-4831-9818-e418b33149bf" providerId="ADAL" clId="{D4EDAA0B-15C4-4854-B0C3-A0284520BDAF}" dt="2019-11-16T06:53:01.864" v="202" actId="1076"/>
          <ac:picMkLst>
            <pc:docMk/>
            <pc:sldMk cId="0" sldId="284"/>
            <ac:picMk id="5" creationId="{00000000-0000-0000-0000-000000000000}"/>
          </ac:picMkLst>
        </pc:picChg>
        <pc:picChg chg="add mod">
          <ac:chgData name="Mikael Ericsson" userId="8506a6f4-de41-4831-9818-e418b33149bf" providerId="ADAL" clId="{D4EDAA0B-15C4-4854-B0C3-A0284520BDAF}" dt="2019-11-16T06:53:08.999" v="204" actId="1076"/>
          <ac:picMkLst>
            <pc:docMk/>
            <pc:sldMk cId="0" sldId="284"/>
            <ac:picMk id="9" creationId="{D275BCFE-9DCF-4D2F-B14B-86E8C418B5DD}"/>
          </ac:picMkLst>
        </pc:picChg>
        <pc:picChg chg="add">
          <ac:chgData name="Mikael Ericsson" userId="8506a6f4-de41-4831-9818-e418b33149bf" providerId="ADAL" clId="{D4EDAA0B-15C4-4854-B0C3-A0284520BDAF}" dt="2019-11-16T06:53:28.150" v="206"/>
          <ac:picMkLst>
            <pc:docMk/>
            <pc:sldMk cId="0" sldId="284"/>
            <ac:picMk id="10" creationId="{13452AFD-B2F3-4FE9-87A7-13FAA50F36F9}"/>
          </ac:picMkLst>
        </pc:picChg>
      </pc:sldChg>
      <pc:sldChg chg="modNotesTx">
        <pc:chgData name="Mikael Ericsson" userId="8506a6f4-de41-4831-9818-e418b33149bf" providerId="ADAL" clId="{D4EDAA0B-15C4-4854-B0C3-A0284520BDAF}" dt="2019-11-16T06:39:53.970" v="151" actId="20577"/>
        <pc:sldMkLst>
          <pc:docMk/>
          <pc:sldMk cId="0" sldId="287"/>
        </pc:sldMkLst>
      </pc:sldChg>
      <pc:sldChg chg="mod modShow">
        <pc:chgData name="Mikael Ericsson" userId="8506a6f4-de41-4831-9818-e418b33149bf" providerId="ADAL" clId="{D4EDAA0B-15C4-4854-B0C3-A0284520BDAF}" dt="2019-11-16T07:48:48.374" v="312" actId="729"/>
        <pc:sldMkLst>
          <pc:docMk/>
          <pc:sldMk cId="0" sldId="297"/>
        </pc:sldMkLst>
      </pc:sldChg>
      <pc:sldChg chg="addSp delSp modSp mod modClrScheme chgLayout">
        <pc:chgData name="Mikael Ericsson" userId="8506a6f4-de41-4831-9818-e418b33149bf" providerId="ADAL" clId="{D4EDAA0B-15C4-4854-B0C3-A0284520BDAF}" dt="2019-11-16T06:37:30.373" v="114" actId="166"/>
        <pc:sldMkLst>
          <pc:docMk/>
          <pc:sldMk cId="0" sldId="299"/>
        </pc:sldMkLst>
        <pc:spChg chg="add del mod">
          <ac:chgData name="Mikael Ericsson" userId="8506a6f4-de41-4831-9818-e418b33149bf" providerId="ADAL" clId="{D4EDAA0B-15C4-4854-B0C3-A0284520BDAF}" dt="2019-11-16T06:36:14.730" v="101"/>
          <ac:spMkLst>
            <pc:docMk/>
            <pc:sldMk cId="0" sldId="299"/>
            <ac:spMk id="2" creationId="{F9DE6B36-5D2A-4C8F-A63F-23E417B48294}"/>
          </ac:spMkLst>
        </pc:spChg>
        <pc:spChg chg="mod ord">
          <ac:chgData name="Mikael Ericsson" userId="8506a6f4-de41-4831-9818-e418b33149bf" providerId="ADAL" clId="{D4EDAA0B-15C4-4854-B0C3-A0284520BDAF}" dt="2019-11-16T06:36:17.858" v="102" actId="700"/>
          <ac:spMkLst>
            <pc:docMk/>
            <pc:sldMk cId="0" sldId="299"/>
            <ac:spMk id="3" creationId="{1DD77A7B-E0AF-4956-9C67-ED93A2053E0A}"/>
          </ac:spMkLst>
        </pc:spChg>
        <pc:spChg chg="add del mod">
          <ac:chgData name="Mikael Ericsson" userId="8506a6f4-de41-4831-9818-e418b33149bf" providerId="ADAL" clId="{D4EDAA0B-15C4-4854-B0C3-A0284520BDAF}" dt="2019-11-16T06:36:14.730" v="101"/>
          <ac:spMkLst>
            <pc:docMk/>
            <pc:sldMk cId="0" sldId="299"/>
            <ac:spMk id="4" creationId="{1A0B18EB-5CF6-4F6C-A430-1E5668C2D73B}"/>
          </ac:spMkLst>
        </pc:spChg>
        <pc:spChg chg="mod ord">
          <ac:chgData name="Mikael Ericsson" userId="8506a6f4-de41-4831-9818-e418b33149bf" providerId="ADAL" clId="{D4EDAA0B-15C4-4854-B0C3-A0284520BDAF}" dt="2019-11-16T06:36:17.858" v="102" actId="700"/>
          <ac:spMkLst>
            <pc:docMk/>
            <pc:sldMk cId="0" sldId="299"/>
            <ac:spMk id="20485" creationId="{00000000-0000-0000-0000-000000000000}"/>
          </ac:spMkLst>
        </pc:spChg>
        <pc:spChg chg="mod ord">
          <ac:chgData name="Mikael Ericsson" userId="8506a6f4-de41-4831-9818-e418b33149bf" providerId="ADAL" clId="{D4EDAA0B-15C4-4854-B0C3-A0284520BDAF}" dt="2019-11-16T06:36:17.858" v="102" actId="700"/>
          <ac:spMkLst>
            <pc:docMk/>
            <pc:sldMk cId="0" sldId="299"/>
            <ac:spMk id="20486" creationId="{00000000-0000-0000-0000-000000000000}"/>
          </ac:spMkLst>
        </pc:spChg>
        <pc:picChg chg="del">
          <ac:chgData name="Mikael Ericsson" userId="8506a6f4-de41-4831-9818-e418b33149bf" providerId="ADAL" clId="{D4EDAA0B-15C4-4854-B0C3-A0284520BDAF}" dt="2019-11-16T06:36:10.219" v="100" actId="478"/>
          <ac:picMkLst>
            <pc:docMk/>
            <pc:sldMk cId="0" sldId="299"/>
            <ac:picMk id="6" creationId="{118D2094-D3E6-42B7-A00A-7B02C1D42FFA}"/>
          </ac:picMkLst>
        </pc:picChg>
        <pc:picChg chg="add ord">
          <ac:chgData name="Mikael Ericsson" userId="8506a6f4-de41-4831-9818-e418b33149bf" providerId="ADAL" clId="{D4EDAA0B-15C4-4854-B0C3-A0284520BDAF}" dt="2019-11-16T06:37:30.373" v="114" actId="166"/>
          <ac:picMkLst>
            <pc:docMk/>
            <pc:sldMk cId="0" sldId="299"/>
            <ac:picMk id="9" creationId="{8DE4CB53-8A14-40BD-8026-BDF492FEFC36}"/>
          </ac:picMkLst>
        </pc:picChg>
        <pc:picChg chg="mod ord modCrop">
          <ac:chgData name="Mikael Ericsson" userId="8506a6f4-de41-4831-9818-e418b33149bf" providerId="ADAL" clId="{D4EDAA0B-15C4-4854-B0C3-A0284520BDAF}" dt="2019-11-16T06:37:25.888" v="113" actId="1076"/>
          <ac:picMkLst>
            <pc:docMk/>
            <pc:sldMk cId="0" sldId="299"/>
            <ac:picMk id="20483" creationId="{00000000-0000-0000-0000-000000000000}"/>
          </ac:picMkLst>
        </pc:picChg>
      </pc:sldChg>
      <pc:sldChg chg="addSp delSp modSp">
        <pc:chgData name="Mikael Ericsson" userId="8506a6f4-de41-4831-9818-e418b33149bf" providerId="ADAL" clId="{D4EDAA0B-15C4-4854-B0C3-A0284520BDAF}" dt="2019-11-16T06:51:44.520" v="183" actId="166"/>
        <pc:sldMkLst>
          <pc:docMk/>
          <pc:sldMk cId="0" sldId="308"/>
        </pc:sldMkLst>
        <pc:spChg chg="add del mod">
          <ac:chgData name="Mikael Ericsson" userId="8506a6f4-de41-4831-9818-e418b33149bf" providerId="ADAL" clId="{D4EDAA0B-15C4-4854-B0C3-A0284520BDAF}" dt="2019-11-16T06:50:10.433" v="161" actId="478"/>
          <ac:spMkLst>
            <pc:docMk/>
            <pc:sldMk cId="0" sldId="308"/>
            <ac:spMk id="4" creationId="{2C9639F1-4977-450F-8BEC-6839A266C501}"/>
          </ac:spMkLst>
        </pc:spChg>
        <pc:spChg chg="add del">
          <ac:chgData name="Mikael Ericsson" userId="8506a6f4-de41-4831-9818-e418b33149bf" providerId="ADAL" clId="{D4EDAA0B-15C4-4854-B0C3-A0284520BDAF}" dt="2019-11-15T15:25:02.262" v="97"/>
          <ac:spMkLst>
            <pc:docMk/>
            <pc:sldMk cId="0" sldId="308"/>
            <ac:spMk id="9" creationId="{FBA00037-C448-4A49-A5E1-B9EBA194B2EE}"/>
          </ac:spMkLst>
        </pc:spChg>
        <pc:spChg chg="add del">
          <ac:chgData name="Mikael Ericsson" userId="8506a6f4-de41-4831-9818-e418b33149bf" providerId="ADAL" clId="{D4EDAA0B-15C4-4854-B0C3-A0284520BDAF}" dt="2019-11-16T06:50:57.255" v="174"/>
          <ac:spMkLst>
            <pc:docMk/>
            <pc:sldMk cId="0" sldId="308"/>
            <ac:spMk id="10" creationId="{B94622E7-D671-4719-9DAA-65C4C13FF3CE}"/>
          </ac:spMkLst>
        </pc:spChg>
        <pc:spChg chg="mod">
          <ac:chgData name="Mikael Ericsson" userId="8506a6f4-de41-4831-9818-e418b33149bf" providerId="ADAL" clId="{D4EDAA0B-15C4-4854-B0C3-A0284520BDAF}" dt="2019-11-16T06:49:55.481" v="160" actId="1076"/>
          <ac:spMkLst>
            <pc:docMk/>
            <pc:sldMk cId="0" sldId="308"/>
            <ac:spMk id="11" creationId="{277B5B95-F671-4995-8E7C-08FF78759554}"/>
          </ac:spMkLst>
        </pc:spChg>
        <pc:spChg chg="mod ord">
          <ac:chgData name="Mikael Ericsson" userId="8506a6f4-de41-4831-9818-e418b33149bf" providerId="ADAL" clId="{D4EDAA0B-15C4-4854-B0C3-A0284520BDAF}" dt="2019-11-16T06:51:38.217" v="182" actId="166"/>
          <ac:spMkLst>
            <pc:docMk/>
            <pc:sldMk cId="0" sldId="308"/>
            <ac:spMk id="44034" creationId="{00000000-0000-0000-0000-000000000000}"/>
          </ac:spMkLst>
        </pc:spChg>
        <pc:picChg chg="add mod">
          <ac:chgData name="Mikael Ericsson" userId="8506a6f4-de41-4831-9818-e418b33149bf" providerId="ADAL" clId="{D4EDAA0B-15C4-4854-B0C3-A0284520BDAF}" dt="2019-11-16T06:51:26.968" v="180" actId="1076"/>
          <ac:picMkLst>
            <pc:docMk/>
            <pc:sldMk cId="0" sldId="308"/>
            <ac:picMk id="6" creationId="{16B31CEA-1F34-45CC-BF6F-89029F5E5E3F}"/>
          </ac:picMkLst>
        </pc:picChg>
        <pc:picChg chg="add mod ord">
          <ac:chgData name="Mikael Ericsson" userId="8506a6f4-de41-4831-9818-e418b33149bf" providerId="ADAL" clId="{D4EDAA0B-15C4-4854-B0C3-A0284520BDAF}" dt="2019-11-16T06:51:44.520" v="183" actId="166"/>
          <ac:picMkLst>
            <pc:docMk/>
            <pc:sldMk cId="0" sldId="308"/>
            <ac:picMk id="8" creationId="{AB48A9AA-C65A-4D29-A412-960DE90E0154}"/>
          </ac:picMkLst>
        </pc:picChg>
        <pc:picChg chg="add mod">
          <ac:chgData name="Mikael Ericsson" userId="8506a6f4-de41-4831-9818-e418b33149bf" providerId="ADAL" clId="{D4EDAA0B-15C4-4854-B0C3-A0284520BDAF}" dt="2019-11-16T06:51:16.181" v="177" actId="1076"/>
          <ac:picMkLst>
            <pc:docMk/>
            <pc:sldMk cId="0" sldId="308"/>
            <ac:picMk id="9" creationId="{DE0B97E1-AC0C-442D-B524-63CC7DAF4F9A}"/>
          </ac:picMkLst>
        </pc:picChg>
        <pc:picChg chg="del">
          <ac:chgData name="Mikael Ericsson" userId="8506a6f4-de41-4831-9818-e418b33149bf" providerId="ADAL" clId="{D4EDAA0B-15C4-4854-B0C3-A0284520BDAF}" dt="2019-11-16T06:49:37.099" v="154" actId="478"/>
          <ac:picMkLst>
            <pc:docMk/>
            <pc:sldMk cId="0" sldId="308"/>
            <ac:picMk id="44036" creationId="{00000000-0000-0000-0000-000000000000}"/>
          </ac:picMkLst>
        </pc:picChg>
        <pc:picChg chg="del">
          <ac:chgData name="Mikael Ericsson" userId="8506a6f4-de41-4831-9818-e418b33149bf" providerId="ADAL" clId="{D4EDAA0B-15C4-4854-B0C3-A0284520BDAF}" dt="2019-11-16T06:49:39.388" v="155" actId="478"/>
          <ac:picMkLst>
            <pc:docMk/>
            <pc:sldMk cId="0" sldId="308"/>
            <ac:picMk id="44038" creationId="{00000000-0000-0000-0000-000000000000}"/>
          </ac:picMkLst>
        </pc:picChg>
        <pc:picChg chg="del">
          <ac:chgData name="Mikael Ericsson" userId="8506a6f4-de41-4831-9818-e418b33149bf" providerId="ADAL" clId="{D4EDAA0B-15C4-4854-B0C3-A0284520BDAF}" dt="2019-11-16T06:49:34.614" v="153" actId="478"/>
          <ac:picMkLst>
            <pc:docMk/>
            <pc:sldMk cId="0" sldId="308"/>
            <ac:picMk id="44039" creationId="{00000000-0000-0000-0000-000000000000}"/>
          </ac:picMkLst>
        </pc:picChg>
      </pc:sldChg>
      <pc:sldChg chg="modSp modAnim">
        <pc:chgData name="Mikael Ericsson" userId="8506a6f4-de41-4831-9818-e418b33149bf" providerId="ADAL" clId="{D4EDAA0B-15C4-4854-B0C3-A0284520BDAF}" dt="2019-11-16T07:16:58.128" v="307" actId="20577"/>
        <pc:sldMkLst>
          <pc:docMk/>
          <pc:sldMk cId="1973782419" sldId="312"/>
        </pc:sldMkLst>
        <pc:spChg chg="mod">
          <ac:chgData name="Mikael Ericsson" userId="8506a6f4-de41-4831-9818-e418b33149bf" providerId="ADAL" clId="{D4EDAA0B-15C4-4854-B0C3-A0284520BDAF}" dt="2019-11-16T07:16:58.128" v="307" actId="20577"/>
          <ac:spMkLst>
            <pc:docMk/>
            <pc:sldMk cId="1973782419" sldId="312"/>
            <ac:spMk id="2" creationId="{00000000-0000-0000-0000-000000000000}"/>
          </ac:spMkLst>
        </pc:spChg>
        <pc:spChg chg="mod">
          <ac:chgData name="Mikael Ericsson" userId="8506a6f4-de41-4831-9818-e418b33149bf" providerId="ADAL" clId="{D4EDAA0B-15C4-4854-B0C3-A0284520BDAF}" dt="2019-11-16T07:14:29.480" v="289" actId="27636"/>
          <ac:spMkLst>
            <pc:docMk/>
            <pc:sldMk cId="1973782419" sldId="312"/>
            <ac:spMk id="5" creationId="{00000000-0000-0000-0000-000000000000}"/>
          </ac:spMkLst>
        </pc:spChg>
      </pc:sldChg>
      <pc:sldChg chg="ord modAnim">
        <pc:chgData name="Mikael Ericsson" userId="8506a6f4-de41-4831-9818-e418b33149bf" providerId="ADAL" clId="{D4EDAA0B-15C4-4854-B0C3-A0284520BDAF}" dt="2019-11-16T07:01:50.409" v="233"/>
        <pc:sldMkLst>
          <pc:docMk/>
          <pc:sldMk cId="3172560204" sldId="313"/>
        </pc:sldMkLst>
      </pc:sldChg>
      <pc:sldChg chg="addSp delSp modSp add mod modClrScheme chgLayout">
        <pc:chgData name="Mikael Ericsson" userId="8506a6f4-de41-4831-9818-e418b33149bf" providerId="ADAL" clId="{D4EDAA0B-15C4-4854-B0C3-A0284520BDAF}" dt="2019-11-15T15:19:32.212" v="12"/>
        <pc:sldMkLst>
          <pc:docMk/>
          <pc:sldMk cId="2813106226" sldId="318"/>
        </pc:sldMkLst>
        <pc:spChg chg="del mod ord">
          <ac:chgData name="Mikael Ericsson" userId="8506a6f4-de41-4831-9818-e418b33149bf" providerId="ADAL" clId="{D4EDAA0B-15C4-4854-B0C3-A0284520BDAF}" dt="2019-11-15T15:19:06.358" v="1" actId="700"/>
          <ac:spMkLst>
            <pc:docMk/>
            <pc:sldMk cId="2813106226" sldId="318"/>
            <ac:spMk id="2" creationId="{828E55EA-22E3-4533-984B-D80037BDBD5C}"/>
          </ac:spMkLst>
        </pc:spChg>
        <pc:spChg chg="del">
          <ac:chgData name="Mikael Ericsson" userId="8506a6f4-de41-4831-9818-e418b33149bf" providerId="ADAL" clId="{D4EDAA0B-15C4-4854-B0C3-A0284520BDAF}" dt="2019-11-15T15:19:06.358" v="1" actId="700"/>
          <ac:spMkLst>
            <pc:docMk/>
            <pc:sldMk cId="2813106226" sldId="318"/>
            <ac:spMk id="3" creationId="{0374BA79-E137-46E3-9073-B8FBB28B40FE}"/>
          </ac:spMkLst>
        </pc:spChg>
        <pc:spChg chg="add del mod ord">
          <ac:chgData name="Mikael Ericsson" userId="8506a6f4-de41-4831-9818-e418b33149bf" providerId="ADAL" clId="{D4EDAA0B-15C4-4854-B0C3-A0284520BDAF}" dt="2019-11-15T15:19:23.244" v="10" actId="478"/>
          <ac:spMkLst>
            <pc:docMk/>
            <pc:sldMk cId="2813106226" sldId="318"/>
            <ac:spMk id="4" creationId="{EA65B5D3-FF5D-4B68-B389-524B208D866B}"/>
          </ac:spMkLst>
        </pc:spChg>
        <pc:picChg chg="add">
          <ac:chgData name="Mikael Ericsson" userId="8506a6f4-de41-4831-9818-e418b33149bf" providerId="ADAL" clId="{D4EDAA0B-15C4-4854-B0C3-A0284520BDAF}" dt="2019-11-15T15:19:32.212" v="12"/>
          <ac:picMkLst>
            <pc:docMk/>
            <pc:sldMk cId="2813106226" sldId="318"/>
            <ac:picMk id="5" creationId="{6B73051D-B3DB-4AF3-A577-65F51BD81BE5}"/>
          </ac:picMkLst>
        </pc:picChg>
      </pc:sldChg>
      <pc:sldChg chg="modSp add mod modShow modNotesTx">
        <pc:chgData name="Mikael Ericsson" userId="8506a6f4-de41-4831-9818-e418b33149bf" providerId="ADAL" clId="{D4EDAA0B-15C4-4854-B0C3-A0284520BDAF}" dt="2019-11-15T15:27:12.878" v="99" actId="729"/>
        <pc:sldMkLst>
          <pc:docMk/>
          <pc:sldMk cId="3866254478" sldId="319"/>
        </pc:sldMkLst>
        <pc:spChg chg="mod">
          <ac:chgData name="Mikael Ericsson" userId="8506a6f4-de41-4831-9818-e418b33149bf" providerId="ADAL" clId="{D4EDAA0B-15C4-4854-B0C3-A0284520BDAF}" dt="2019-11-15T15:20:19.608" v="36" actId="20577"/>
          <ac:spMkLst>
            <pc:docMk/>
            <pc:sldMk cId="3866254478" sldId="319"/>
            <ac:spMk id="3" creationId="{40D54246-1D6A-4162-B029-695BDC468D59}"/>
          </ac:spMkLst>
        </pc:spChg>
        <pc:picChg chg="ord">
          <ac:chgData name="Mikael Ericsson" userId="8506a6f4-de41-4831-9818-e418b33149bf" providerId="ADAL" clId="{D4EDAA0B-15C4-4854-B0C3-A0284520BDAF}" dt="2019-11-15T15:20:26.893" v="37" actId="166"/>
          <ac:picMkLst>
            <pc:docMk/>
            <pc:sldMk cId="3866254478" sldId="319"/>
            <ac:picMk id="6" creationId="{D6B50B8B-F063-494F-BF71-1626D8482022}"/>
          </ac:picMkLst>
        </pc:picChg>
      </pc:sldChg>
      <pc:sldChg chg="modSp add">
        <pc:chgData name="Mikael Ericsson" userId="8506a6f4-de41-4831-9818-e418b33149bf" providerId="ADAL" clId="{D4EDAA0B-15C4-4854-B0C3-A0284520BDAF}" dt="2019-11-15T15:22:08.777" v="59" actId="166"/>
        <pc:sldMkLst>
          <pc:docMk/>
          <pc:sldMk cId="2903082284" sldId="320"/>
        </pc:sldMkLst>
        <pc:spChg chg="mod">
          <ac:chgData name="Mikael Ericsson" userId="8506a6f4-de41-4831-9818-e418b33149bf" providerId="ADAL" clId="{D4EDAA0B-15C4-4854-B0C3-A0284520BDAF}" dt="2019-11-15T15:22:02.003" v="58" actId="20577"/>
          <ac:spMkLst>
            <pc:docMk/>
            <pc:sldMk cId="2903082284" sldId="320"/>
            <ac:spMk id="3" creationId="{40D54246-1D6A-4162-B029-695BDC468D59}"/>
          </ac:spMkLst>
        </pc:spChg>
        <pc:picChg chg="ord">
          <ac:chgData name="Mikael Ericsson" userId="8506a6f4-de41-4831-9818-e418b33149bf" providerId="ADAL" clId="{D4EDAA0B-15C4-4854-B0C3-A0284520BDAF}" dt="2019-11-15T15:22:08.777" v="59" actId="166"/>
          <ac:picMkLst>
            <pc:docMk/>
            <pc:sldMk cId="2903082284" sldId="320"/>
            <ac:picMk id="6" creationId="{D6B50B8B-F063-494F-BF71-1626D8482022}"/>
          </ac:picMkLst>
        </pc:picChg>
      </pc:sldChg>
      <pc:sldChg chg="add del">
        <pc:chgData name="Mikael Ericsson" userId="8506a6f4-de41-4831-9818-e418b33149bf" providerId="ADAL" clId="{D4EDAA0B-15C4-4854-B0C3-A0284520BDAF}" dt="2019-11-15T15:22:26.673" v="60" actId="47"/>
        <pc:sldMkLst>
          <pc:docMk/>
          <pc:sldMk cId="3860242221" sldId="321"/>
        </pc:sldMkLst>
      </pc:sldChg>
      <pc:sldChg chg="modSp add">
        <pc:chgData name="Mikael Ericsson" userId="8506a6f4-de41-4831-9818-e418b33149bf" providerId="ADAL" clId="{D4EDAA0B-15C4-4854-B0C3-A0284520BDAF}" dt="2019-11-15T15:23:40.160" v="92" actId="166"/>
        <pc:sldMkLst>
          <pc:docMk/>
          <pc:sldMk cId="2554387722" sldId="322"/>
        </pc:sldMkLst>
        <pc:spChg chg="mod ord">
          <ac:chgData name="Mikael Ericsson" userId="8506a6f4-de41-4831-9818-e418b33149bf" providerId="ADAL" clId="{D4EDAA0B-15C4-4854-B0C3-A0284520BDAF}" dt="2019-11-15T15:23:34.428" v="91" actId="20577"/>
          <ac:spMkLst>
            <pc:docMk/>
            <pc:sldMk cId="2554387722" sldId="322"/>
            <ac:spMk id="3" creationId="{40D54246-1D6A-4162-B029-695BDC468D59}"/>
          </ac:spMkLst>
        </pc:spChg>
        <pc:picChg chg="ord">
          <ac:chgData name="Mikael Ericsson" userId="8506a6f4-de41-4831-9818-e418b33149bf" providerId="ADAL" clId="{D4EDAA0B-15C4-4854-B0C3-A0284520BDAF}" dt="2019-11-15T15:23:40.160" v="92" actId="166"/>
          <ac:picMkLst>
            <pc:docMk/>
            <pc:sldMk cId="2554387722" sldId="322"/>
            <ac:picMk id="6" creationId="{D6B50B8B-F063-494F-BF71-1626D8482022}"/>
          </ac:picMkLst>
        </pc:picChg>
      </pc:sldChg>
      <pc:sldChg chg="addSp add">
        <pc:chgData name="Mikael Ericsson" userId="8506a6f4-de41-4831-9818-e418b33149bf" providerId="ADAL" clId="{D4EDAA0B-15C4-4854-B0C3-A0284520BDAF}" dt="2019-11-16T06:58:30.374" v="219"/>
        <pc:sldMkLst>
          <pc:docMk/>
          <pc:sldMk cId="2869103348" sldId="323"/>
        </pc:sldMkLst>
        <pc:picChg chg="add">
          <ac:chgData name="Mikael Ericsson" userId="8506a6f4-de41-4831-9818-e418b33149bf" providerId="ADAL" clId="{D4EDAA0B-15C4-4854-B0C3-A0284520BDAF}" dt="2019-11-16T06:58:30.374" v="219"/>
          <ac:picMkLst>
            <pc:docMk/>
            <pc:sldMk cId="2869103348" sldId="323"/>
            <ac:picMk id="4" creationId="{401C4750-8D33-4AEC-90BC-E8DC243A2A5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4E0004-B523-456F-8AC7-939D8383A8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B42EF5B-388E-4E86-8C56-1A81C49E24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8F77A5-5E42-4F98-A643-33BAEE904C7F}" type="datetimeFigureOut">
              <a:rPr lang="en-GB" smtClean="0"/>
              <a:t>13/11/2023</a:t>
            </a:fld>
            <a:endParaRPr lang="en-GB"/>
          </a:p>
        </p:txBody>
      </p:sp>
      <p:sp>
        <p:nvSpPr>
          <p:cNvPr id="4" name="Footer Placeholder 3">
            <a:extLst>
              <a:ext uri="{FF2B5EF4-FFF2-40B4-BE49-F238E27FC236}">
                <a16:creationId xmlns:a16="http://schemas.microsoft.com/office/drawing/2014/main" id="{32F5ECF8-B044-4644-AD5E-4556537580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00CF29D-6C23-4296-8438-920C7DED3C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5740CDA-AD7C-44DC-87B6-55048261C9A4}" type="slidenum">
              <a:rPr lang="en-GB" smtClean="0"/>
              <a:t>‹#›</a:t>
            </a:fld>
            <a:endParaRPr lang="en-GB"/>
          </a:p>
        </p:txBody>
      </p:sp>
    </p:spTree>
    <p:extLst>
      <p:ext uri="{BB962C8B-B14F-4D97-AF65-F5344CB8AC3E}">
        <p14:creationId xmlns:p14="http://schemas.microsoft.com/office/powerpoint/2010/main" val="3930741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ACD11A-6C11-4ADD-B18D-67929D986190}" type="datetimeFigureOut">
              <a:rPr lang="en-GB" smtClean="0"/>
              <a:t>13/11/2023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D4CC1-7F80-472C-A89A-C11C92CEC391}" type="slidenum">
              <a:rPr lang="en-GB" smtClean="0"/>
              <a:t>‹#›</a:t>
            </a:fld>
            <a:endParaRPr lang="en-GB"/>
          </a:p>
        </p:txBody>
      </p:sp>
    </p:spTree>
    <p:extLst>
      <p:ext uri="{BB962C8B-B14F-4D97-AF65-F5344CB8AC3E}">
        <p14:creationId xmlns:p14="http://schemas.microsoft.com/office/powerpoint/2010/main" val="848993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F475CC22-CB2A-4350-9483-64CA39458BD2}" type="slidenum">
              <a:rPr lang="en-GB" smtClean="0"/>
              <a:pPr/>
              <a:t>1</a:t>
            </a:fld>
            <a:endParaRPr lang="en-GB"/>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r>
              <a:rPr lang="en-GB" dirty="0"/>
              <a:t>During this lecture the robot are studied as a integration of different subsystems such as mechanical, electrical, sensors, software, process, planning and control.</a:t>
            </a:r>
          </a:p>
          <a:p>
            <a:pPr eaLnBrk="1" hangingPunct="1"/>
            <a:endParaRPr lang="en-GB" dirty="0"/>
          </a:p>
          <a:p>
            <a:pPr eaLnBrk="1" hangingPunct="1"/>
            <a:endParaRPr lang="en-GB" dirty="0"/>
          </a:p>
        </p:txBody>
      </p:sp>
    </p:spTree>
    <p:extLst>
      <p:ext uri="{BB962C8B-B14F-4D97-AF65-F5344CB8AC3E}">
        <p14:creationId xmlns:p14="http://schemas.microsoft.com/office/powerpoint/2010/main" val="311700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F475CC22-CB2A-4350-9483-64CA39458BD2}" type="slidenum">
              <a:rPr lang="en-GB" smtClean="0"/>
              <a:pPr/>
              <a:t>2</a:t>
            </a:fld>
            <a:endParaRPr lang="en-GB"/>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GB" dirty="0"/>
          </a:p>
        </p:txBody>
      </p:sp>
    </p:spTree>
    <p:extLst>
      <p:ext uri="{BB962C8B-B14F-4D97-AF65-F5344CB8AC3E}">
        <p14:creationId xmlns:p14="http://schemas.microsoft.com/office/powerpoint/2010/main" val="3802895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40234D32-1E5C-4B28-B1A9-63E0EF1D32DD}" type="slidenum">
              <a:rPr lang="en-GB" smtClean="0"/>
              <a:pPr/>
              <a:t>3</a:t>
            </a:fld>
            <a:endParaRPr lang="en-GB"/>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lnSpc>
                <a:spcPct val="90000"/>
              </a:lnSpc>
            </a:pPr>
            <a:r>
              <a:rPr lang="en-GB" sz="1000"/>
              <a:t>The robot can be described in different subsystems depending on the  viewers background.</a:t>
            </a:r>
          </a:p>
          <a:p>
            <a:pPr eaLnBrk="1" hangingPunct="1">
              <a:lnSpc>
                <a:spcPct val="90000"/>
              </a:lnSpc>
            </a:pPr>
            <a:endParaRPr lang="en-GB" sz="1000"/>
          </a:p>
          <a:p>
            <a:pPr eaLnBrk="1" hangingPunct="1">
              <a:lnSpc>
                <a:spcPct val="90000"/>
              </a:lnSpc>
            </a:pPr>
            <a:r>
              <a:rPr lang="en-GB" sz="1000"/>
              <a:t>The software integrates the subsystems together to one unit. The robot. This is done, as discussed last time both on-line and off-line.</a:t>
            </a:r>
          </a:p>
          <a:p>
            <a:pPr eaLnBrk="1" hangingPunct="1">
              <a:lnSpc>
                <a:spcPct val="90000"/>
              </a:lnSpc>
            </a:pPr>
            <a:endParaRPr lang="en-GB" sz="1000"/>
          </a:p>
          <a:p>
            <a:pPr eaLnBrk="1" hangingPunct="1">
              <a:lnSpc>
                <a:spcPct val="90000"/>
              </a:lnSpc>
            </a:pPr>
            <a:r>
              <a:rPr lang="en-GB" sz="1000"/>
              <a:t>Process information includes the knowledge about the process e.g. welding parameters. But also knowledge about the environment</a:t>
            </a:r>
          </a:p>
          <a:p>
            <a:pPr eaLnBrk="1" hangingPunct="1">
              <a:lnSpc>
                <a:spcPct val="90000"/>
              </a:lnSpc>
            </a:pPr>
            <a:endParaRPr lang="en-GB" sz="1000"/>
          </a:p>
          <a:p>
            <a:pPr eaLnBrk="1" hangingPunct="1">
              <a:lnSpc>
                <a:spcPct val="90000"/>
              </a:lnSpc>
            </a:pPr>
            <a:r>
              <a:rPr lang="en-GB" sz="1000"/>
              <a:t>Planning subsystem includes the information about the modelling, perception and planning. In the modelling process information from the sensors are integrated with mathematic models to from a model of the world. This model are used by the perception system to select the right strategy which are converted into robot programs during the planning process.</a:t>
            </a:r>
          </a:p>
          <a:p>
            <a:pPr eaLnBrk="1" hangingPunct="1">
              <a:lnSpc>
                <a:spcPct val="90000"/>
              </a:lnSpc>
            </a:pPr>
            <a:endParaRPr lang="en-GB" sz="1000"/>
          </a:p>
          <a:p>
            <a:pPr eaLnBrk="1" hangingPunct="1">
              <a:lnSpc>
                <a:spcPct val="90000"/>
              </a:lnSpc>
            </a:pPr>
            <a:r>
              <a:rPr lang="en-GB" sz="1000"/>
              <a:t>Control subsystem, high-level commands are converted to reference values and used for control of the robot</a:t>
            </a:r>
          </a:p>
          <a:p>
            <a:pPr eaLnBrk="1" hangingPunct="1">
              <a:lnSpc>
                <a:spcPct val="90000"/>
              </a:lnSpc>
            </a:pPr>
            <a:endParaRPr lang="en-GB" sz="1000"/>
          </a:p>
          <a:p>
            <a:pPr eaLnBrk="1" hangingPunct="1">
              <a:lnSpc>
                <a:spcPct val="90000"/>
              </a:lnSpc>
            </a:pPr>
            <a:r>
              <a:rPr lang="en-GB" sz="1000"/>
              <a:t>Electrical subsystem are retrieved signals from the control system and uses actuator to move the robot. This subsystem includes also motor, computers and interfaces.</a:t>
            </a:r>
          </a:p>
          <a:p>
            <a:pPr eaLnBrk="1" hangingPunct="1">
              <a:lnSpc>
                <a:spcPct val="90000"/>
              </a:lnSpc>
            </a:pPr>
            <a:endParaRPr lang="en-GB" sz="1000"/>
          </a:p>
          <a:p>
            <a:pPr eaLnBrk="1" hangingPunct="1">
              <a:lnSpc>
                <a:spcPct val="90000"/>
              </a:lnSpc>
            </a:pPr>
            <a:r>
              <a:rPr lang="en-GB" sz="1000"/>
              <a:t>Mechanical subsystem affects the environment. This subsystem includes all mechanical parts.</a:t>
            </a:r>
          </a:p>
          <a:p>
            <a:pPr eaLnBrk="1" hangingPunct="1">
              <a:lnSpc>
                <a:spcPct val="90000"/>
              </a:lnSpc>
            </a:pPr>
            <a:endParaRPr lang="en-GB" sz="1000"/>
          </a:p>
          <a:p>
            <a:pPr eaLnBrk="1" hangingPunct="1">
              <a:lnSpc>
                <a:spcPct val="90000"/>
              </a:lnSpc>
            </a:pPr>
            <a:r>
              <a:rPr lang="en-GB" sz="1000"/>
              <a:t>Sensor subsystem sends information back from the environment and can be used in the control subsystem.         </a:t>
            </a:r>
          </a:p>
        </p:txBody>
      </p:sp>
    </p:spTree>
    <p:extLst>
      <p:ext uri="{BB962C8B-B14F-4D97-AF65-F5344CB8AC3E}">
        <p14:creationId xmlns:p14="http://schemas.microsoft.com/office/powerpoint/2010/main" val="4129681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F475CC22-CB2A-4350-9483-64CA39458BD2}" type="slidenum">
              <a:rPr lang="en-GB" smtClean="0"/>
              <a:pPr/>
              <a:t>10</a:t>
            </a:fld>
            <a:endParaRPr lang="en-GB"/>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r>
              <a:rPr lang="en-GB"/>
              <a:t>During this lecture the robot are studied as a integration of different subsystems such as mechanical, electrical, sensors, software, process, planning and control.</a:t>
            </a:r>
          </a:p>
          <a:p>
            <a:pPr eaLnBrk="1" hangingPunct="1"/>
            <a:endParaRPr lang="en-GB"/>
          </a:p>
          <a:p>
            <a:pPr eaLnBrk="1" hangingPunct="1"/>
            <a:endParaRPr lang="en-GB"/>
          </a:p>
        </p:txBody>
      </p:sp>
    </p:spTree>
    <p:extLst>
      <p:ext uri="{BB962C8B-B14F-4D97-AF65-F5344CB8AC3E}">
        <p14:creationId xmlns:p14="http://schemas.microsoft.com/office/powerpoint/2010/main" val="2347415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AB6433B9-562A-476D-89FA-261FBCF03C8E}" type="slidenum">
              <a:rPr lang="en-GB" smtClean="0"/>
              <a:pPr/>
              <a:t>18</a:t>
            </a:fld>
            <a:endParaRPr lang="en-GB"/>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r>
              <a:rPr lang="en-GB"/>
              <a:t>Two different approaches exits inside the manufacturing industry and out side (research, space etc). The industry solves the movaility by locating several machines around the robot (flexible manufacturing systems, FMS). Components are transported between the different workcells with either conveyers or by automated guided vehicles (AGV).</a:t>
            </a:r>
          </a:p>
          <a:p>
            <a:pPr eaLnBrk="1" hangingPunct="1"/>
            <a:endParaRPr lang="en-GB"/>
          </a:p>
          <a:p>
            <a:pPr eaLnBrk="1" hangingPunct="1"/>
            <a:r>
              <a:rPr lang="en-GB"/>
              <a:t>Outside the industry, robots with either legs and wheels exist. Legs are more a research question. But have been introduced to the public the last years. Examples are small dogs from Sony.</a:t>
            </a:r>
          </a:p>
          <a:p>
            <a:pPr eaLnBrk="1" hangingPunct="1"/>
            <a:endParaRPr lang="en-GB"/>
          </a:p>
          <a:p>
            <a:pPr eaLnBrk="1" hangingPunct="1"/>
            <a:r>
              <a:rPr lang="en-GB"/>
              <a:t>Wheels have been a popular transmission system for mobile robots. The same principle As for cars has been used.  </a:t>
            </a:r>
          </a:p>
          <a:p>
            <a:pPr eaLnBrk="1" hangingPunct="1"/>
            <a:endParaRPr lang="en-GB"/>
          </a:p>
          <a:p>
            <a:pPr eaLnBrk="1" hangingPunct="1"/>
            <a:r>
              <a:rPr lang="en-GB"/>
              <a:t>   </a:t>
            </a:r>
          </a:p>
          <a:p>
            <a:pPr eaLnBrk="1" hangingPunct="1"/>
            <a:r>
              <a:rPr lang="en-GB"/>
              <a:t>   </a:t>
            </a:r>
          </a:p>
        </p:txBody>
      </p:sp>
    </p:spTree>
    <p:extLst>
      <p:ext uri="{BB962C8B-B14F-4D97-AF65-F5344CB8AC3E}">
        <p14:creationId xmlns:p14="http://schemas.microsoft.com/office/powerpoint/2010/main" val="321114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33BCB41D-B0A9-49D4-99B3-D5D9FAE3A85D}" type="slidenum">
              <a:rPr lang="en-GB" smtClean="0"/>
              <a:pPr/>
              <a:t>19</a:t>
            </a:fld>
            <a:endParaRPr lang="en-GB"/>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endParaRPr lang="sv-SE"/>
          </a:p>
        </p:txBody>
      </p:sp>
    </p:spTree>
    <p:extLst>
      <p:ext uri="{BB962C8B-B14F-4D97-AF65-F5344CB8AC3E}">
        <p14:creationId xmlns:p14="http://schemas.microsoft.com/office/powerpoint/2010/main" val="3767274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A99A2E99-B3CD-4BF8-BA5C-3FADD6E83723}" type="slidenum">
              <a:rPr lang="en-GB" smtClean="0"/>
              <a:pPr/>
              <a:t>20</a:t>
            </a:fld>
            <a:endParaRPr lang="en-GB"/>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r>
              <a:rPr lang="en-GB" dirty="0"/>
              <a:t>Car can have back-wheel drive, front wheel drive and all wheel drive. Problem accurse in turns the inside wheel rotates with a different speed compared with the out side wheel. To solve this problem a suspension system has to be used.</a:t>
            </a:r>
          </a:p>
          <a:p>
            <a:pPr eaLnBrk="1" hangingPunct="1"/>
            <a:r>
              <a:rPr lang="en-GB" dirty="0"/>
              <a:t>This type of vehicles have a problem in manoeuvrability because they have to have a forward motion in order to turn   </a:t>
            </a:r>
          </a:p>
          <a:p>
            <a:pPr eaLnBrk="1" hangingPunct="1"/>
            <a:endParaRPr lang="en-GB" dirty="0"/>
          </a:p>
          <a:p>
            <a:pPr eaLnBrk="1" hangingPunct="1"/>
            <a:r>
              <a:rPr lang="en-GB" dirty="0"/>
              <a:t>Three wheels reduces the problem with suspension </a:t>
            </a:r>
            <a:r>
              <a:rPr lang="en-GB" dirty="0" err="1"/>
              <a:t>ie</a:t>
            </a:r>
            <a:r>
              <a:rPr lang="en-GB" dirty="0"/>
              <a:t> wheel to ground contact can be maintained all the time. If the driving and steering wheel are the same is a more complex mechanical design. Small errors can easily results in a large derivation from the true path in a few meters.   </a:t>
            </a:r>
          </a:p>
        </p:txBody>
      </p:sp>
    </p:spTree>
    <p:extLst>
      <p:ext uri="{BB962C8B-B14F-4D97-AF65-F5344CB8AC3E}">
        <p14:creationId xmlns:p14="http://schemas.microsoft.com/office/powerpoint/2010/main" val="2291384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FC6F99CC-3C9E-4C37-8734-4A51C3FE0B44}" type="slidenum">
              <a:rPr lang="en-GB" smtClean="0"/>
              <a:pPr/>
              <a:t>23</a:t>
            </a:fld>
            <a:endParaRPr lang="en-GB"/>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sv-SE"/>
          </a:p>
        </p:txBody>
      </p:sp>
    </p:spTree>
    <p:extLst>
      <p:ext uri="{BB962C8B-B14F-4D97-AF65-F5344CB8AC3E}">
        <p14:creationId xmlns:p14="http://schemas.microsoft.com/office/powerpoint/2010/main" val="2946136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87BB12A0-516C-4667-92CD-56C57DC79B55}" type="slidenum">
              <a:rPr lang="en-GB" smtClean="0"/>
              <a:pPr/>
              <a:t>24</a:t>
            </a:fld>
            <a:endParaRPr lang="en-GB"/>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sv-SE"/>
          </a:p>
        </p:txBody>
      </p:sp>
    </p:spTree>
    <p:extLst>
      <p:ext uri="{BB962C8B-B14F-4D97-AF65-F5344CB8AC3E}">
        <p14:creationId xmlns:p14="http://schemas.microsoft.com/office/powerpoint/2010/main" val="3009878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Created 2000. Production stop 2018</a:t>
            </a:r>
          </a:p>
          <a:p>
            <a:r>
              <a:rPr lang="en-GB" dirty="0"/>
              <a:t>CC0</a:t>
            </a:r>
          </a:p>
        </p:txBody>
      </p:sp>
      <p:sp>
        <p:nvSpPr>
          <p:cNvPr id="4" name="Slide Number Placeholder 3"/>
          <p:cNvSpPr>
            <a:spLocks noGrp="1"/>
          </p:cNvSpPr>
          <p:nvPr>
            <p:ph type="sldNum" sz="quarter" idx="5"/>
          </p:nvPr>
        </p:nvSpPr>
        <p:spPr/>
        <p:txBody>
          <a:bodyPr/>
          <a:lstStyle/>
          <a:p>
            <a:fld id="{881D4CC1-7F80-472C-A89A-C11C92CEC391}" type="slidenum">
              <a:rPr lang="en-GB" smtClean="0"/>
              <a:t>26</a:t>
            </a:fld>
            <a:endParaRPr lang="en-GB"/>
          </a:p>
        </p:txBody>
      </p:sp>
    </p:spTree>
    <p:extLst>
      <p:ext uri="{BB962C8B-B14F-4D97-AF65-F5344CB8AC3E}">
        <p14:creationId xmlns:p14="http://schemas.microsoft.com/office/powerpoint/2010/main" val="941218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F475CC22-CB2A-4350-9483-64CA39458BD2}" type="slidenum">
              <a:rPr lang="en-GB" smtClean="0"/>
              <a:pPr/>
              <a:t>28</a:t>
            </a:fld>
            <a:endParaRPr lang="en-GB"/>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r>
              <a:rPr lang="en-GB"/>
              <a:t>During this lecture the robot are studied as a integration of different subsystems such as mechanical, electrical, sensors, software, process, planning and control.</a:t>
            </a:r>
          </a:p>
          <a:p>
            <a:pPr eaLnBrk="1" hangingPunct="1"/>
            <a:endParaRPr lang="en-GB"/>
          </a:p>
          <a:p>
            <a:pPr eaLnBrk="1" hangingPunct="1"/>
            <a:endParaRPr lang="en-GB"/>
          </a:p>
        </p:txBody>
      </p:sp>
    </p:spTree>
    <p:extLst>
      <p:ext uri="{BB962C8B-B14F-4D97-AF65-F5344CB8AC3E}">
        <p14:creationId xmlns:p14="http://schemas.microsoft.com/office/powerpoint/2010/main" val="1778309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2D00941A-6439-4AFD-A797-570464E49CD2}" type="slidenum">
              <a:rPr lang="en-GB" smtClean="0"/>
              <a:pPr/>
              <a:t>29</a:t>
            </a:fld>
            <a:endParaRPr lang="en-GB"/>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sv-SE" dirty="0"/>
          </a:p>
        </p:txBody>
      </p:sp>
    </p:spTree>
    <p:extLst>
      <p:ext uri="{BB962C8B-B14F-4D97-AF65-F5344CB8AC3E}">
        <p14:creationId xmlns:p14="http://schemas.microsoft.com/office/powerpoint/2010/main" val="966780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pPr>
              <a:defRPr/>
            </a:pPr>
            <a:fld id="{45623608-E53D-4D8A-847D-813FB728BB75}" type="slidenum">
              <a:rPr lang="en-GB" smtClean="0"/>
              <a:pPr>
                <a:defRPr/>
              </a:pPr>
              <a:t>30</a:t>
            </a:fld>
            <a:endParaRPr lang="en-GB"/>
          </a:p>
        </p:txBody>
      </p:sp>
    </p:spTree>
    <p:extLst>
      <p:ext uri="{BB962C8B-B14F-4D97-AF65-F5344CB8AC3E}">
        <p14:creationId xmlns:p14="http://schemas.microsoft.com/office/powerpoint/2010/main" val="348155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74DFF99B-0DB3-4C0B-93E4-8BB633E18622}" type="slidenum">
              <a:rPr lang="en-GB" smtClean="0"/>
              <a:pPr/>
              <a:t>33</a:t>
            </a:fld>
            <a:endParaRPr lang="en-GB"/>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sv-SE"/>
          </a:p>
        </p:txBody>
      </p:sp>
    </p:spTree>
    <p:extLst>
      <p:ext uri="{BB962C8B-B14F-4D97-AF65-F5344CB8AC3E}">
        <p14:creationId xmlns:p14="http://schemas.microsoft.com/office/powerpoint/2010/main" val="945348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980322B2-94E2-4EA4-BDDB-2793147142C5}" type="slidenum">
              <a:rPr lang="en-GB" smtClean="0"/>
              <a:pPr/>
              <a:t>35</a:t>
            </a:fld>
            <a:endParaRPr lang="en-GB"/>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sv-SE"/>
          </a:p>
        </p:txBody>
      </p:sp>
    </p:spTree>
    <p:extLst>
      <p:ext uri="{BB962C8B-B14F-4D97-AF65-F5344CB8AC3E}">
        <p14:creationId xmlns:p14="http://schemas.microsoft.com/office/powerpoint/2010/main" val="1488626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Wikimedia commons</a:t>
            </a:r>
          </a:p>
          <a:p>
            <a:endParaRPr lang="en-GB" dirty="0"/>
          </a:p>
        </p:txBody>
      </p:sp>
      <p:sp>
        <p:nvSpPr>
          <p:cNvPr id="4" name="Slide Number Placeholder 3"/>
          <p:cNvSpPr>
            <a:spLocks noGrp="1"/>
          </p:cNvSpPr>
          <p:nvPr>
            <p:ph type="sldNum" sz="quarter" idx="5"/>
          </p:nvPr>
        </p:nvSpPr>
        <p:spPr/>
        <p:txBody>
          <a:bodyPr/>
          <a:lstStyle/>
          <a:p>
            <a:fld id="{881D4CC1-7F80-472C-A89A-C11C92CEC391}" type="slidenum">
              <a:rPr lang="en-GB" smtClean="0"/>
              <a:t>37</a:t>
            </a:fld>
            <a:endParaRPr lang="en-GB"/>
          </a:p>
        </p:txBody>
      </p:sp>
    </p:spTree>
    <p:extLst>
      <p:ext uri="{BB962C8B-B14F-4D97-AF65-F5344CB8AC3E}">
        <p14:creationId xmlns:p14="http://schemas.microsoft.com/office/powerpoint/2010/main" val="4288390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98C13F2B-D0C0-4E7E-AA22-15F1C9197EA0}" type="slidenum">
              <a:rPr lang="en-GB" smtClean="0"/>
              <a:pPr/>
              <a:t>40</a:t>
            </a:fld>
            <a:endParaRPr lang="en-GB"/>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sv-SE"/>
          </a:p>
        </p:txBody>
      </p:sp>
    </p:spTree>
    <p:extLst>
      <p:ext uri="{BB962C8B-B14F-4D97-AF65-F5344CB8AC3E}">
        <p14:creationId xmlns:p14="http://schemas.microsoft.com/office/powerpoint/2010/main" val="2494411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881D4CC1-7F80-472C-A89A-C11C92CEC391}" type="slidenum">
              <a:rPr lang="en-GB" smtClean="0"/>
              <a:t>45</a:t>
            </a:fld>
            <a:endParaRPr lang="en-GB"/>
          </a:p>
        </p:txBody>
      </p:sp>
    </p:spTree>
    <p:extLst>
      <p:ext uri="{BB962C8B-B14F-4D97-AF65-F5344CB8AC3E}">
        <p14:creationId xmlns:p14="http://schemas.microsoft.com/office/powerpoint/2010/main" val="2830610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81D4CC1-7F80-472C-A89A-C11C92CEC391}" type="slidenum">
              <a:rPr lang="en-GB" smtClean="0"/>
              <a:t>46</a:t>
            </a:fld>
            <a:endParaRPr lang="en-GB"/>
          </a:p>
        </p:txBody>
      </p:sp>
    </p:spTree>
    <p:extLst>
      <p:ext uri="{BB962C8B-B14F-4D97-AF65-F5344CB8AC3E}">
        <p14:creationId xmlns:p14="http://schemas.microsoft.com/office/powerpoint/2010/main" val="1916172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EAD0B3-B745-4611-A9A9-2F5BB6881CE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8096" y="2263441"/>
            <a:ext cx="1962147" cy="1010650"/>
          </a:xfrm>
          <a:prstGeom prst="rect">
            <a:avLst/>
          </a:prstGeom>
        </p:spPr>
      </p:pic>
      <p:sp>
        <p:nvSpPr>
          <p:cNvPr id="5" name="Title 4">
            <a:extLst>
              <a:ext uri="{FF2B5EF4-FFF2-40B4-BE49-F238E27FC236}">
                <a16:creationId xmlns:a16="http://schemas.microsoft.com/office/drawing/2014/main" id="{C48DBAE3-A1FD-4D39-B069-FA98593103FB}"/>
              </a:ext>
            </a:extLst>
          </p:cNvPr>
          <p:cNvSpPr>
            <a:spLocks noGrp="1"/>
          </p:cNvSpPr>
          <p:nvPr>
            <p:ph type="title"/>
          </p:nvPr>
        </p:nvSpPr>
        <p:spPr>
          <a:xfrm>
            <a:off x="3150700" y="2103437"/>
            <a:ext cx="8243204" cy="1325563"/>
          </a:xfrm>
          <a:prstGeom prst="rect">
            <a:avLst/>
          </a:prstGeom>
        </p:spPr>
        <p:txBody>
          <a:bodyPr/>
          <a:lstStyle>
            <a:lvl1pPr>
              <a:defRPr lang="en-GB" sz="6000" b="1" kern="1200" dirty="0">
                <a:solidFill>
                  <a:schemeClr val="tx1"/>
                </a:solidFill>
                <a:latin typeface="Arial" panose="020B0604020202020204" pitchFamily="34" charset="0"/>
                <a:ea typeface="+mj-ea"/>
                <a:cs typeface="Arial" panose="020B0604020202020204" pitchFamily="34" charset="0"/>
              </a:defRPr>
            </a:lvl1pPr>
          </a:lstStyle>
          <a:p>
            <a:r>
              <a:rPr lang="en-US" noProof="0"/>
              <a:t>Click to edit Master title style</a:t>
            </a:r>
          </a:p>
        </p:txBody>
      </p:sp>
    </p:spTree>
    <p:extLst>
      <p:ext uri="{BB962C8B-B14F-4D97-AF65-F5344CB8AC3E}">
        <p14:creationId xmlns:p14="http://schemas.microsoft.com/office/powerpoint/2010/main" val="1192167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2F4652-B182-4CFE-AA63-FCF9837521BB}"/>
              </a:ext>
            </a:extLst>
          </p:cNvPr>
          <p:cNvSpPr/>
          <p:nvPr userDrawn="1"/>
        </p:nvSpPr>
        <p:spPr>
          <a:xfrm>
            <a:off x="200527" y="180975"/>
            <a:ext cx="11798968" cy="6477000"/>
          </a:xfrm>
          <a:prstGeom prst="rect">
            <a:avLst/>
          </a:prstGeom>
          <a:solidFill>
            <a:srgbClr val="EEEDE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Title 1">
            <a:extLst>
              <a:ext uri="{FF2B5EF4-FFF2-40B4-BE49-F238E27FC236}">
                <a16:creationId xmlns:a16="http://schemas.microsoft.com/office/drawing/2014/main" id="{5A326772-C746-4FF1-914C-DB96B119CB01}"/>
              </a:ext>
            </a:extLst>
          </p:cNvPr>
          <p:cNvSpPr>
            <a:spLocks noGrp="1"/>
          </p:cNvSpPr>
          <p:nvPr>
            <p:ph type="title"/>
          </p:nvPr>
        </p:nvSpPr>
        <p:spPr>
          <a:xfrm>
            <a:off x="1495926" y="2028825"/>
            <a:ext cx="9565106" cy="1325563"/>
          </a:xfrm>
          <a:prstGeom prst="rect">
            <a:avLst/>
          </a:prstGeom>
        </p:spPr>
        <p:txBody>
          <a:bodyPr>
            <a:normAutofit/>
          </a:bodyPr>
          <a:lstStyle/>
          <a:p>
            <a:r>
              <a:rPr lang="en-US" sz="6000" b="1">
                <a:latin typeface="Arial" panose="020B0604020202020204" pitchFamily="34" charset="0"/>
                <a:cs typeface="Arial" panose="020B0604020202020204" pitchFamily="34" charset="0"/>
              </a:rPr>
              <a:t>Click to edit Master title style</a:t>
            </a:r>
            <a:endParaRPr lang="sv-SE" sz="6000" b="1"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FD7B268B-2024-4110-A671-5DB4A607F153}"/>
              </a:ext>
            </a:extLst>
          </p:cNvPr>
          <p:cNvSpPr>
            <a:spLocks noGrp="1"/>
          </p:cNvSpPr>
          <p:nvPr>
            <p:ph idx="1"/>
          </p:nvPr>
        </p:nvSpPr>
        <p:spPr>
          <a:xfrm>
            <a:off x="1495926" y="3008814"/>
            <a:ext cx="9565106" cy="821322"/>
          </a:xfrm>
          <a:prstGeom prst="rect">
            <a:avLst/>
          </a:prstGeom>
        </p:spPr>
        <p:txBody>
          <a:bodyPr>
            <a:normAutofit/>
          </a:bodyPr>
          <a:lstStyle/>
          <a:p>
            <a:pPr marL="0" lvl="0" indent="0">
              <a:buNone/>
            </a:pPr>
            <a:r>
              <a:rPr lang="en-US">
                <a:latin typeface="Arial" panose="020B0604020202020204" pitchFamily="34" charset="0"/>
                <a:cs typeface="Arial" panose="020B0604020202020204" pitchFamily="34" charset="0"/>
              </a:rPr>
              <a:t>Edit Master text styles</a:t>
            </a:r>
          </a:p>
        </p:txBody>
      </p:sp>
      <p:pic>
        <p:nvPicPr>
          <p:cNvPr id="7" name="Picture 6">
            <a:extLst>
              <a:ext uri="{FF2B5EF4-FFF2-40B4-BE49-F238E27FC236}">
                <a16:creationId xmlns:a16="http://schemas.microsoft.com/office/drawing/2014/main" id="{78B49FA9-27AB-4584-B0BD-C035080AF7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Tree>
    <p:extLst>
      <p:ext uri="{BB962C8B-B14F-4D97-AF65-F5344CB8AC3E}">
        <p14:creationId xmlns:p14="http://schemas.microsoft.com/office/powerpoint/2010/main" val="2356138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AB6DB9-DE26-4168-B721-E05B37FB71AA}"/>
              </a:ext>
            </a:extLst>
          </p:cNvPr>
          <p:cNvSpPr/>
          <p:nvPr userDrawn="1"/>
        </p:nvSpPr>
        <p:spPr>
          <a:xfrm>
            <a:off x="200527" y="180975"/>
            <a:ext cx="11798968" cy="6477000"/>
          </a:xfrm>
          <a:prstGeom prst="rect">
            <a:avLst/>
          </a:prstGeom>
          <a:solidFill>
            <a:srgbClr val="3CA7D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Title 1">
            <a:extLst>
              <a:ext uri="{FF2B5EF4-FFF2-40B4-BE49-F238E27FC236}">
                <a16:creationId xmlns:a16="http://schemas.microsoft.com/office/drawing/2014/main" id="{687FB0C2-720F-4042-B9C2-176BCE19D2B2}"/>
              </a:ext>
            </a:extLst>
          </p:cNvPr>
          <p:cNvSpPr>
            <a:spLocks noGrp="1"/>
          </p:cNvSpPr>
          <p:nvPr>
            <p:ph type="title"/>
          </p:nvPr>
        </p:nvSpPr>
        <p:spPr>
          <a:xfrm>
            <a:off x="1495926" y="2028825"/>
            <a:ext cx="9565106" cy="1325563"/>
          </a:xfrm>
          <a:prstGeom prst="rect">
            <a:avLst/>
          </a:prstGeom>
        </p:spPr>
        <p:txBody>
          <a:bodyPr>
            <a:normAutofit/>
          </a:bodyPr>
          <a:lstStyle/>
          <a:p>
            <a:r>
              <a:rPr lang="en-US" sz="6000" b="1">
                <a:solidFill>
                  <a:schemeClr val="bg1"/>
                </a:solidFill>
                <a:latin typeface="Arial" panose="020B0604020202020204" pitchFamily="34" charset="0"/>
                <a:cs typeface="Arial" panose="020B0604020202020204" pitchFamily="34" charset="0"/>
              </a:rPr>
              <a:t>Click to edit Master title style</a:t>
            </a:r>
            <a:endParaRPr lang="sv-SE" sz="6000" b="1" dirty="0">
              <a:solidFill>
                <a:schemeClr val="bg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BDD5B1C6-B73D-43CE-AAB8-17E66BBE984C}"/>
              </a:ext>
            </a:extLst>
          </p:cNvPr>
          <p:cNvSpPr>
            <a:spLocks noGrp="1"/>
          </p:cNvSpPr>
          <p:nvPr>
            <p:ph idx="1"/>
          </p:nvPr>
        </p:nvSpPr>
        <p:spPr>
          <a:xfrm>
            <a:off x="1495926" y="3008814"/>
            <a:ext cx="9565106" cy="821322"/>
          </a:xfrm>
          <a:prstGeom prst="rect">
            <a:avLst/>
          </a:prstGeom>
        </p:spPr>
        <p:txBody>
          <a:bodyPr>
            <a:normAutofit/>
          </a:bodyPr>
          <a:lstStyle/>
          <a:p>
            <a:pPr marL="0" lvl="0" indent="0">
              <a:buNone/>
            </a:pPr>
            <a:r>
              <a:rPr lang="en-US">
                <a:solidFill>
                  <a:schemeClr val="bg1"/>
                </a:solidFill>
                <a:latin typeface="Arial" panose="020B0604020202020204" pitchFamily="34" charset="0"/>
                <a:cs typeface="Arial" panose="020B0604020202020204" pitchFamily="34" charset="0"/>
              </a:rPr>
              <a:t>Edit Master text styles</a:t>
            </a:r>
          </a:p>
        </p:txBody>
      </p:sp>
      <p:pic>
        <p:nvPicPr>
          <p:cNvPr id="6" name="Picture 5">
            <a:extLst>
              <a:ext uri="{FF2B5EF4-FFF2-40B4-BE49-F238E27FC236}">
                <a16:creationId xmlns:a16="http://schemas.microsoft.com/office/drawing/2014/main" id="{EAB57918-C8DF-4106-9EB4-B805676FD92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Tree>
    <p:extLst>
      <p:ext uri="{BB962C8B-B14F-4D97-AF65-F5344CB8AC3E}">
        <p14:creationId xmlns:p14="http://schemas.microsoft.com/office/powerpoint/2010/main" val="1881766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243E18-E6E9-4740-B3B6-9DBAD0E6CF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1" r="4968" b="21982"/>
          <a:stretch/>
        </p:blipFill>
        <p:spPr>
          <a:xfrm>
            <a:off x="200527" y="180975"/>
            <a:ext cx="11808000" cy="6444000"/>
          </a:xfrm>
          <a:prstGeom prst="rect">
            <a:avLst/>
          </a:prstGeom>
          <a:effectLst/>
        </p:spPr>
      </p:pic>
      <p:sp>
        <p:nvSpPr>
          <p:cNvPr id="4" name="Title 1">
            <a:extLst>
              <a:ext uri="{FF2B5EF4-FFF2-40B4-BE49-F238E27FC236}">
                <a16:creationId xmlns:a16="http://schemas.microsoft.com/office/drawing/2014/main" id="{4ED5832C-A4F1-48D7-B7AC-1028B67B4401}"/>
              </a:ext>
            </a:extLst>
          </p:cNvPr>
          <p:cNvSpPr>
            <a:spLocks noGrp="1"/>
          </p:cNvSpPr>
          <p:nvPr>
            <p:ph type="title"/>
          </p:nvPr>
        </p:nvSpPr>
        <p:spPr>
          <a:xfrm>
            <a:off x="1495926" y="2028825"/>
            <a:ext cx="9565106" cy="1325563"/>
          </a:xfrm>
          <a:prstGeom prst="rect">
            <a:avLst/>
          </a:prstGeom>
        </p:spPr>
        <p:txBody>
          <a:bodyPr>
            <a:normAutofit/>
          </a:bodyPr>
          <a:lstStyle/>
          <a:p>
            <a:r>
              <a:rPr lang="en-US" sz="6000" b="1">
                <a:latin typeface="Arial" panose="020B0604020202020204" pitchFamily="34" charset="0"/>
                <a:cs typeface="Arial" panose="020B0604020202020204" pitchFamily="34" charset="0"/>
              </a:rPr>
              <a:t>Click to edit Master title style</a:t>
            </a:r>
            <a:endParaRPr lang="sv-SE" sz="6000" b="1"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27340EA7-83E4-4F9B-BB41-D4EBCE7450F1}"/>
              </a:ext>
            </a:extLst>
          </p:cNvPr>
          <p:cNvSpPr>
            <a:spLocks noGrp="1"/>
          </p:cNvSpPr>
          <p:nvPr>
            <p:ph idx="1"/>
          </p:nvPr>
        </p:nvSpPr>
        <p:spPr>
          <a:xfrm>
            <a:off x="1495926" y="3008814"/>
            <a:ext cx="9565106" cy="821322"/>
          </a:xfrm>
          <a:prstGeom prst="rect">
            <a:avLst/>
          </a:prstGeom>
        </p:spPr>
        <p:txBody>
          <a:bodyPr>
            <a:normAutofit/>
          </a:bodyPr>
          <a:lstStyle/>
          <a:p>
            <a:pPr marL="0" lvl="0" indent="0">
              <a:buNone/>
            </a:pPr>
            <a:r>
              <a:rPr lang="en-US">
                <a:latin typeface="Arial" panose="020B0604020202020204" pitchFamily="34" charset="0"/>
                <a:cs typeface="Arial" panose="020B0604020202020204" pitchFamily="34" charset="0"/>
              </a:rPr>
              <a:t>Edit Master text styles</a:t>
            </a:r>
          </a:p>
        </p:txBody>
      </p:sp>
      <p:pic>
        <p:nvPicPr>
          <p:cNvPr id="6" name="Picture 5">
            <a:extLst>
              <a:ext uri="{FF2B5EF4-FFF2-40B4-BE49-F238E27FC236}">
                <a16:creationId xmlns:a16="http://schemas.microsoft.com/office/drawing/2014/main" id="{63CD4371-D33C-46E4-9463-10C286E2D3F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Tree>
    <p:extLst>
      <p:ext uri="{BB962C8B-B14F-4D97-AF65-F5344CB8AC3E}">
        <p14:creationId xmlns:p14="http://schemas.microsoft.com/office/powerpoint/2010/main" val="770453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BF74AE2-F013-4FB5-82E4-C64B2B248895}"/>
              </a:ext>
            </a:extLst>
          </p:cNvPr>
          <p:cNvSpPr>
            <a:spLocks noGrp="1"/>
          </p:cNvSpPr>
          <p:nvPr>
            <p:ph type="title" hasCustomPrompt="1"/>
          </p:nvPr>
        </p:nvSpPr>
        <p:spPr>
          <a:xfrm>
            <a:off x="5763127" y="2110183"/>
            <a:ext cx="5609724" cy="1325563"/>
          </a:xfrm>
          <a:prstGeom prst="rect">
            <a:avLst/>
          </a:prstGeom>
        </p:spPr>
        <p:txBody>
          <a:bodyPr>
            <a:normAutofit/>
          </a:bodyPr>
          <a:lstStyle/>
          <a:p>
            <a:r>
              <a:rPr lang="en-GB" sz="4800" b="1" noProof="0">
                <a:latin typeface="Arial" panose="020B0604020202020204" pitchFamily="34" charset="0"/>
                <a:cs typeface="Arial" panose="020B0604020202020204" pitchFamily="34" charset="0"/>
              </a:rPr>
              <a:t>KAPITELRUBRIK</a:t>
            </a:r>
          </a:p>
        </p:txBody>
      </p:sp>
      <p:sp>
        <p:nvSpPr>
          <p:cNvPr id="5" name="Content Placeholder 2">
            <a:extLst>
              <a:ext uri="{FF2B5EF4-FFF2-40B4-BE49-F238E27FC236}">
                <a16:creationId xmlns:a16="http://schemas.microsoft.com/office/drawing/2014/main" id="{671E7D52-A2B5-48C6-AF36-929C44E17DCA}"/>
              </a:ext>
            </a:extLst>
          </p:cNvPr>
          <p:cNvSpPr>
            <a:spLocks noGrp="1"/>
          </p:cNvSpPr>
          <p:nvPr>
            <p:ph idx="1" hasCustomPrompt="1"/>
          </p:nvPr>
        </p:nvSpPr>
        <p:spPr>
          <a:xfrm>
            <a:off x="5763127" y="3001542"/>
            <a:ext cx="5609724" cy="821322"/>
          </a:xfrm>
          <a:prstGeom prst="rect">
            <a:avLst/>
          </a:prstGeom>
        </p:spPr>
        <p:txBody>
          <a:bodyPr>
            <a:normAutofit/>
          </a:bodyPr>
          <a:lstStyle/>
          <a:p>
            <a:pPr marL="0" indent="0">
              <a:buNone/>
            </a:pPr>
            <a:r>
              <a:rPr lang="en-GB" sz="2400" noProof="0">
                <a:latin typeface="Arial" panose="020B0604020202020204" pitchFamily="34" charset="0"/>
                <a:cs typeface="Arial" panose="020B0604020202020204" pitchFamily="34" charset="0"/>
              </a:rPr>
              <a:t>En kompletterande underrubrik</a:t>
            </a:r>
          </a:p>
        </p:txBody>
      </p:sp>
      <p:pic>
        <p:nvPicPr>
          <p:cNvPr id="7" name="Picture 6">
            <a:extLst>
              <a:ext uri="{FF2B5EF4-FFF2-40B4-BE49-F238E27FC236}">
                <a16:creationId xmlns:a16="http://schemas.microsoft.com/office/drawing/2014/main" id="{2C5526A0-0734-48A4-8CDD-DB49AC5A8A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9" name="Picture Placeholder 8">
            <a:extLst>
              <a:ext uri="{FF2B5EF4-FFF2-40B4-BE49-F238E27FC236}">
                <a16:creationId xmlns:a16="http://schemas.microsoft.com/office/drawing/2014/main" id="{B012AB4E-2134-46B9-81B3-2E055B5209B8}"/>
              </a:ext>
            </a:extLst>
          </p:cNvPr>
          <p:cNvSpPr>
            <a:spLocks noGrp="1"/>
          </p:cNvSpPr>
          <p:nvPr>
            <p:ph type="pic" sz="quarter" idx="10"/>
          </p:nvPr>
        </p:nvSpPr>
        <p:spPr>
          <a:xfrm>
            <a:off x="-1" y="0"/>
            <a:ext cx="5516563" cy="6858000"/>
          </a:xfrm>
          <a:prstGeom prst="rect">
            <a:avLst/>
          </a:prstGeom>
        </p:spPr>
        <p:txBody>
          <a:bodyPr/>
          <a:lstStyle/>
          <a:p>
            <a:r>
              <a:rPr lang="en-US" noProof="0"/>
              <a:t>Click icon to add picture</a:t>
            </a:r>
            <a:endParaRPr lang="en-GB" noProof="0" dirty="0"/>
          </a:p>
        </p:txBody>
      </p:sp>
    </p:spTree>
    <p:extLst>
      <p:ext uri="{BB962C8B-B14F-4D97-AF65-F5344CB8AC3E}">
        <p14:creationId xmlns:p14="http://schemas.microsoft.com/office/powerpoint/2010/main" val="3808659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A7905A6-66ED-4853-83ED-22017B2A451F}"/>
              </a:ext>
            </a:extLst>
          </p:cNvPr>
          <p:cNvSpPr>
            <a:spLocks noGrp="1"/>
          </p:cNvSpPr>
          <p:nvPr>
            <p:ph type="title" hasCustomPrompt="1"/>
          </p:nvPr>
        </p:nvSpPr>
        <p:spPr>
          <a:xfrm>
            <a:off x="5763127" y="2110183"/>
            <a:ext cx="5609724" cy="1325563"/>
          </a:xfrm>
          <a:prstGeom prst="rect">
            <a:avLst/>
          </a:prstGeom>
        </p:spPr>
        <p:txBody>
          <a:bodyPr>
            <a:normAutofit/>
          </a:bodyPr>
          <a:lstStyle/>
          <a:p>
            <a:r>
              <a:rPr lang="en-GB" sz="4800" b="1" noProof="0">
                <a:latin typeface="Arial" panose="020B0604020202020204" pitchFamily="34" charset="0"/>
                <a:cs typeface="Arial" panose="020B0604020202020204" pitchFamily="34" charset="0"/>
              </a:rPr>
              <a:t>HUVUDRUBRIK</a:t>
            </a:r>
          </a:p>
        </p:txBody>
      </p:sp>
      <p:sp>
        <p:nvSpPr>
          <p:cNvPr id="5" name="Content Placeholder 2">
            <a:extLst>
              <a:ext uri="{FF2B5EF4-FFF2-40B4-BE49-F238E27FC236}">
                <a16:creationId xmlns:a16="http://schemas.microsoft.com/office/drawing/2014/main" id="{9692C2B7-72A1-4B92-A52A-922DB462ED36}"/>
              </a:ext>
            </a:extLst>
          </p:cNvPr>
          <p:cNvSpPr>
            <a:spLocks noGrp="1"/>
          </p:cNvSpPr>
          <p:nvPr>
            <p:ph idx="4294967295" hasCustomPrompt="1"/>
          </p:nvPr>
        </p:nvSpPr>
        <p:spPr>
          <a:xfrm>
            <a:off x="5763127" y="3230142"/>
            <a:ext cx="5609724" cy="2770608"/>
          </a:xfrm>
          <a:prstGeom prst="rect">
            <a:avLst/>
          </a:prstGeom>
        </p:spPr>
        <p:txBody>
          <a:bodyPr>
            <a:normAutofit/>
          </a:bodyPr>
          <a:lstStyle/>
          <a:p>
            <a:r>
              <a:rPr lang="en-GB" sz="2000" noProof="0">
                <a:latin typeface="Arial" panose="020B0604020202020204" pitchFamily="34" charset="0"/>
                <a:cs typeface="Arial" panose="020B0604020202020204" pitchFamily="34" charset="0"/>
              </a:rPr>
              <a:t>En punktlista ser ut så här</a:t>
            </a:r>
          </a:p>
          <a:p>
            <a:r>
              <a:rPr lang="en-GB" sz="2000" noProof="0">
                <a:latin typeface="Arial" panose="020B0604020202020204" pitchFamily="34" charset="0"/>
                <a:cs typeface="Arial" panose="020B0604020202020204" pitchFamily="34" charset="0"/>
              </a:rPr>
              <a:t>En punktlista ser ut så här</a:t>
            </a:r>
          </a:p>
          <a:p>
            <a:r>
              <a:rPr lang="en-GB" sz="2000" noProof="0">
                <a:latin typeface="Arial" panose="020B0604020202020204" pitchFamily="34" charset="0"/>
                <a:cs typeface="Arial" panose="020B0604020202020204" pitchFamily="34" charset="0"/>
              </a:rPr>
              <a:t>En punktlista ser ut så här</a:t>
            </a:r>
          </a:p>
          <a:p>
            <a:r>
              <a:rPr lang="en-GB" sz="2000" noProof="0">
                <a:latin typeface="Arial" panose="020B0604020202020204" pitchFamily="34" charset="0"/>
                <a:cs typeface="Arial" panose="020B0604020202020204" pitchFamily="34" charset="0"/>
              </a:rPr>
              <a:t>En punktlista ser ut så här</a:t>
            </a:r>
          </a:p>
          <a:p>
            <a:endParaRPr lang="en-GB" sz="2000" noProof="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8B90450-A545-4EB2-9D32-B9CC32AC6F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9" name="Picture Placeholder 8">
            <a:extLst>
              <a:ext uri="{FF2B5EF4-FFF2-40B4-BE49-F238E27FC236}">
                <a16:creationId xmlns:a16="http://schemas.microsoft.com/office/drawing/2014/main" id="{B21C8888-C427-4480-8AD8-99BCB7EEEE7D}"/>
              </a:ext>
            </a:extLst>
          </p:cNvPr>
          <p:cNvSpPr>
            <a:spLocks noGrp="1"/>
          </p:cNvSpPr>
          <p:nvPr>
            <p:ph type="pic" sz="quarter" idx="10"/>
          </p:nvPr>
        </p:nvSpPr>
        <p:spPr>
          <a:xfrm>
            <a:off x="0" y="0"/>
            <a:ext cx="5610225" cy="6858000"/>
          </a:xfrm>
          <a:prstGeom prst="rect">
            <a:avLst/>
          </a:prstGeom>
        </p:spPr>
        <p:txBody>
          <a:bodyPr/>
          <a:lstStyle/>
          <a:p>
            <a:r>
              <a:rPr lang="en-US" noProof="0"/>
              <a:t>Click icon to add picture</a:t>
            </a:r>
            <a:endParaRPr lang="en-GB" noProof="0"/>
          </a:p>
        </p:txBody>
      </p:sp>
    </p:spTree>
    <p:extLst>
      <p:ext uri="{BB962C8B-B14F-4D97-AF65-F5344CB8AC3E}">
        <p14:creationId xmlns:p14="http://schemas.microsoft.com/office/powerpoint/2010/main" val="655978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lvl1pPr>
              <a:defRPr sz="1100"/>
            </a:lvl1pPr>
          </a:lstStyle>
          <a:p>
            <a:fld id="{039DC1CA-20DE-4541-BB58-4FE43B8F71F8}" type="datetimeFigureOut">
              <a:rPr lang="en-GB" noProof="0" smtClean="0"/>
              <a:pPr/>
              <a:t>13/11/2023</a:t>
            </a:fld>
            <a:endParaRPr lang="en-GB" noProof="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a:defRPr sz="1100"/>
            </a:lvl1pPr>
          </a:lstStyle>
          <a:p>
            <a:endParaRPr lang="en-GB" noProof="0"/>
          </a:p>
        </p:txBody>
      </p:sp>
      <p:sp>
        <p:nvSpPr>
          <p:cNvPr id="7" name="Title 1">
            <a:extLst>
              <a:ext uri="{FF2B5EF4-FFF2-40B4-BE49-F238E27FC236}">
                <a16:creationId xmlns:a16="http://schemas.microsoft.com/office/drawing/2014/main" id="{336DFDCF-1207-4046-8F6B-B79B16D560B4}"/>
              </a:ext>
            </a:extLst>
          </p:cNvPr>
          <p:cNvSpPr>
            <a:spLocks noGrp="1"/>
          </p:cNvSpPr>
          <p:nvPr>
            <p:ph type="title" hasCustomPrompt="1"/>
          </p:nvPr>
        </p:nvSpPr>
        <p:spPr>
          <a:xfrm>
            <a:off x="1486901" y="2020256"/>
            <a:ext cx="8533399" cy="1325563"/>
          </a:xfrm>
          <a:prstGeom prst="rect">
            <a:avLst/>
          </a:prstGeom>
        </p:spPr>
        <p:txBody>
          <a:bodyPr>
            <a:noAutofit/>
          </a:bodyPr>
          <a:lstStyle/>
          <a:p>
            <a:r>
              <a:rPr lang="en-GB" sz="6000" b="1" noProof="0">
                <a:latin typeface="Arial" panose="020B0604020202020204" pitchFamily="34" charset="0"/>
                <a:cs typeface="Arial" panose="020B0604020202020204" pitchFamily="34" charset="0"/>
              </a:rPr>
              <a:t>KAPITELRUBRIK</a:t>
            </a:r>
          </a:p>
        </p:txBody>
      </p:sp>
      <p:sp>
        <p:nvSpPr>
          <p:cNvPr id="8" name="Content Placeholder 2">
            <a:extLst>
              <a:ext uri="{FF2B5EF4-FFF2-40B4-BE49-F238E27FC236}">
                <a16:creationId xmlns:a16="http://schemas.microsoft.com/office/drawing/2014/main" id="{0FB43C12-3BFB-4075-AA7A-BA1AB025B65C}"/>
              </a:ext>
            </a:extLst>
          </p:cNvPr>
          <p:cNvSpPr>
            <a:spLocks noGrp="1"/>
          </p:cNvSpPr>
          <p:nvPr>
            <p:ph idx="1" hasCustomPrompt="1"/>
          </p:nvPr>
        </p:nvSpPr>
        <p:spPr>
          <a:xfrm>
            <a:off x="1486901" y="3106316"/>
            <a:ext cx="7561849" cy="2275309"/>
          </a:xfrm>
          <a:prstGeom prst="rect">
            <a:avLst/>
          </a:prstGeom>
        </p:spPr>
        <p:txBody>
          <a:bodyPr numCol="1">
            <a:normAutofit/>
          </a:bodyPr>
          <a:lstStyle/>
          <a:p>
            <a:pPr marL="0" indent="0">
              <a:buNone/>
            </a:pPr>
            <a:r>
              <a:rPr lang="en-GB" sz="2000" noProof="0">
                <a:latin typeface="Arial" panose="020B0604020202020204" pitchFamily="34" charset="0"/>
                <a:cs typeface="Arial" panose="020B0604020202020204" pitchFamily="34" charset="0"/>
              </a:rPr>
              <a:t>Exempel på löpande text. Försök att hålla det kort och överskådligt. Tänk på att texten ska vara ett stöd till den muntliga presentationen.</a:t>
            </a:r>
          </a:p>
        </p:txBody>
      </p:sp>
      <p:pic>
        <p:nvPicPr>
          <p:cNvPr id="10" name="Picture 9">
            <a:extLst>
              <a:ext uri="{FF2B5EF4-FFF2-40B4-BE49-F238E27FC236}">
                <a16:creationId xmlns:a16="http://schemas.microsoft.com/office/drawing/2014/main" id="{004086BE-C5CF-4913-99C4-568C10F13E4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11" name="Slide Number Placeholder 6">
            <a:extLst>
              <a:ext uri="{FF2B5EF4-FFF2-40B4-BE49-F238E27FC236}">
                <a16:creationId xmlns:a16="http://schemas.microsoft.com/office/drawing/2014/main" id="{05266861-0766-4044-82D1-C6CE01181741}"/>
              </a:ext>
            </a:extLst>
          </p:cNvPr>
          <p:cNvSpPr>
            <a:spLocks noGrp="1"/>
          </p:cNvSpPr>
          <p:nvPr>
            <p:ph type="sldNum" sz="quarter" idx="12"/>
          </p:nvPr>
        </p:nvSpPr>
        <p:spPr>
          <a:xfrm>
            <a:off x="8610600" y="6356349"/>
            <a:ext cx="2743200" cy="365125"/>
          </a:xfrm>
          <a:prstGeom prst="rect">
            <a:avLst/>
          </a:prstGeom>
        </p:spPr>
        <p:txBody>
          <a:bodyPr/>
          <a:lstStyle/>
          <a:p>
            <a:fld id="{81D9E79E-0AEB-406F-81EF-A9FFB7B4B25B}" type="slidenum">
              <a:rPr lang="en-GB" noProof="0" smtClean="0"/>
              <a:t>‹#›</a:t>
            </a:fld>
            <a:endParaRPr lang="en-GB" noProof="0"/>
          </a:p>
        </p:txBody>
      </p:sp>
    </p:spTree>
    <p:extLst>
      <p:ext uri="{BB962C8B-B14F-4D97-AF65-F5344CB8AC3E}">
        <p14:creationId xmlns:p14="http://schemas.microsoft.com/office/powerpoint/2010/main" val="740432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36B980-2509-4A78-A4DF-2FFDFC268E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5" name="Title 4">
            <a:extLst>
              <a:ext uri="{FF2B5EF4-FFF2-40B4-BE49-F238E27FC236}">
                <a16:creationId xmlns:a16="http://schemas.microsoft.com/office/drawing/2014/main" id="{D72BDFF6-4D02-4538-9F0F-B33661EB8F5C}"/>
              </a:ext>
            </a:extLst>
          </p:cNvPr>
          <p:cNvSpPr>
            <a:spLocks noGrp="1"/>
          </p:cNvSpPr>
          <p:nvPr>
            <p:ph type="title"/>
          </p:nvPr>
        </p:nvSpPr>
        <p:spPr>
          <a:xfrm>
            <a:off x="838200" y="365125"/>
            <a:ext cx="5313947" cy="1158875"/>
          </a:xfrm>
          <a:prstGeom prst="rect">
            <a:avLst/>
          </a:prstGeom>
        </p:spPr>
        <p:txBody>
          <a:bodyPr/>
          <a:lstStyle/>
          <a:p>
            <a:r>
              <a:rPr lang="en-US" noProof="0"/>
              <a:t>Click to edit Master title style</a:t>
            </a:r>
            <a:endParaRPr lang="en-GB" noProof="0"/>
          </a:p>
        </p:txBody>
      </p:sp>
      <p:sp>
        <p:nvSpPr>
          <p:cNvPr id="6" name="Content Placeholder 7">
            <a:extLst>
              <a:ext uri="{FF2B5EF4-FFF2-40B4-BE49-F238E27FC236}">
                <a16:creationId xmlns:a16="http://schemas.microsoft.com/office/drawing/2014/main" id="{34D2F2E6-F10D-4713-9B05-D3E5F64395CA}"/>
              </a:ext>
            </a:extLst>
          </p:cNvPr>
          <p:cNvSpPr>
            <a:spLocks noGrp="1"/>
          </p:cNvSpPr>
          <p:nvPr>
            <p:ph idx="4294967295"/>
          </p:nvPr>
        </p:nvSpPr>
        <p:spPr>
          <a:xfrm>
            <a:off x="838200" y="1825625"/>
            <a:ext cx="10515600" cy="4351338"/>
          </a:xfrm>
          <a:prstGeom prst="rect">
            <a:avLst/>
          </a:prstGeom>
        </p:spPr>
        <p:txBody>
          <a:bodyPr/>
          <a:lstStyle/>
          <a:p>
            <a:pPr lvl="0"/>
            <a:r>
              <a:rPr lang="en-US" noProof="0"/>
              <a:t>Edit Master text styles</a:t>
            </a:r>
          </a:p>
        </p:txBody>
      </p:sp>
    </p:spTree>
    <p:extLst>
      <p:ext uri="{BB962C8B-B14F-4D97-AF65-F5344CB8AC3E}">
        <p14:creationId xmlns:p14="http://schemas.microsoft.com/office/powerpoint/2010/main" val="3546968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36B980-2509-4A78-A4DF-2FFDFC268E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5" name="Title 4">
            <a:extLst>
              <a:ext uri="{FF2B5EF4-FFF2-40B4-BE49-F238E27FC236}">
                <a16:creationId xmlns:a16="http://schemas.microsoft.com/office/drawing/2014/main" id="{D72BDFF6-4D02-4538-9F0F-B33661EB8F5C}"/>
              </a:ext>
            </a:extLst>
          </p:cNvPr>
          <p:cNvSpPr>
            <a:spLocks noGrp="1"/>
          </p:cNvSpPr>
          <p:nvPr>
            <p:ph type="title"/>
          </p:nvPr>
        </p:nvSpPr>
        <p:spPr>
          <a:xfrm>
            <a:off x="838200" y="365125"/>
            <a:ext cx="5313947" cy="1158875"/>
          </a:xfrm>
          <a:prstGeom prst="rect">
            <a:avLst/>
          </a:prstGeom>
        </p:spPr>
        <p:txBody>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62870EBB-D1D3-45D5-BF99-F6E6EF072ABE}"/>
              </a:ext>
            </a:extLst>
          </p:cNvPr>
          <p:cNvSpPr>
            <a:spLocks noGrp="1"/>
          </p:cNvSpPr>
          <p:nvPr>
            <p:ph type="body" sz="quarter" idx="10"/>
          </p:nvPr>
        </p:nvSpPr>
        <p:spPr>
          <a:xfrm>
            <a:off x="838200" y="1893888"/>
            <a:ext cx="10801350" cy="446087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4397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8" name="Picture 7">
            <a:extLst>
              <a:ext uri="{FF2B5EF4-FFF2-40B4-BE49-F238E27FC236}">
                <a16:creationId xmlns:a16="http://schemas.microsoft.com/office/drawing/2014/main" id="{89D248F2-B1AA-48B7-BEA9-5D9855CDA3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9" name="Title 4">
            <a:extLst>
              <a:ext uri="{FF2B5EF4-FFF2-40B4-BE49-F238E27FC236}">
                <a16:creationId xmlns:a16="http://schemas.microsoft.com/office/drawing/2014/main" id="{5D3DA8E7-073A-4B30-AC24-0FF3DDD2AD19}"/>
              </a:ext>
            </a:extLst>
          </p:cNvPr>
          <p:cNvSpPr>
            <a:spLocks noGrp="1"/>
          </p:cNvSpPr>
          <p:nvPr>
            <p:ph type="title"/>
          </p:nvPr>
        </p:nvSpPr>
        <p:spPr>
          <a:xfrm>
            <a:off x="838200" y="365125"/>
            <a:ext cx="5313947" cy="1158875"/>
          </a:xfrm>
          <a:prstGeom prst="rect">
            <a:avLst/>
          </a:prstGeom>
        </p:spPr>
        <p:txBody>
          <a:bodyPr/>
          <a:lstStyle/>
          <a:p>
            <a:r>
              <a:rPr lang="en-US" noProof="0"/>
              <a:t>Click to edit Master title style</a:t>
            </a:r>
            <a:endParaRPr lang="en-GB" noProof="0"/>
          </a:p>
        </p:txBody>
      </p:sp>
    </p:spTree>
    <p:extLst>
      <p:ext uri="{BB962C8B-B14F-4D97-AF65-F5344CB8AC3E}">
        <p14:creationId xmlns:p14="http://schemas.microsoft.com/office/powerpoint/2010/main" val="3081365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5AE097-AEFF-4B61-8707-219F809D1F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Tree>
    <p:extLst>
      <p:ext uri="{BB962C8B-B14F-4D97-AF65-F5344CB8AC3E}">
        <p14:creationId xmlns:p14="http://schemas.microsoft.com/office/powerpoint/2010/main" val="484151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565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sv-SE"/>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548062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sv-SE"/>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sv-SE"/>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783630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sv-SE"/>
          </a:p>
        </p:txBody>
      </p:sp>
      <p:sp>
        <p:nvSpPr>
          <p:cNvPr id="5" name="Rectangle 5"/>
          <p:cNvSpPr>
            <a:spLocks noGrp="1" noChangeArrowheads="1"/>
          </p:cNvSpPr>
          <p:nvPr>
            <p:ph type="ftr" sz="quarter" idx="11"/>
          </p:nvPr>
        </p:nvSpPr>
        <p:spPr>
          <a:ln/>
        </p:spPr>
        <p:txBody>
          <a:bodyPr/>
          <a:lstStyle>
            <a:lvl1pPr>
              <a:defRPr/>
            </a:lvl1pPr>
          </a:lstStyle>
          <a:p>
            <a:pPr>
              <a:defRPr/>
            </a:pPr>
            <a:endParaRPr lang="sv-SE"/>
          </a:p>
        </p:txBody>
      </p:sp>
      <p:sp>
        <p:nvSpPr>
          <p:cNvPr id="6" name="Rectangle 6"/>
          <p:cNvSpPr>
            <a:spLocks noGrp="1" noChangeArrowheads="1"/>
          </p:cNvSpPr>
          <p:nvPr>
            <p:ph type="sldNum" sz="quarter" idx="12"/>
          </p:nvPr>
        </p:nvSpPr>
        <p:spPr>
          <a:ln/>
        </p:spPr>
        <p:txBody>
          <a:bodyPr/>
          <a:lstStyle>
            <a:lvl1pPr>
              <a:defRPr/>
            </a:lvl1pPr>
          </a:lstStyle>
          <a:p>
            <a:pPr>
              <a:defRPr/>
            </a:pPr>
            <a:fld id="{6FAC80A4-87BB-4C2E-9DD4-A9810FD22F0A}" type="slidenum">
              <a:rPr lang="sv-SE"/>
              <a:pPr>
                <a:defRPr/>
              </a:pPr>
              <a:t>‹#›</a:t>
            </a:fld>
            <a:endParaRPr lang="sv-SE"/>
          </a:p>
        </p:txBody>
      </p:sp>
    </p:spTree>
    <p:extLst>
      <p:ext uri="{BB962C8B-B14F-4D97-AF65-F5344CB8AC3E}">
        <p14:creationId xmlns:p14="http://schemas.microsoft.com/office/powerpoint/2010/main" val="1122926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sv-SE"/>
          </a:p>
        </p:txBody>
      </p:sp>
      <p:sp>
        <p:nvSpPr>
          <p:cNvPr id="6" name="Rectangle 5"/>
          <p:cNvSpPr>
            <a:spLocks noGrp="1" noChangeArrowheads="1"/>
          </p:cNvSpPr>
          <p:nvPr>
            <p:ph type="ftr" sz="quarter" idx="11"/>
          </p:nvPr>
        </p:nvSpPr>
        <p:spPr>
          <a:ln/>
        </p:spPr>
        <p:txBody>
          <a:bodyPr/>
          <a:lstStyle>
            <a:lvl1pPr>
              <a:defRPr/>
            </a:lvl1pPr>
          </a:lstStyle>
          <a:p>
            <a:pPr>
              <a:defRPr/>
            </a:pPr>
            <a:endParaRPr lang="sv-SE"/>
          </a:p>
        </p:txBody>
      </p:sp>
      <p:sp>
        <p:nvSpPr>
          <p:cNvPr id="7" name="Rectangle 6"/>
          <p:cNvSpPr>
            <a:spLocks noGrp="1" noChangeArrowheads="1"/>
          </p:cNvSpPr>
          <p:nvPr>
            <p:ph type="sldNum" sz="quarter" idx="12"/>
          </p:nvPr>
        </p:nvSpPr>
        <p:spPr>
          <a:ln/>
        </p:spPr>
        <p:txBody>
          <a:bodyPr/>
          <a:lstStyle>
            <a:lvl1pPr>
              <a:defRPr/>
            </a:lvl1pPr>
          </a:lstStyle>
          <a:p>
            <a:pPr>
              <a:defRPr/>
            </a:pPr>
            <a:fld id="{2FDF764B-631F-405C-9767-FD0189F342A8}" type="slidenum">
              <a:rPr lang="sv-SE"/>
              <a:pPr>
                <a:defRPr/>
              </a:pPr>
              <a:t>‹#›</a:t>
            </a:fld>
            <a:endParaRPr lang="sv-SE"/>
          </a:p>
        </p:txBody>
      </p:sp>
    </p:spTree>
    <p:extLst>
      <p:ext uri="{BB962C8B-B14F-4D97-AF65-F5344CB8AC3E}">
        <p14:creationId xmlns:p14="http://schemas.microsoft.com/office/powerpoint/2010/main" val="21935475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sv-SE"/>
          </a:p>
        </p:txBody>
      </p:sp>
      <p:sp>
        <p:nvSpPr>
          <p:cNvPr id="4" name="Rectangle 5"/>
          <p:cNvSpPr>
            <a:spLocks noGrp="1" noChangeArrowheads="1"/>
          </p:cNvSpPr>
          <p:nvPr>
            <p:ph type="ftr" sz="quarter" idx="11"/>
          </p:nvPr>
        </p:nvSpPr>
        <p:spPr>
          <a:ln/>
        </p:spPr>
        <p:txBody>
          <a:bodyPr/>
          <a:lstStyle>
            <a:lvl1pPr>
              <a:defRPr/>
            </a:lvl1pPr>
          </a:lstStyle>
          <a:p>
            <a:pPr>
              <a:defRPr/>
            </a:pPr>
            <a:endParaRPr lang="sv-SE"/>
          </a:p>
        </p:txBody>
      </p:sp>
      <p:sp>
        <p:nvSpPr>
          <p:cNvPr id="5" name="Rectangle 6"/>
          <p:cNvSpPr>
            <a:spLocks noGrp="1" noChangeArrowheads="1"/>
          </p:cNvSpPr>
          <p:nvPr>
            <p:ph type="sldNum" sz="quarter" idx="12"/>
          </p:nvPr>
        </p:nvSpPr>
        <p:spPr>
          <a:ln/>
        </p:spPr>
        <p:txBody>
          <a:bodyPr/>
          <a:lstStyle>
            <a:lvl1pPr>
              <a:defRPr/>
            </a:lvl1pPr>
          </a:lstStyle>
          <a:p>
            <a:pPr>
              <a:defRPr/>
            </a:pPr>
            <a:fld id="{976E3813-5019-487B-B97C-4F5162AD658B}" type="slidenum">
              <a:rPr lang="sv-SE"/>
              <a:pPr>
                <a:defRPr/>
              </a:pPr>
              <a:t>‹#›</a:t>
            </a:fld>
            <a:endParaRPr lang="sv-SE"/>
          </a:p>
        </p:txBody>
      </p:sp>
    </p:spTree>
    <p:extLst>
      <p:ext uri="{BB962C8B-B14F-4D97-AF65-F5344CB8AC3E}">
        <p14:creationId xmlns:p14="http://schemas.microsoft.com/office/powerpoint/2010/main" val="11353002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sv-SE"/>
          </a:p>
        </p:txBody>
      </p:sp>
      <p:sp>
        <p:nvSpPr>
          <p:cNvPr id="7" name="Rectangle 5"/>
          <p:cNvSpPr>
            <a:spLocks noGrp="1" noChangeArrowheads="1"/>
          </p:cNvSpPr>
          <p:nvPr>
            <p:ph type="ftr" sz="quarter" idx="11"/>
          </p:nvPr>
        </p:nvSpPr>
        <p:spPr>
          <a:ln/>
        </p:spPr>
        <p:txBody>
          <a:bodyPr/>
          <a:lstStyle>
            <a:lvl1pPr>
              <a:defRPr/>
            </a:lvl1pPr>
          </a:lstStyle>
          <a:p>
            <a:pPr>
              <a:defRPr/>
            </a:pPr>
            <a:endParaRPr lang="sv-SE"/>
          </a:p>
        </p:txBody>
      </p:sp>
      <p:sp>
        <p:nvSpPr>
          <p:cNvPr id="8" name="Rectangle 6"/>
          <p:cNvSpPr>
            <a:spLocks noGrp="1" noChangeArrowheads="1"/>
          </p:cNvSpPr>
          <p:nvPr>
            <p:ph type="sldNum" sz="quarter" idx="12"/>
          </p:nvPr>
        </p:nvSpPr>
        <p:spPr>
          <a:ln/>
        </p:spPr>
        <p:txBody>
          <a:bodyPr/>
          <a:lstStyle>
            <a:lvl1pPr>
              <a:defRPr/>
            </a:lvl1pPr>
          </a:lstStyle>
          <a:p>
            <a:pPr>
              <a:defRPr/>
            </a:pPr>
            <a:fld id="{147B09B3-6774-4AFD-B9C9-4266F9D177BD}" type="slidenum">
              <a:rPr lang="sv-SE"/>
              <a:pPr>
                <a:defRPr/>
              </a:pPr>
              <a:t>‹#›</a:t>
            </a:fld>
            <a:endParaRPr lang="sv-SE"/>
          </a:p>
        </p:txBody>
      </p:sp>
    </p:spTree>
    <p:extLst>
      <p:ext uri="{BB962C8B-B14F-4D97-AF65-F5344CB8AC3E}">
        <p14:creationId xmlns:p14="http://schemas.microsoft.com/office/powerpoint/2010/main" val="2883070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sv-SE"/>
          </a:p>
        </p:txBody>
      </p:sp>
      <p:sp>
        <p:nvSpPr>
          <p:cNvPr id="8" name="Rectangle 5"/>
          <p:cNvSpPr>
            <a:spLocks noGrp="1" noChangeArrowheads="1"/>
          </p:cNvSpPr>
          <p:nvPr>
            <p:ph type="ftr" sz="quarter" idx="11"/>
          </p:nvPr>
        </p:nvSpPr>
        <p:spPr>
          <a:ln/>
        </p:spPr>
        <p:txBody>
          <a:bodyPr/>
          <a:lstStyle>
            <a:lvl1pPr>
              <a:defRPr/>
            </a:lvl1pPr>
          </a:lstStyle>
          <a:p>
            <a:pPr>
              <a:defRPr/>
            </a:pPr>
            <a:endParaRPr lang="sv-SE"/>
          </a:p>
        </p:txBody>
      </p:sp>
      <p:sp>
        <p:nvSpPr>
          <p:cNvPr id="9" name="Rectangle 6"/>
          <p:cNvSpPr>
            <a:spLocks noGrp="1" noChangeArrowheads="1"/>
          </p:cNvSpPr>
          <p:nvPr>
            <p:ph type="sldNum" sz="quarter" idx="12"/>
          </p:nvPr>
        </p:nvSpPr>
        <p:spPr>
          <a:ln/>
        </p:spPr>
        <p:txBody>
          <a:bodyPr/>
          <a:lstStyle>
            <a:lvl1pPr>
              <a:defRPr/>
            </a:lvl1pPr>
          </a:lstStyle>
          <a:p>
            <a:pPr>
              <a:defRPr/>
            </a:pPr>
            <a:fld id="{4DA47C98-B114-4CC3-A687-F94D231D1B18}" type="slidenum">
              <a:rPr lang="sv-SE"/>
              <a:pPr>
                <a:defRPr/>
              </a:pPr>
              <a:t>‹#›</a:t>
            </a:fld>
            <a:endParaRPr lang="sv-SE"/>
          </a:p>
        </p:txBody>
      </p:sp>
    </p:spTree>
    <p:extLst>
      <p:ext uri="{BB962C8B-B14F-4D97-AF65-F5344CB8AC3E}">
        <p14:creationId xmlns:p14="http://schemas.microsoft.com/office/powerpoint/2010/main" val="924647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5370431"/>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74" r:id="rId3"/>
    <p:sldLayoutId id="2147483675" r:id="rId4"/>
    <p:sldLayoutId id="2147483676" r:id="rId5"/>
    <p:sldLayoutId id="2147483677" r:id="rId6"/>
    <p:sldLayoutId id="2147483650" r:id="rId7"/>
    <p:sldLayoutId id="2147483678" r:id="rId8"/>
    <p:sldLayoutId id="2147483679" r:id="rId9"/>
    <p:sldLayoutId id="2147483652" r:id="rId10"/>
    <p:sldLayoutId id="2147483654" r:id="rId11"/>
    <p:sldLayoutId id="2147483655" r:id="rId12"/>
    <p:sldLayoutId id="2147483656" r:id="rId13"/>
    <p:sldLayoutId id="2147483657" r:id="rId14"/>
    <p:sldLayoutId id="2147483680" r:id="rId15"/>
    <p:sldLayoutId id="2147483681" r:id="rId16"/>
    <p:sldLayoutId id="2147483682" r:id="rId17"/>
    <p:sldLayoutId id="2147483683" r:id="rId18"/>
    <p:sldLayoutId id="2147483684"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image" Target="../media/image5.jp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YQIMGV5vtd4" TargetMode="External"/><Relationship Id="rId2" Type="http://schemas.openxmlformats.org/officeDocument/2006/relationships/image" Target="../media/image13.jpg"/><Relationship Id="rId1" Type="http://schemas.openxmlformats.org/officeDocument/2006/relationships/slideLayout" Target="../slideLayouts/slideLayout18.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jp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3.jpg"/><Relationship Id="rId1" Type="http://schemas.openxmlformats.org/officeDocument/2006/relationships/slideLayout" Target="../slideLayouts/slideLayout9.xml"/><Relationship Id="rId5" Type="http://schemas.openxmlformats.org/officeDocument/2006/relationships/image" Target="../media/image22.jpg"/><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e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25.jpe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3.jpg"/></Relationships>
</file>

<file path=ppt/slides/_rels/slide2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32.jpg"/><Relationship Id="rId5" Type="http://schemas.openxmlformats.org/officeDocument/2006/relationships/image" Target="../media/image31.jpg"/><Relationship Id="rId4" Type="http://schemas.openxmlformats.org/officeDocument/2006/relationships/hyperlink" Target="https://vimeo.com/101276186"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5.jpeg"/></Relationships>
</file>

<file path=ppt/slides/_rels/slide30.xml.rels><?xml version="1.0" encoding="UTF-8" standalone="yes"?>
<Relationships xmlns="http://schemas.openxmlformats.org/package/2006/relationships"><Relationship Id="rId8" Type="http://schemas.openxmlformats.org/officeDocument/2006/relationships/hyperlink" Target="https://www.youtube.com/watch?v=aPTd8XDZOEk" TargetMode="External"/><Relationship Id="rId3" Type="http://schemas.openxmlformats.org/officeDocument/2006/relationships/hyperlink" Target="http://www.youtube.com/watch?v=v9oeOYMRvuQ&amp;feature=related" TargetMode="External"/><Relationship Id="rId7" Type="http://schemas.openxmlformats.org/officeDocument/2006/relationships/image" Target="../media/image36.jpe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35.jpeg"/><Relationship Id="rId5" Type="http://schemas.openxmlformats.org/officeDocument/2006/relationships/hyperlink" Target="http://www.youtube.com/watch?v=vyEvkHXFg_Y" TargetMode="External"/><Relationship Id="rId4" Type="http://schemas.openxmlformats.org/officeDocument/2006/relationships/image" Target="../media/image34.jpg"/></Relationships>
</file>

<file path=ppt/slides/_rels/slide3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video" Target="../media/media1.wmv"/><Relationship Id="rId1" Type="http://schemas.microsoft.com/office/2007/relationships/media" Target="../media/media1.wmv"/><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51.jpg"/></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png"/><Relationship Id="rId1" Type="http://schemas.openxmlformats.org/officeDocument/2006/relationships/slideLayout" Target="../slideLayouts/slideLayout9.xml"/><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53.png"/><Relationship Id="rId4" Type="http://schemas.openxmlformats.org/officeDocument/2006/relationships/image" Target="../media/image57.jpg"/></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D54246-1D6A-4162-B029-695BDC468D59}"/>
              </a:ext>
            </a:extLst>
          </p:cNvPr>
          <p:cNvSpPr>
            <a:spLocks noGrp="1"/>
          </p:cNvSpPr>
          <p:nvPr>
            <p:ph type="title"/>
          </p:nvPr>
        </p:nvSpPr>
        <p:spPr/>
        <p:txBody>
          <a:bodyPr/>
          <a:lstStyle/>
          <a:p>
            <a:r>
              <a:rPr lang="en-GB" dirty="0"/>
              <a:t>Components and Subsystems</a:t>
            </a:r>
          </a:p>
        </p:txBody>
      </p:sp>
      <p:pic>
        <p:nvPicPr>
          <p:cNvPr id="4" name="Picture 3">
            <a:extLst>
              <a:ext uri="{FF2B5EF4-FFF2-40B4-BE49-F238E27FC236}">
                <a16:creationId xmlns:a16="http://schemas.microsoft.com/office/drawing/2014/main" id="{C77777E3-3AFB-4BD0-AAB0-76C4864C1E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5479" y="2855394"/>
            <a:ext cx="3080921" cy="3950922"/>
          </a:xfrm>
          <a:prstGeom prst="rect">
            <a:avLst/>
          </a:prstGeom>
        </p:spPr>
      </p:pic>
      <p:sp>
        <p:nvSpPr>
          <p:cNvPr id="5" name="TextBox 4">
            <a:extLst>
              <a:ext uri="{FF2B5EF4-FFF2-40B4-BE49-F238E27FC236}">
                <a16:creationId xmlns:a16="http://schemas.microsoft.com/office/drawing/2014/main" id="{90F30BC9-9D45-4999-9550-327E66D8D704}"/>
              </a:ext>
            </a:extLst>
          </p:cNvPr>
          <p:cNvSpPr txBox="1"/>
          <p:nvPr/>
        </p:nvSpPr>
        <p:spPr>
          <a:xfrm>
            <a:off x="11196215" y="6544706"/>
            <a:ext cx="995785" cy="261610"/>
          </a:xfrm>
          <a:prstGeom prst="rect">
            <a:avLst/>
          </a:prstGeom>
          <a:noFill/>
        </p:spPr>
        <p:txBody>
          <a:bodyPr wrap="none" rtlCol="0">
            <a:spAutoFit/>
          </a:bodyPr>
          <a:lstStyle/>
          <a:p>
            <a:r>
              <a:rPr lang="en-GB" sz="1100" dirty="0"/>
              <a:t>CC0 Sony.com</a:t>
            </a:r>
          </a:p>
        </p:txBody>
      </p:sp>
      <p:pic>
        <p:nvPicPr>
          <p:cNvPr id="6" name="Picture 5" descr="A picture containing building, orange, street, toy&#10;&#10;Description automatically generated">
            <a:extLst>
              <a:ext uri="{FF2B5EF4-FFF2-40B4-BE49-F238E27FC236}">
                <a16:creationId xmlns:a16="http://schemas.microsoft.com/office/drawing/2014/main" id="{D6B50B8B-F063-494F-BF71-1626D8482022}"/>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D54246-1D6A-4162-B029-695BDC468D59}"/>
              </a:ext>
            </a:extLst>
          </p:cNvPr>
          <p:cNvSpPr>
            <a:spLocks noGrp="1"/>
          </p:cNvSpPr>
          <p:nvPr>
            <p:ph type="title"/>
          </p:nvPr>
        </p:nvSpPr>
        <p:spPr/>
        <p:txBody>
          <a:bodyPr/>
          <a:lstStyle/>
          <a:p>
            <a:r>
              <a:rPr lang="en-GB" dirty="0"/>
              <a:t>Robot classification</a:t>
            </a:r>
          </a:p>
        </p:txBody>
      </p:sp>
      <p:pic>
        <p:nvPicPr>
          <p:cNvPr id="4" name="Picture 3">
            <a:extLst>
              <a:ext uri="{FF2B5EF4-FFF2-40B4-BE49-F238E27FC236}">
                <a16:creationId xmlns:a16="http://schemas.microsoft.com/office/drawing/2014/main" id="{C77777E3-3AFB-4BD0-AAB0-76C4864C1E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5479" y="2855394"/>
            <a:ext cx="3080921" cy="3950922"/>
          </a:xfrm>
          <a:prstGeom prst="rect">
            <a:avLst/>
          </a:prstGeom>
        </p:spPr>
      </p:pic>
      <p:sp>
        <p:nvSpPr>
          <p:cNvPr id="5" name="TextBox 4">
            <a:extLst>
              <a:ext uri="{FF2B5EF4-FFF2-40B4-BE49-F238E27FC236}">
                <a16:creationId xmlns:a16="http://schemas.microsoft.com/office/drawing/2014/main" id="{90F30BC9-9D45-4999-9550-327E66D8D704}"/>
              </a:ext>
            </a:extLst>
          </p:cNvPr>
          <p:cNvSpPr txBox="1"/>
          <p:nvPr/>
        </p:nvSpPr>
        <p:spPr>
          <a:xfrm>
            <a:off x="11196215" y="6544706"/>
            <a:ext cx="995785" cy="261610"/>
          </a:xfrm>
          <a:prstGeom prst="rect">
            <a:avLst/>
          </a:prstGeom>
          <a:noFill/>
        </p:spPr>
        <p:txBody>
          <a:bodyPr wrap="none" rtlCol="0">
            <a:spAutoFit/>
          </a:bodyPr>
          <a:lstStyle/>
          <a:p>
            <a:r>
              <a:rPr lang="en-GB" sz="1100" dirty="0"/>
              <a:t>CC0 Sony.com</a:t>
            </a:r>
          </a:p>
        </p:txBody>
      </p:sp>
      <p:pic>
        <p:nvPicPr>
          <p:cNvPr id="6" name="Picture 5" descr="A picture containing building, orange, street, toy&#10;&#10;Description automatically generated">
            <a:extLst>
              <a:ext uri="{FF2B5EF4-FFF2-40B4-BE49-F238E27FC236}">
                <a16:creationId xmlns:a16="http://schemas.microsoft.com/office/drawing/2014/main" id="{D6B50B8B-F063-494F-BF71-1626D8482022}"/>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66254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building, orange, street, toy&#10;&#10;Description automatically generated">
            <a:extLst>
              <a:ext uri="{FF2B5EF4-FFF2-40B4-BE49-F238E27FC236}">
                <a16:creationId xmlns:a16="http://schemas.microsoft.com/office/drawing/2014/main" id="{0D6BE8DB-C803-4187-9895-159C04DE80A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195" name="Rectangle 2"/>
          <p:cNvSpPr>
            <a:spLocks noGrp="1" noChangeArrowheads="1"/>
          </p:cNvSpPr>
          <p:nvPr>
            <p:ph type="title"/>
          </p:nvPr>
        </p:nvSpPr>
        <p:spPr/>
        <p:txBody>
          <a:bodyPr/>
          <a:lstStyle/>
          <a:p>
            <a:pPr eaLnBrk="1" hangingPunct="1"/>
            <a:r>
              <a:rPr lang="en-GB" sz="4000"/>
              <a:t>Decomposition of a robot system</a:t>
            </a:r>
          </a:p>
        </p:txBody>
      </p:sp>
      <p:sp>
        <p:nvSpPr>
          <p:cNvPr id="8196" name="Rectangle 3"/>
          <p:cNvSpPr>
            <a:spLocks noGrp="1" noChangeArrowheads="1"/>
          </p:cNvSpPr>
          <p:nvPr>
            <p:ph type="body" sz="quarter" idx="10"/>
          </p:nvPr>
        </p:nvSpPr>
        <p:spPr/>
        <p:txBody>
          <a:bodyPr>
            <a:normAutofit fontScale="92500" lnSpcReduction="20000"/>
          </a:bodyPr>
          <a:lstStyle/>
          <a:p>
            <a:pPr marL="0" indent="0" eaLnBrk="1" hangingPunct="1">
              <a:lnSpc>
                <a:spcPct val="80000"/>
              </a:lnSpc>
              <a:buNone/>
            </a:pPr>
            <a:r>
              <a:rPr lang="en-GB" sz="2400" dirty="0"/>
              <a:t>A robot can be described in different functional subsystems</a:t>
            </a:r>
          </a:p>
          <a:p>
            <a:pPr>
              <a:lnSpc>
                <a:spcPct val="80000"/>
              </a:lnSpc>
            </a:pPr>
            <a:r>
              <a:rPr lang="en-GB" sz="2400" dirty="0"/>
              <a:t>Software</a:t>
            </a:r>
          </a:p>
          <a:p>
            <a:pPr lvl="1">
              <a:lnSpc>
                <a:spcPct val="80000"/>
              </a:lnSpc>
            </a:pPr>
            <a:r>
              <a:rPr lang="en-GB" sz="2200" dirty="0"/>
              <a:t>Integrates the different subsystems together</a:t>
            </a:r>
          </a:p>
          <a:p>
            <a:pPr>
              <a:lnSpc>
                <a:spcPct val="80000"/>
              </a:lnSpc>
            </a:pPr>
            <a:r>
              <a:rPr lang="en-GB" sz="2400" dirty="0"/>
              <a:t>Process</a:t>
            </a:r>
          </a:p>
          <a:p>
            <a:pPr lvl="1">
              <a:lnSpc>
                <a:spcPct val="80000"/>
              </a:lnSpc>
            </a:pPr>
            <a:r>
              <a:rPr lang="en-GB" sz="2200" dirty="0"/>
              <a:t>Environment, people, factory etc.	</a:t>
            </a:r>
          </a:p>
          <a:p>
            <a:pPr>
              <a:lnSpc>
                <a:spcPct val="80000"/>
              </a:lnSpc>
            </a:pPr>
            <a:r>
              <a:rPr lang="en-GB" sz="2400" dirty="0"/>
              <a:t>Planning</a:t>
            </a:r>
          </a:p>
          <a:p>
            <a:pPr lvl="1">
              <a:lnSpc>
                <a:spcPct val="80000"/>
              </a:lnSpc>
            </a:pPr>
            <a:r>
              <a:rPr lang="en-GB" sz="2200" dirty="0"/>
              <a:t>Perception, World modelling, Trajectory planning etc. </a:t>
            </a:r>
          </a:p>
          <a:p>
            <a:pPr>
              <a:lnSpc>
                <a:spcPct val="80000"/>
              </a:lnSpc>
            </a:pPr>
            <a:r>
              <a:rPr lang="en-GB" sz="2400" dirty="0"/>
              <a:t>Control</a:t>
            </a:r>
          </a:p>
          <a:p>
            <a:pPr lvl="1">
              <a:lnSpc>
                <a:spcPct val="80000"/>
              </a:lnSpc>
            </a:pPr>
            <a:r>
              <a:rPr lang="en-GB" sz="2200" dirty="0"/>
              <a:t>Control loops, Process models, Models of mechanics etc </a:t>
            </a:r>
          </a:p>
          <a:p>
            <a:pPr>
              <a:lnSpc>
                <a:spcPct val="80000"/>
              </a:lnSpc>
            </a:pPr>
            <a:r>
              <a:rPr lang="en-GB" sz="2400" dirty="0"/>
              <a:t>Electrical </a:t>
            </a:r>
          </a:p>
          <a:p>
            <a:pPr lvl="1">
              <a:lnSpc>
                <a:spcPct val="80000"/>
              </a:lnSpc>
            </a:pPr>
            <a:r>
              <a:rPr lang="en-GB" sz="2200" dirty="0"/>
              <a:t>Motors, Computers, Interfaces, Communication links etc.</a:t>
            </a:r>
          </a:p>
          <a:p>
            <a:pPr>
              <a:lnSpc>
                <a:spcPct val="80000"/>
              </a:lnSpc>
            </a:pPr>
            <a:r>
              <a:rPr lang="en-GB" sz="2400" dirty="0"/>
              <a:t>Mechanical </a:t>
            </a:r>
          </a:p>
          <a:p>
            <a:pPr lvl="1">
              <a:lnSpc>
                <a:spcPct val="80000"/>
              </a:lnSpc>
            </a:pPr>
            <a:r>
              <a:rPr lang="en-GB" sz="2200" dirty="0"/>
              <a:t>Arms, Hands, Links, Joints etc</a:t>
            </a:r>
          </a:p>
          <a:p>
            <a:pPr>
              <a:lnSpc>
                <a:spcPct val="80000"/>
              </a:lnSpc>
            </a:pPr>
            <a:r>
              <a:rPr lang="en-GB" sz="2400" dirty="0"/>
              <a:t>Sensor (both internal and external)</a:t>
            </a:r>
          </a:p>
          <a:p>
            <a:pPr lvl="1">
              <a:lnSpc>
                <a:spcPct val="80000"/>
              </a:lnSpc>
            </a:pPr>
            <a:r>
              <a:rPr lang="en-GB" sz="2200" dirty="0"/>
              <a:t>Position, Velocity, Vision, Touch etc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19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196">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9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96">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6">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6">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6">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6">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building, orange, street, toy&#10;&#10;Description automatically generated">
            <a:extLst>
              <a:ext uri="{FF2B5EF4-FFF2-40B4-BE49-F238E27FC236}">
                <a16:creationId xmlns:a16="http://schemas.microsoft.com/office/drawing/2014/main" id="{40722D84-E056-4B28-8050-C012B063B212}"/>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219" name="Rectangle 2"/>
          <p:cNvSpPr>
            <a:spLocks noGrp="1" noChangeArrowheads="1"/>
          </p:cNvSpPr>
          <p:nvPr>
            <p:ph type="title"/>
          </p:nvPr>
        </p:nvSpPr>
        <p:spPr/>
        <p:txBody>
          <a:bodyPr/>
          <a:lstStyle/>
          <a:p>
            <a:pPr eaLnBrk="1" hangingPunct="1"/>
            <a:r>
              <a:rPr lang="sv-SE" b="1" dirty="0" err="1"/>
              <a:t>Vocabulary</a:t>
            </a:r>
            <a:endParaRPr lang="sv-SE" b="1" dirty="0"/>
          </a:p>
        </p:txBody>
      </p:sp>
      <p:sp>
        <p:nvSpPr>
          <p:cNvPr id="9220" name="Rectangle 3"/>
          <p:cNvSpPr>
            <a:spLocks noGrp="1" noChangeArrowheads="1"/>
          </p:cNvSpPr>
          <p:nvPr>
            <p:ph type="body" sz="quarter" idx="10"/>
          </p:nvPr>
        </p:nvSpPr>
        <p:spPr/>
        <p:txBody>
          <a:bodyPr>
            <a:normAutofit/>
          </a:bodyPr>
          <a:lstStyle/>
          <a:p>
            <a:pPr eaLnBrk="1" hangingPunct="1">
              <a:lnSpc>
                <a:spcPct val="90000"/>
              </a:lnSpc>
            </a:pPr>
            <a:r>
              <a:rPr lang="sv-SE" b="1" i="1" dirty="0"/>
              <a:t>Forward </a:t>
            </a:r>
            <a:r>
              <a:rPr lang="sv-SE" b="1" i="1" dirty="0" err="1"/>
              <a:t>kinematics</a:t>
            </a:r>
            <a:r>
              <a:rPr lang="sv-SE" b="1" i="1" dirty="0"/>
              <a:t>: </a:t>
            </a:r>
            <a:r>
              <a:rPr lang="sv-SE" dirty="0" err="1"/>
              <a:t>mathematical</a:t>
            </a:r>
            <a:r>
              <a:rPr lang="sv-SE" dirty="0"/>
              <a:t> </a:t>
            </a:r>
            <a:r>
              <a:rPr lang="sv-SE" dirty="0" err="1"/>
              <a:t>relationship</a:t>
            </a:r>
            <a:r>
              <a:rPr lang="sv-SE" dirty="0"/>
              <a:t> </a:t>
            </a:r>
            <a:r>
              <a:rPr lang="sv-SE" dirty="0" err="1"/>
              <a:t>which</a:t>
            </a:r>
            <a:r>
              <a:rPr lang="sv-SE" dirty="0"/>
              <a:t> </a:t>
            </a:r>
            <a:r>
              <a:rPr lang="sv-SE" dirty="0" err="1"/>
              <a:t>determines</a:t>
            </a:r>
            <a:r>
              <a:rPr lang="sv-SE" dirty="0"/>
              <a:t> the </a:t>
            </a:r>
            <a:r>
              <a:rPr lang="sv-SE" b="1" dirty="0" err="1"/>
              <a:t>tool</a:t>
            </a:r>
            <a:r>
              <a:rPr lang="sv-SE" b="1" dirty="0"/>
              <a:t> </a:t>
            </a:r>
            <a:r>
              <a:rPr lang="sv-SE" b="1" dirty="0" err="1"/>
              <a:t>coordinate</a:t>
            </a:r>
            <a:r>
              <a:rPr lang="sv-SE" b="1" dirty="0"/>
              <a:t> system</a:t>
            </a:r>
          </a:p>
          <a:p>
            <a:pPr eaLnBrk="1" hangingPunct="1">
              <a:lnSpc>
                <a:spcPct val="90000"/>
              </a:lnSpc>
            </a:pPr>
            <a:r>
              <a:rPr lang="sv-SE" b="1" i="1" dirty="0" err="1"/>
              <a:t>Inverse</a:t>
            </a:r>
            <a:r>
              <a:rPr lang="sv-SE" b="1" i="1" dirty="0"/>
              <a:t> </a:t>
            </a:r>
            <a:r>
              <a:rPr lang="sv-SE" b="1" i="1" dirty="0" err="1"/>
              <a:t>kinematics</a:t>
            </a:r>
            <a:r>
              <a:rPr lang="sv-SE" b="1" i="1" dirty="0"/>
              <a:t>: </a:t>
            </a:r>
            <a:r>
              <a:rPr lang="sv-SE" dirty="0" err="1"/>
              <a:t>mathematical</a:t>
            </a:r>
            <a:r>
              <a:rPr lang="sv-SE" dirty="0"/>
              <a:t> </a:t>
            </a:r>
            <a:r>
              <a:rPr lang="sv-SE" dirty="0" err="1"/>
              <a:t>relationship</a:t>
            </a:r>
            <a:r>
              <a:rPr lang="sv-SE" dirty="0"/>
              <a:t> </a:t>
            </a:r>
            <a:r>
              <a:rPr lang="sv-SE" dirty="0" err="1"/>
              <a:t>which</a:t>
            </a:r>
            <a:r>
              <a:rPr lang="sv-SE" dirty="0"/>
              <a:t> </a:t>
            </a:r>
            <a:r>
              <a:rPr lang="sv-SE" dirty="0" err="1"/>
              <a:t>determines</a:t>
            </a:r>
            <a:r>
              <a:rPr lang="sv-SE" dirty="0"/>
              <a:t> the </a:t>
            </a:r>
            <a:r>
              <a:rPr lang="sv-SE" dirty="0" err="1"/>
              <a:t>values</a:t>
            </a:r>
            <a:r>
              <a:rPr lang="sv-SE" dirty="0"/>
              <a:t> </a:t>
            </a:r>
            <a:r>
              <a:rPr lang="sv-SE" dirty="0" err="1"/>
              <a:t>of</a:t>
            </a:r>
            <a:r>
              <a:rPr lang="sv-SE" dirty="0"/>
              <a:t> the joint </a:t>
            </a:r>
            <a:r>
              <a:rPr lang="sv-SE" dirty="0" err="1"/>
              <a:t>coordinates</a:t>
            </a:r>
            <a:r>
              <a:rPr lang="sv-SE" dirty="0"/>
              <a:t> </a:t>
            </a:r>
            <a:r>
              <a:rPr lang="sv-SE" dirty="0" err="1"/>
              <a:t>based</a:t>
            </a:r>
            <a:r>
              <a:rPr lang="sv-SE" dirty="0"/>
              <a:t> on the </a:t>
            </a:r>
            <a:r>
              <a:rPr lang="sv-SE" dirty="0" err="1"/>
              <a:t>values</a:t>
            </a:r>
            <a:r>
              <a:rPr lang="sv-SE" dirty="0"/>
              <a:t> </a:t>
            </a:r>
            <a:r>
              <a:rPr lang="sv-SE" dirty="0" err="1"/>
              <a:t>of</a:t>
            </a:r>
            <a:r>
              <a:rPr lang="sv-SE" dirty="0"/>
              <a:t> the </a:t>
            </a:r>
            <a:r>
              <a:rPr lang="sv-SE" b="1" dirty="0" err="1"/>
              <a:t>tool</a:t>
            </a:r>
            <a:r>
              <a:rPr lang="sv-SE" b="1" dirty="0"/>
              <a:t> </a:t>
            </a:r>
            <a:r>
              <a:rPr lang="sv-SE" b="1" dirty="0" err="1"/>
              <a:t>coordinate</a:t>
            </a:r>
            <a:r>
              <a:rPr lang="sv-SE" b="1" dirty="0"/>
              <a:t> system</a:t>
            </a:r>
          </a:p>
          <a:p>
            <a:pPr eaLnBrk="1" hangingPunct="1">
              <a:lnSpc>
                <a:spcPct val="90000"/>
              </a:lnSpc>
            </a:pPr>
            <a:r>
              <a:rPr lang="sv-SE" b="1" i="1" dirty="0"/>
              <a:t>Pose: </a:t>
            </a:r>
            <a:r>
              <a:rPr lang="sv-SE" dirty="0"/>
              <a:t>combination </a:t>
            </a:r>
            <a:r>
              <a:rPr lang="sv-SE" dirty="0" err="1"/>
              <a:t>of</a:t>
            </a:r>
            <a:r>
              <a:rPr lang="sv-SE" dirty="0"/>
              <a:t> position and </a:t>
            </a:r>
            <a:r>
              <a:rPr lang="sv-SE" dirty="0" err="1"/>
              <a:t>orientation</a:t>
            </a:r>
            <a:r>
              <a:rPr lang="sv-SE" dirty="0"/>
              <a:t> in space</a:t>
            </a:r>
          </a:p>
        </p:txBody>
      </p:sp>
      <p:sp>
        <p:nvSpPr>
          <p:cNvPr id="9218" name="Slide Number Placeholder 5"/>
          <p:cNvSpPr>
            <a:spLocks noGrp="1"/>
          </p:cNvSpPr>
          <p:nvPr>
            <p:ph type="sldNum" sz="quarter" idx="4294967295"/>
          </p:nvPr>
        </p:nvSpPr>
        <p:spPr>
          <a:xfrm>
            <a:off x="9448800" y="6356350"/>
            <a:ext cx="2743200" cy="365125"/>
          </a:xfrm>
          <a:prstGeom prst="rect">
            <a:avLst/>
          </a:prstGeom>
          <a:noFill/>
        </p:spPr>
        <p:txBody>
          <a:bodyPr/>
          <a:lstStyle/>
          <a:p>
            <a:fld id="{8E16096F-5654-42F4-B717-66ED7E83E873}" type="slidenum">
              <a:rPr lang="sv-SE" smtClean="0"/>
              <a:pPr/>
              <a:t>4</a:t>
            </a:fld>
            <a:endParaRPr lang="sv-S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building, orange, street, toy&#10;&#10;Description automatically generated">
            <a:extLst>
              <a:ext uri="{FF2B5EF4-FFF2-40B4-BE49-F238E27FC236}">
                <a16:creationId xmlns:a16="http://schemas.microsoft.com/office/drawing/2014/main" id="{29BBA94C-B3AC-43EF-8200-2F9721EB0DB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243" name="Rectangle 2"/>
          <p:cNvSpPr>
            <a:spLocks noGrp="1" noChangeArrowheads="1"/>
          </p:cNvSpPr>
          <p:nvPr>
            <p:ph type="title"/>
          </p:nvPr>
        </p:nvSpPr>
        <p:spPr/>
        <p:txBody>
          <a:bodyPr/>
          <a:lstStyle/>
          <a:p>
            <a:pPr eaLnBrk="1" hangingPunct="1"/>
            <a:r>
              <a:rPr lang="sv-SE" b="1"/>
              <a:t>Vocabulary</a:t>
            </a:r>
          </a:p>
        </p:txBody>
      </p:sp>
      <p:sp>
        <p:nvSpPr>
          <p:cNvPr id="10244" name="Rectangle 3"/>
          <p:cNvSpPr>
            <a:spLocks noGrp="1" noChangeArrowheads="1"/>
          </p:cNvSpPr>
          <p:nvPr>
            <p:ph type="body" sz="quarter" idx="10"/>
          </p:nvPr>
        </p:nvSpPr>
        <p:spPr/>
        <p:txBody>
          <a:bodyPr/>
          <a:lstStyle/>
          <a:p>
            <a:pPr eaLnBrk="1" hangingPunct="1">
              <a:lnSpc>
                <a:spcPct val="90000"/>
              </a:lnSpc>
            </a:pPr>
            <a:r>
              <a:rPr lang="sv-SE" b="1" i="1" dirty="0"/>
              <a:t>World </a:t>
            </a:r>
            <a:r>
              <a:rPr lang="sv-SE" b="1" i="1" dirty="0" err="1"/>
              <a:t>coordinate</a:t>
            </a:r>
            <a:r>
              <a:rPr lang="sv-SE" b="1" i="1" dirty="0"/>
              <a:t> system: </a:t>
            </a:r>
            <a:r>
              <a:rPr lang="sv-SE" dirty="0" err="1"/>
              <a:t>stationary</a:t>
            </a:r>
            <a:r>
              <a:rPr lang="sv-SE" dirty="0"/>
              <a:t> </a:t>
            </a:r>
            <a:r>
              <a:rPr lang="sv-SE" dirty="0" err="1"/>
              <a:t>coordinate</a:t>
            </a:r>
            <a:r>
              <a:rPr lang="sv-SE" dirty="0"/>
              <a:t> system </a:t>
            </a:r>
            <a:r>
              <a:rPr lang="sv-SE" dirty="0" err="1"/>
              <a:t>referenced</a:t>
            </a:r>
            <a:r>
              <a:rPr lang="sv-SE" dirty="0"/>
              <a:t> </a:t>
            </a:r>
            <a:r>
              <a:rPr lang="sv-SE" dirty="0" err="1"/>
              <a:t>to</a:t>
            </a:r>
            <a:r>
              <a:rPr lang="sv-SE" dirty="0"/>
              <a:t> </a:t>
            </a:r>
            <a:r>
              <a:rPr lang="sv-SE" dirty="0" err="1"/>
              <a:t>earth</a:t>
            </a:r>
            <a:r>
              <a:rPr lang="sv-SE" dirty="0"/>
              <a:t> </a:t>
            </a:r>
            <a:r>
              <a:rPr lang="sv-SE" dirty="0" err="1"/>
              <a:t>which</a:t>
            </a:r>
            <a:r>
              <a:rPr lang="sv-SE" dirty="0"/>
              <a:t> is independent </a:t>
            </a:r>
            <a:r>
              <a:rPr lang="sv-SE" dirty="0" err="1"/>
              <a:t>of</a:t>
            </a:r>
            <a:r>
              <a:rPr lang="sv-SE" dirty="0"/>
              <a:t> the robot motion</a:t>
            </a:r>
          </a:p>
          <a:p>
            <a:pPr eaLnBrk="1" hangingPunct="1">
              <a:lnSpc>
                <a:spcPct val="90000"/>
              </a:lnSpc>
            </a:pPr>
            <a:r>
              <a:rPr lang="sv-SE" b="1" i="1" dirty="0" err="1"/>
              <a:t>Base</a:t>
            </a:r>
            <a:r>
              <a:rPr lang="sv-SE" b="1" i="1" dirty="0"/>
              <a:t> </a:t>
            </a:r>
            <a:r>
              <a:rPr lang="sv-SE" b="1" i="1" dirty="0" err="1"/>
              <a:t>coordinate</a:t>
            </a:r>
            <a:r>
              <a:rPr lang="sv-SE" b="1" i="1" dirty="0"/>
              <a:t> system: </a:t>
            </a:r>
            <a:r>
              <a:rPr lang="sv-SE" dirty="0" err="1"/>
              <a:t>coordinate</a:t>
            </a:r>
            <a:r>
              <a:rPr lang="sv-SE" dirty="0"/>
              <a:t> system </a:t>
            </a:r>
            <a:r>
              <a:rPr lang="sv-SE" dirty="0" err="1"/>
              <a:t>referenced</a:t>
            </a:r>
            <a:r>
              <a:rPr lang="sv-SE" dirty="0"/>
              <a:t> </a:t>
            </a:r>
            <a:r>
              <a:rPr lang="sv-SE" dirty="0" err="1"/>
              <a:t>to</a:t>
            </a:r>
            <a:r>
              <a:rPr lang="sv-SE" dirty="0"/>
              <a:t> as the </a:t>
            </a:r>
            <a:r>
              <a:rPr lang="sv-SE" b="1" dirty="0" err="1"/>
              <a:t>base</a:t>
            </a:r>
            <a:r>
              <a:rPr lang="sv-SE" b="1" dirty="0"/>
              <a:t> </a:t>
            </a:r>
            <a:r>
              <a:rPr lang="sv-SE" b="1" dirty="0" err="1"/>
              <a:t>mounting</a:t>
            </a:r>
            <a:r>
              <a:rPr lang="sv-SE" b="1" dirty="0"/>
              <a:t> </a:t>
            </a:r>
            <a:r>
              <a:rPr lang="sv-SE" b="1" dirty="0" err="1"/>
              <a:t>surface</a:t>
            </a:r>
            <a:endParaRPr lang="sv-SE" b="1" dirty="0"/>
          </a:p>
          <a:p>
            <a:pPr eaLnBrk="1" hangingPunct="1">
              <a:lnSpc>
                <a:spcPct val="90000"/>
              </a:lnSpc>
            </a:pPr>
            <a:r>
              <a:rPr lang="sv-SE" b="1" i="1" dirty="0"/>
              <a:t>Joint </a:t>
            </a:r>
            <a:r>
              <a:rPr lang="sv-SE" b="1" i="1" dirty="0" err="1"/>
              <a:t>coordinate</a:t>
            </a:r>
            <a:r>
              <a:rPr lang="sv-SE" b="1" i="1" dirty="0"/>
              <a:t> system: </a:t>
            </a:r>
            <a:r>
              <a:rPr lang="sv-SE" dirty="0" err="1"/>
              <a:t>coordinate</a:t>
            </a:r>
            <a:r>
              <a:rPr lang="sv-SE" dirty="0"/>
              <a:t> system </a:t>
            </a:r>
            <a:r>
              <a:rPr lang="sv-SE" dirty="0" err="1"/>
              <a:t>referenced</a:t>
            </a:r>
            <a:r>
              <a:rPr lang="sv-SE" dirty="0"/>
              <a:t> </a:t>
            </a:r>
            <a:r>
              <a:rPr lang="sv-SE" dirty="0" err="1"/>
              <a:t>to</a:t>
            </a:r>
            <a:r>
              <a:rPr lang="sv-SE" dirty="0"/>
              <a:t> the joint </a:t>
            </a:r>
            <a:r>
              <a:rPr lang="sv-SE" dirty="0" err="1"/>
              <a:t>axes</a:t>
            </a:r>
            <a:r>
              <a:rPr lang="sv-SE" dirty="0"/>
              <a:t>, the joint </a:t>
            </a:r>
            <a:r>
              <a:rPr lang="sv-SE" dirty="0" err="1"/>
              <a:t>coordinates</a:t>
            </a:r>
            <a:r>
              <a:rPr lang="sv-SE" dirty="0"/>
              <a:t> </a:t>
            </a:r>
            <a:r>
              <a:rPr lang="sv-SE" dirty="0" err="1"/>
              <a:t>of</a:t>
            </a:r>
            <a:r>
              <a:rPr lang="sv-SE" dirty="0"/>
              <a:t> </a:t>
            </a:r>
            <a:r>
              <a:rPr lang="sv-SE" dirty="0" err="1"/>
              <a:t>which</a:t>
            </a:r>
            <a:r>
              <a:rPr lang="sv-SE" dirty="0"/>
              <a:t> </a:t>
            </a:r>
            <a:r>
              <a:rPr lang="sv-SE" dirty="0" err="1"/>
              <a:t>are</a:t>
            </a:r>
            <a:r>
              <a:rPr lang="sv-SE" dirty="0"/>
              <a:t> </a:t>
            </a:r>
            <a:r>
              <a:rPr lang="sv-SE" dirty="0" err="1"/>
              <a:t>defined</a:t>
            </a:r>
            <a:r>
              <a:rPr lang="sv-SE" dirty="0"/>
              <a:t> relative </a:t>
            </a:r>
            <a:r>
              <a:rPr lang="sv-SE" dirty="0" err="1"/>
              <a:t>to</a:t>
            </a:r>
            <a:r>
              <a:rPr lang="sv-SE" dirty="0"/>
              <a:t> the </a:t>
            </a:r>
            <a:r>
              <a:rPr lang="sv-SE" dirty="0" err="1"/>
              <a:t>preceding</a:t>
            </a:r>
            <a:r>
              <a:rPr lang="sv-SE" dirty="0"/>
              <a:t> joint </a:t>
            </a:r>
            <a:r>
              <a:rPr lang="sv-SE" dirty="0" err="1"/>
              <a:t>coordinates</a:t>
            </a:r>
            <a:r>
              <a:rPr lang="sv-SE" dirty="0"/>
              <a:t> or </a:t>
            </a:r>
            <a:r>
              <a:rPr lang="sv-SE" dirty="0" err="1"/>
              <a:t>to</a:t>
            </a:r>
            <a:r>
              <a:rPr lang="sv-SE" dirty="0"/>
              <a:t> </a:t>
            </a:r>
            <a:r>
              <a:rPr lang="sv-SE" dirty="0" err="1"/>
              <a:t>some</a:t>
            </a:r>
            <a:r>
              <a:rPr lang="sv-SE" dirty="0"/>
              <a:t> </a:t>
            </a:r>
            <a:r>
              <a:rPr lang="sv-SE" dirty="0" err="1"/>
              <a:t>other</a:t>
            </a:r>
            <a:r>
              <a:rPr lang="sv-SE" dirty="0"/>
              <a:t> </a:t>
            </a:r>
            <a:r>
              <a:rPr lang="sv-SE" dirty="0" err="1"/>
              <a:t>coordinate</a:t>
            </a:r>
            <a:r>
              <a:rPr lang="sv-SE" dirty="0"/>
              <a:t> system</a:t>
            </a:r>
          </a:p>
          <a:p>
            <a:pPr eaLnBrk="1" hangingPunct="1">
              <a:lnSpc>
                <a:spcPct val="90000"/>
              </a:lnSpc>
            </a:pPr>
            <a:r>
              <a:rPr lang="sv-SE" b="1" i="1" dirty="0" err="1"/>
              <a:t>Tool</a:t>
            </a:r>
            <a:r>
              <a:rPr lang="sv-SE" b="1" i="1" dirty="0"/>
              <a:t> </a:t>
            </a:r>
            <a:r>
              <a:rPr lang="sv-SE" b="1" i="1" dirty="0" err="1"/>
              <a:t>coordinate</a:t>
            </a:r>
            <a:r>
              <a:rPr lang="sv-SE" b="1" i="1" dirty="0"/>
              <a:t> system, TCS: </a:t>
            </a:r>
            <a:r>
              <a:rPr lang="sv-SE" dirty="0" err="1"/>
              <a:t>coordinate</a:t>
            </a:r>
            <a:r>
              <a:rPr lang="sv-SE" dirty="0"/>
              <a:t> system </a:t>
            </a:r>
            <a:r>
              <a:rPr lang="sv-SE" dirty="0" err="1"/>
              <a:t>referenced</a:t>
            </a:r>
            <a:r>
              <a:rPr lang="sv-SE" dirty="0"/>
              <a:t> </a:t>
            </a:r>
            <a:r>
              <a:rPr lang="sv-SE" dirty="0" err="1"/>
              <a:t>to</a:t>
            </a:r>
            <a:r>
              <a:rPr lang="sv-SE" dirty="0"/>
              <a:t> the </a:t>
            </a:r>
            <a:r>
              <a:rPr lang="sv-SE" dirty="0" err="1"/>
              <a:t>tool</a:t>
            </a:r>
            <a:r>
              <a:rPr lang="sv-SE" dirty="0"/>
              <a:t> or </a:t>
            </a:r>
            <a:r>
              <a:rPr lang="sv-SE" dirty="0" err="1"/>
              <a:t>to</a:t>
            </a:r>
            <a:r>
              <a:rPr lang="sv-SE" dirty="0"/>
              <a:t> the end </a:t>
            </a:r>
            <a:r>
              <a:rPr lang="sv-SE" dirty="0" err="1"/>
              <a:t>effector</a:t>
            </a:r>
            <a:r>
              <a:rPr lang="sv-SE" dirty="0"/>
              <a:t> </a:t>
            </a:r>
            <a:r>
              <a:rPr lang="sv-SE" dirty="0" err="1"/>
              <a:t>attached</a:t>
            </a:r>
            <a:r>
              <a:rPr lang="sv-SE" dirty="0"/>
              <a:t> </a:t>
            </a:r>
            <a:r>
              <a:rPr lang="sv-SE" dirty="0" err="1"/>
              <a:t>to</a:t>
            </a:r>
            <a:r>
              <a:rPr lang="sv-SE" dirty="0"/>
              <a:t> the </a:t>
            </a:r>
            <a:r>
              <a:rPr lang="sv-SE" dirty="0" err="1"/>
              <a:t>mechanical</a:t>
            </a:r>
            <a:r>
              <a:rPr lang="sv-SE" dirty="0"/>
              <a:t> interface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090458" cy="1158875"/>
          </a:xfrm>
        </p:spPr>
        <p:txBody>
          <a:bodyPr/>
          <a:lstStyle/>
          <a:p>
            <a:r>
              <a:rPr lang="sv-SE" dirty="0" err="1"/>
              <a:t>Remember</a:t>
            </a:r>
            <a:r>
              <a:rPr lang="sv-SE" dirty="0"/>
              <a:t> </a:t>
            </a:r>
            <a:r>
              <a:rPr lang="sv-SE" dirty="0" err="1"/>
              <a:t>Coordinate</a:t>
            </a:r>
            <a:r>
              <a:rPr lang="sv-SE" dirty="0"/>
              <a:t> system</a:t>
            </a:r>
          </a:p>
        </p:txBody>
      </p:sp>
      <p:sp>
        <p:nvSpPr>
          <p:cNvPr id="3" name="Text Placeholder 2">
            <a:extLst>
              <a:ext uri="{FF2B5EF4-FFF2-40B4-BE49-F238E27FC236}">
                <a16:creationId xmlns:a16="http://schemas.microsoft.com/office/drawing/2014/main" id="{7E800F4C-EFA7-46A9-8883-12D79C0BE4F4}"/>
              </a:ext>
            </a:extLst>
          </p:cNvPr>
          <p:cNvSpPr>
            <a:spLocks noGrp="1"/>
          </p:cNvSpPr>
          <p:nvPr>
            <p:ph type="body" sz="quarter" idx="10"/>
          </p:nvPr>
        </p:nvSpPr>
        <p:spPr/>
        <p:txBody>
          <a:bodyPr/>
          <a:lstStyle/>
          <a:p>
            <a:endParaRPr lang="en-GB" dirty="0"/>
          </a:p>
        </p:txBody>
      </p:sp>
      <p:pic>
        <p:nvPicPr>
          <p:cNvPr id="41987" name="Picture 3"/>
          <p:cNvPicPr>
            <a:picLocks noChangeAspect="1" noChangeArrowheads="1"/>
          </p:cNvPicPr>
          <p:nvPr/>
        </p:nvPicPr>
        <p:blipFill>
          <a:blip r:embed="rId2" cstate="print"/>
          <a:srcRect l="31351" t="35405" r="29831" b="17364"/>
          <a:stretch>
            <a:fillRect/>
          </a:stretch>
        </p:blipFill>
        <p:spPr bwMode="auto">
          <a:xfrm>
            <a:off x="1758777" y="1037959"/>
            <a:ext cx="2445920" cy="1767016"/>
          </a:xfrm>
          <a:prstGeom prst="rect">
            <a:avLst/>
          </a:prstGeom>
          <a:noFill/>
          <a:ln w="9525">
            <a:noFill/>
            <a:miter lim="800000"/>
            <a:headEnd/>
            <a:tailEnd/>
          </a:ln>
        </p:spPr>
      </p:pic>
      <p:pic>
        <p:nvPicPr>
          <p:cNvPr id="41988" name="Picture 4"/>
          <p:cNvPicPr>
            <a:picLocks noChangeAspect="1" noChangeArrowheads="1"/>
          </p:cNvPicPr>
          <p:nvPr/>
        </p:nvPicPr>
        <p:blipFill>
          <a:blip r:embed="rId3" cstate="print"/>
          <a:srcRect l="28615" t="21920" r="7230" b="13228"/>
          <a:stretch>
            <a:fillRect/>
          </a:stretch>
        </p:blipFill>
        <p:spPr bwMode="auto">
          <a:xfrm>
            <a:off x="5929095" y="1520169"/>
            <a:ext cx="4590624" cy="2755265"/>
          </a:xfrm>
          <a:prstGeom prst="rect">
            <a:avLst/>
          </a:prstGeom>
          <a:noFill/>
          <a:ln w="9525">
            <a:noFill/>
            <a:miter lim="800000"/>
            <a:headEnd/>
            <a:tailEnd/>
          </a:ln>
        </p:spPr>
      </p:pic>
      <p:sp>
        <p:nvSpPr>
          <p:cNvPr id="9" name="TextBox 8"/>
          <p:cNvSpPr txBox="1"/>
          <p:nvPr/>
        </p:nvSpPr>
        <p:spPr>
          <a:xfrm>
            <a:off x="1857632" y="2842046"/>
            <a:ext cx="2391809" cy="369332"/>
          </a:xfrm>
          <a:prstGeom prst="rect">
            <a:avLst/>
          </a:prstGeom>
          <a:noFill/>
        </p:spPr>
        <p:txBody>
          <a:bodyPr wrap="none" rtlCol="0">
            <a:spAutoFit/>
          </a:bodyPr>
          <a:lstStyle/>
          <a:p>
            <a:r>
              <a:rPr lang="sv-SE" dirty="0"/>
              <a:t>Base </a:t>
            </a:r>
            <a:r>
              <a:rPr lang="sv-SE" dirty="0" err="1"/>
              <a:t>coordinate</a:t>
            </a:r>
            <a:r>
              <a:rPr lang="sv-SE" dirty="0"/>
              <a:t> system</a:t>
            </a:r>
          </a:p>
        </p:txBody>
      </p:sp>
      <p:sp>
        <p:nvSpPr>
          <p:cNvPr id="10" name="TextBox 9"/>
          <p:cNvSpPr txBox="1"/>
          <p:nvPr/>
        </p:nvSpPr>
        <p:spPr>
          <a:xfrm>
            <a:off x="7430531" y="1161531"/>
            <a:ext cx="2523191" cy="369332"/>
          </a:xfrm>
          <a:prstGeom prst="rect">
            <a:avLst/>
          </a:prstGeom>
          <a:noFill/>
        </p:spPr>
        <p:txBody>
          <a:bodyPr wrap="none" rtlCol="0">
            <a:spAutoFit/>
          </a:bodyPr>
          <a:lstStyle/>
          <a:p>
            <a:r>
              <a:rPr lang="sv-SE" dirty="0"/>
              <a:t>World </a:t>
            </a:r>
            <a:r>
              <a:rPr lang="sv-SE" dirty="0" err="1"/>
              <a:t>coordinate</a:t>
            </a:r>
            <a:r>
              <a:rPr lang="sv-SE" dirty="0"/>
              <a:t> system</a:t>
            </a:r>
          </a:p>
        </p:txBody>
      </p:sp>
      <p:pic>
        <p:nvPicPr>
          <p:cNvPr id="41989" name="Picture 5"/>
          <p:cNvPicPr>
            <a:picLocks noChangeAspect="1" noChangeArrowheads="1"/>
          </p:cNvPicPr>
          <p:nvPr/>
        </p:nvPicPr>
        <p:blipFill>
          <a:blip r:embed="rId4" cstate="print"/>
          <a:srcRect l="28311" t="17994" r="15642" b="8435"/>
          <a:stretch>
            <a:fillRect/>
          </a:stretch>
        </p:blipFill>
        <p:spPr bwMode="auto">
          <a:xfrm>
            <a:off x="1981201" y="3583459"/>
            <a:ext cx="3916060" cy="3052119"/>
          </a:xfrm>
          <a:prstGeom prst="rect">
            <a:avLst/>
          </a:prstGeom>
          <a:noFill/>
          <a:ln w="9525">
            <a:noFill/>
            <a:miter lim="800000"/>
            <a:headEnd/>
            <a:tailEnd/>
          </a:ln>
        </p:spPr>
      </p:pic>
      <p:sp>
        <p:nvSpPr>
          <p:cNvPr id="12" name="TextBox 11"/>
          <p:cNvSpPr txBox="1"/>
          <p:nvPr/>
        </p:nvSpPr>
        <p:spPr>
          <a:xfrm>
            <a:off x="1524000" y="6211670"/>
            <a:ext cx="2681416" cy="646331"/>
          </a:xfrm>
          <a:prstGeom prst="rect">
            <a:avLst/>
          </a:prstGeom>
          <a:noFill/>
        </p:spPr>
        <p:txBody>
          <a:bodyPr wrap="square" rtlCol="0">
            <a:spAutoFit/>
          </a:bodyPr>
          <a:lstStyle/>
          <a:p>
            <a:r>
              <a:rPr lang="sv-SE" dirty="0" err="1"/>
              <a:t>User</a:t>
            </a:r>
            <a:r>
              <a:rPr lang="sv-SE" dirty="0"/>
              <a:t> </a:t>
            </a:r>
            <a:r>
              <a:rPr lang="sv-SE" dirty="0" err="1"/>
              <a:t>object</a:t>
            </a:r>
            <a:r>
              <a:rPr lang="sv-SE" dirty="0"/>
              <a:t> </a:t>
            </a:r>
            <a:r>
              <a:rPr lang="sv-SE" dirty="0" err="1"/>
              <a:t>coorinate</a:t>
            </a:r>
            <a:r>
              <a:rPr lang="sv-SE" dirty="0"/>
              <a:t> system (fixturs)</a:t>
            </a:r>
          </a:p>
        </p:txBody>
      </p:sp>
      <p:pic>
        <p:nvPicPr>
          <p:cNvPr id="41991" name="Picture 7"/>
          <p:cNvPicPr>
            <a:picLocks noChangeAspect="1" noChangeArrowheads="1"/>
          </p:cNvPicPr>
          <p:nvPr/>
        </p:nvPicPr>
        <p:blipFill>
          <a:blip r:embed="rId5" cstate="print"/>
          <a:srcRect l="34899" t="29772" r="25169" b="15093"/>
          <a:stretch>
            <a:fillRect/>
          </a:stretch>
        </p:blipFill>
        <p:spPr bwMode="auto">
          <a:xfrm>
            <a:off x="6812692" y="4213497"/>
            <a:ext cx="2879125" cy="2360298"/>
          </a:xfrm>
          <a:prstGeom prst="rect">
            <a:avLst/>
          </a:prstGeom>
          <a:noFill/>
          <a:ln w="9525">
            <a:noFill/>
            <a:miter lim="800000"/>
            <a:headEnd/>
            <a:tailEnd/>
          </a:ln>
        </p:spPr>
      </p:pic>
      <p:sp>
        <p:nvSpPr>
          <p:cNvPr id="15" name="TextBox 14"/>
          <p:cNvSpPr txBox="1"/>
          <p:nvPr/>
        </p:nvSpPr>
        <p:spPr>
          <a:xfrm>
            <a:off x="8480854" y="5878037"/>
            <a:ext cx="1890584" cy="646331"/>
          </a:xfrm>
          <a:prstGeom prst="rect">
            <a:avLst/>
          </a:prstGeom>
          <a:noFill/>
        </p:spPr>
        <p:txBody>
          <a:bodyPr wrap="square" rtlCol="0">
            <a:spAutoFit/>
          </a:bodyPr>
          <a:lstStyle/>
          <a:p>
            <a:r>
              <a:rPr lang="sv-SE" dirty="0" err="1"/>
              <a:t>Object</a:t>
            </a:r>
            <a:r>
              <a:rPr lang="sv-SE" dirty="0"/>
              <a:t> </a:t>
            </a:r>
            <a:r>
              <a:rPr lang="sv-SE" dirty="0" err="1"/>
              <a:t>coorinate</a:t>
            </a:r>
            <a:r>
              <a:rPr lang="sv-SE" dirty="0"/>
              <a:t> system (</a:t>
            </a:r>
            <a:r>
              <a:rPr lang="sv-SE" dirty="0" err="1"/>
              <a:t>wobj</a:t>
            </a:r>
            <a:r>
              <a:rPr lang="sv-SE" dirty="0"/>
              <a:t>)</a:t>
            </a:r>
          </a:p>
        </p:txBody>
      </p:sp>
      <p:pic>
        <p:nvPicPr>
          <p:cNvPr id="13" name="Picture 12" descr="A picture containing building, orange, street, toy&#10;&#10;Description automatically generated">
            <a:extLst>
              <a:ext uri="{FF2B5EF4-FFF2-40B4-BE49-F238E27FC236}">
                <a16:creationId xmlns:a16="http://schemas.microsoft.com/office/drawing/2014/main" id="{5441A1E4-3761-47ED-B931-C8AFA7BD7CED}"/>
              </a:ext>
            </a:extLst>
          </p:cNvPr>
          <p:cNvPicPr>
            <a:picLocks noChangeAspect="1"/>
          </p:cNvPicPr>
          <p:nvPr/>
        </p:nvPicPr>
        <p:blipFill>
          <a:blip r:embed="rId6">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9923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4198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98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4198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99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41989"/>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198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988"/>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2"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989"/>
                                        </p:tgtEl>
                                        <p:attrNameLst>
                                          <p:attrName>style.visibility</p:attrName>
                                        </p:attrNameLst>
                                      </p:cBhvr>
                                      <p:to>
                                        <p:strVal val="visible"/>
                                      </p:to>
                                    </p:set>
                                  </p:childTnLst>
                                </p:cTn>
                              </p:par>
                              <p:par>
                                <p:cTn id="45" presetID="1" presetClass="entr" presetSubtype="0" fill="hold" grpId="2"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991"/>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0" grpId="0"/>
      <p:bldP spid="10" grpId="1"/>
      <p:bldP spid="10" grpId="2"/>
      <p:bldP spid="12" grpId="0"/>
      <p:bldP spid="12" grpId="1"/>
      <p:bldP spid="12" grpId="2"/>
      <p:bldP spid="15" grpId="0"/>
      <p:bldP spid="1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indoor, kitchen&#10;&#10;Description automatically generated">
            <a:extLst>
              <a:ext uri="{FF2B5EF4-FFF2-40B4-BE49-F238E27FC236}">
                <a16:creationId xmlns:a16="http://schemas.microsoft.com/office/drawing/2014/main" id="{EE446251-17F3-401D-817B-2D62DE5814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2649200" cy="7108726"/>
          </a:xfrm>
          <a:prstGeom prst="rect">
            <a:avLst/>
          </a:prstGeom>
        </p:spPr>
      </p:pic>
      <p:sp>
        <p:nvSpPr>
          <p:cNvPr id="11267" name="Rectangle 2"/>
          <p:cNvSpPr>
            <a:spLocks noGrp="1" noChangeArrowheads="1"/>
          </p:cNvSpPr>
          <p:nvPr>
            <p:ph type="title"/>
          </p:nvPr>
        </p:nvSpPr>
        <p:spPr/>
        <p:txBody>
          <a:bodyPr/>
          <a:lstStyle/>
          <a:p>
            <a:pPr eaLnBrk="1" hangingPunct="1"/>
            <a:r>
              <a:rPr lang="en-GB"/>
              <a:t>Robot characteristics</a:t>
            </a:r>
          </a:p>
        </p:txBody>
      </p:sp>
      <p:sp>
        <p:nvSpPr>
          <p:cNvPr id="11268" name="Rectangle 3"/>
          <p:cNvSpPr>
            <a:spLocks noGrp="1" noChangeArrowheads="1"/>
          </p:cNvSpPr>
          <p:nvPr>
            <p:ph type="body" sz="quarter" idx="10"/>
          </p:nvPr>
        </p:nvSpPr>
        <p:spPr/>
        <p:txBody>
          <a:bodyPr>
            <a:normAutofit/>
          </a:bodyPr>
          <a:lstStyle/>
          <a:p>
            <a:pPr eaLnBrk="1" hangingPunct="1">
              <a:lnSpc>
                <a:spcPct val="90000"/>
              </a:lnSpc>
            </a:pPr>
            <a:r>
              <a:rPr lang="en-GB" dirty="0"/>
              <a:t>Payload</a:t>
            </a:r>
          </a:p>
          <a:p>
            <a:pPr lvl="1" eaLnBrk="1" hangingPunct="1">
              <a:lnSpc>
                <a:spcPct val="90000"/>
              </a:lnSpc>
            </a:pPr>
            <a:r>
              <a:rPr lang="en-GB" dirty="0"/>
              <a:t>The weight the robot can carry and still remain within its other specifications</a:t>
            </a:r>
          </a:p>
          <a:p>
            <a:pPr eaLnBrk="1" hangingPunct="1">
              <a:lnSpc>
                <a:spcPct val="90000"/>
              </a:lnSpc>
            </a:pPr>
            <a:r>
              <a:rPr lang="en-GB" dirty="0"/>
              <a:t>Reach</a:t>
            </a:r>
          </a:p>
          <a:p>
            <a:pPr lvl="1" eaLnBrk="1" hangingPunct="1">
              <a:lnSpc>
                <a:spcPct val="90000"/>
              </a:lnSpc>
            </a:pPr>
            <a:r>
              <a:rPr lang="en-GB" dirty="0"/>
              <a:t>Maximum distance a robot within its work envelope</a:t>
            </a:r>
          </a:p>
          <a:p>
            <a:pPr eaLnBrk="1" hangingPunct="1">
              <a:lnSpc>
                <a:spcPct val="90000"/>
              </a:lnSpc>
            </a:pPr>
            <a:r>
              <a:rPr lang="en-GB" dirty="0"/>
              <a:t>Precision (validity)</a:t>
            </a:r>
          </a:p>
          <a:p>
            <a:pPr lvl="1" eaLnBrk="1" hangingPunct="1">
              <a:lnSpc>
                <a:spcPct val="90000"/>
              </a:lnSpc>
            </a:pPr>
            <a:r>
              <a:rPr lang="en-GB" dirty="0"/>
              <a:t>How accurate a specific point can be reached</a:t>
            </a:r>
          </a:p>
          <a:p>
            <a:pPr eaLnBrk="1" hangingPunct="1">
              <a:lnSpc>
                <a:spcPct val="90000"/>
              </a:lnSpc>
            </a:pPr>
            <a:r>
              <a:rPr lang="en-GB" dirty="0"/>
              <a:t>Repeatability</a:t>
            </a:r>
          </a:p>
          <a:p>
            <a:pPr lvl="1" eaLnBrk="1" hangingPunct="1">
              <a:lnSpc>
                <a:spcPct val="90000"/>
              </a:lnSpc>
            </a:pPr>
            <a:r>
              <a:rPr lang="en-GB" dirty="0"/>
              <a:t>How accurate the same position can be reached if the motion is repeated many times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26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6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6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268">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6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pirit_2">
            <a:extLst>
              <a:ext uri="{FF2B5EF4-FFF2-40B4-BE49-F238E27FC236}">
                <a16:creationId xmlns:a16="http://schemas.microsoft.com/office/drawing/2014/main" id="{180819F5-E914-42AF-AC9E-9B4A68EA8FAD}"/>
              </a:ext>
            </a:extLst>
          </p:cNvPr>
          <p:cNvPicPr>
            <a:picLocks noChangeAspect="1" noChangeArrowheads="1"/>
          </p:cNvPicPr>
          <p:nvPr/>
        </p:nvPicPr>
        <p:blipFill>
          <a:blip r:embed="rId2" cstate="print">
            <a:alphaModFix amt="20000"/>
          </a:blip>
          <a:stretch>
            <a:fillRect/>
          </a:stretch>
        </p:blipFill>
        <p:spPr>
          <a:xfrm>
            <a:off x="0" y="-232486"/>
            <a:ext cx="12192000" cy="8019745"/>
          </a:xfrm>
          <a:prstGeom prst="rect">
            <a:avLst/>
          </a:prstGeom>
          <a:noFill/>
        </p:spPr>
      </p:pic>
      <p:sp>
        <p:nvSpPr>
          <p:cNvPr id="12292" name="Rectangle 3"/>
          <p:cNvSpPr>
            <a:spLocks noGrp="1" noChangeArrowheads="1"/>
          </p:cNvSpPr>
          <p:nvPr>
            <p:ph type="body" sz="quarter" idx="10"/>
          </p:nvPr>
        </p:nvSpPr>
        <p:spPr/>
        <p:txBody>
          <a:bodyPr/>
          <a:lstStyle/>
          <a:p>
            <a:pPr eaLnBrk="1" hangingPunct="1">
              <a:lnSpc>
                <a:spcPct val="80000"/>
              </a:lnSpc>
            </a:pPr>
            <a:r>
              <a:rPr lang="sv-SE" sz="2400" b="1" i="1" dirty="0" err="1"/>
              <a:t>Working</a:t>
            </a:r>
            <a:r>
              <a:rPr lang="sv-SE" sz="2400" b="1" i="1" dirty="0"/>
              <a:t> space: </a:t>
            </a:r>
            <a:r>
              <a:rPr lang="sv-SE" sz="2400" dirty="0"/>
              <a:t>space </a:t>
            </a:r>
            <a:r>
              <a:rPr lang="sv-SE" sz="2400" dirty="0" err="1"/>
              <a:t>which</a:t>
            </a:r>
            <a:r>
              <a:rPr lang="sv-SE" sz="2400" dirty="0"/>
              <a:t> </a:t>
            </a:r>
            <a:r>
              <a:rPr lang="sv-SE" sz="2400" dirty="0" err="1"/>
              <a:t>can</a:t>
            </a:r>
            <a:r>
              <a:rPr lang="sv-SE" sz="2400" dirty="0"/>
              <a:t> be </a:t>
            </a:r>
            <a:r>
              <a:rPr lang="sv-SE" sz="2400" dirty="0" err="1"/>
              <a:t>swept</a:t>
            </a:r>
            <a:r>
              <a:rPr lang="sv-SE" sz="2400" dirty="0"/>
              <a:t> by the </a:t>
            </a:r>
            <a:r>
              <a:rPr lang="sv-SE" sz="2400" dirty="0" err="1"/>
              <a:t>wrist</a:t>
            </a:r>
            <a:r>
              <a:rPr lang="sv-SE" sz="2400" dirty="0"/>
              <a:t> </a:t>
            </a:r>
            <a:r>
              <a:rPr lang="sv-SE" sz="2400" dirty="0" err="1"/>
              <a:t>refernce</a:t>
            </a:r>
            <a:r>
              <a:rPr lang="sv-SE" sz="2400" dirty="0"/>
              <a:t> </a:t>
            </a:r>
            <a:r>
              <a:rPr lang="sv-SE" sz="2400" dirty="0" err="1"/>
              <a:t>point</a:t>
            </a:r>
            <a:r>
              <a:rPr lang="sv-SE" sz="2400" dirty="0"/>
              <a:t> </a:t>
            </a:r>
            <a:r>
              <a:rPr lang="sv-SE" sz="2400" dirty="0" err="1"/>
              <a:t>added</a:t>
            </a:r>
            <a:r>
              <a:rPr lang="sv-SE" sz="2400" dirty="0"/>
              <a:t> by the </a:t>
            </a:r>
            <a:r>
              <a:rPr lang="sv-SE" sz="2400" dirty="0" err="1"/>
              <a:t>moving</a:t>
            </a:r>
            <a:r>
              <a:rPr lang="sv-SE" sz="2400" dirty="0"/>
              <a:t> </a:t>
            </a:r>
            <a:r>
              <a:rPr lang="sv-SE" sz="2400" dirty="0" err="1"/>
              <a:t>range</a:t>
            </a:r>
            <a:r>
              <a:rPr lang="sv-SE" sz="2400" dirty="0"/>
              <a:t> </a:t>
            </a:r>
            <a:r>
              <a:rPr lang="sv-SE" sz="2400" dirty="0" err="1"/>
              <a:t>of</a:t>
            </a:r>
            <a:r>
              <a:rPr lang="sv-SE" sz="2400" dirty="0"/>
              <a:t> the rotation or </a:t>
            </a:r>
            <a:r>
              <a:rPr lang="sv-SE" sz="2400" dirty="0" err="1"/>
              <a:t>translation</a:t>
            </a:r>
            <a:r>
              <a:rPr lang="sv-SE" sz="2400" dirty="0"/>
              <a:t> </a:t>
            </a:r>
            <a:r>
              <a:rPr lang="sv-SE" sz="2400" dirty="0" err="1"/>
              <a:t>of</a:t>
            </a:r>
            <a:r>
              <a:rPr lang="sv-SE" sz="2400" dirty="0"/>
              <a:t> </a:t>
            </a:r>
            <a:r>
              <a:rPr lang="sv-SE" sz="2400" dirty="0" err="1"/>
              <a:t>each</a:t>
            </a:r>
            <a:r>
              <a:rPr lang="sv-SE" sz="2400" dirty="0"/>
              <a:t> joint in the </a:t>
            </a:r>
            <a:r>
              <a:rPr lang="sv-SE" sz="2400" dirty="0" err="1"/>
              <a:t>wrist</a:t>
            </a:r>
            <a:r>
              <a:rPr lang="sv-SE" sz="2400" dirty="0"/>
              <a:t>.</a:t>
            </a:r>
          </a:p>
          <a:p>
            <a:pPr eaLnBrk="1" hangingPunct="1">
              <a:lnSpc>
                <a:spcPct val="80000"/>
              </a:lnSpc>
            </a:pPr>
            <a:r>
              <a:rPr lang="sv-SE" sz="2400" b="1" dirty="0"/>
              <a:t>Maximum space </a:t>
            </a:r>
            <a:r>
              <a:rPr lang="sv-SE" sz="2400" dirty="0" err="1"/>
              <a:t>includes</a:t>
            </a:r>
            <a:r>
              <a:rPr lang="sv-SE" sz="2400" dirty="0"/>
              <a:t> the space </a:t>
            </a:r>
            <a:r>
              <a:rPr lang="sv-SE" sz="2400" dirty="0" err="1"/>
              <a:t>swept</a:t>
            </a:r>
            <a:r>
              <a:rPr lang="sv-SE" sz="2400" dirty="0"/>
              <a:t> by the robot </a:t>
            </a:r>
            <a:r>
              <a:rPr lang="sv-SE" sz="2400" dirty="0" err="1"/>
              <a:t>including</a:t>
            </a:r>
            <a:r>
              <a:rPr lang="sv-SE" sz="2400" dirty="0"/>
              <a:t> end </a:t>
            </a:r>
            <a:r>
              <a:rPr lang="sv-SE" sz="2400" dirty="0" err="1"/>
              <a:t>effector</a:t>
            </a:r>
            <a:r>
              <a:rPr lang="sv-SE" sz="2400" dirty="0"/>
              <a:t> and </a:t>
            </a:r>
            <a:r>
              <a:rPr lang="sv-SE" sz="2400" dirty="0" err="1"/>
              <a:t>workpiece</a:t>
            </a:r>
            <a:r>
              <a:rPr lang="sv-SE" sz="2400" dirty="0"/>
              <a:t>; </a:t>
            </a:r>
          </a:p>
          <a:p>
            <a:pPr eaLnBrk="1" hangingPunct="1">
              <a:lnSpc>
                <a:spcPct val="80000"/>
              </a:lnSpc>
            </a:pPr>
            <a:r>
              <a:rPr lang="sv-SE" sz="2400" b="1" dirty="0" err="1"/>
              <a:t>Restricted</a:t>
            </a:r>
            <a:r>
              <a:rPr lang="sv-SE" sz="2400" b="1" dirty="0"/>
              <a:t> space </a:t>
            </a:r>
            <a:r>
              <a:rPr lang="sv-SE" sz="2400" dirty="0"/>
              <a:t>is the maximum space </a:t>
            </a:r>
            <a:r>
              <a:rPr lang="sv-SE" sz="2400" dirty="0" err="1"/>
              <a:t>restriced</a:t>
            </a:r>
            <a:r>
              <a:rPr lang="sv-SE" sz="2400" dirty="0"/>
              <a:t> by </a:t>
            </a:r>
            <a:r>
              <a:rPr lang="sv-SE" sz="2400" dirty="0" err="1"/>
              <a:t>limiting</a:t>
            </a:r>
            <a:r>
              <a:rPr lang="sv-SE" sz="2400" dirty="0"/>
              <a:t> </a:t>
            </a:r>
            <a:r>
              <a:rPr lang="sv-SE" sz="2400" dirty="0" err="1"/>
              <a:t>devices</a:t>
            </a:r>
            <a:r>
              <a:rPr lang="sv-SE" sz="2400" dirty="0"/>
              <a:t>;</a:t>
            </a:r>
          </a:p>
          <a:p>
            <a:pPr eaLnBrk="1" hangingPunct="1">
              <a:lnSpc>
                <a:spcPct val="80000"/>
              </a:lnSpc>
            </a:pPr>
            <a:r>
              <a:rPr lang="sv-SE" sz="2400" b="1" dirty="0" err="1"/>
              <a:t>Operational</a:t>
            </a:r>
            <a:r>
              <a:rPr lang="sv-SE" sz="2400" b="1" dirty="0"/>
              <a:t> space </a:t>
            </a:r>
            <a:r>
              <a:rPr lang="sv-SE" sz="2400" dirty="0"/>
              <a:t>is the </a:t>
            </a:r>
            <a:r>
              <a:rPr lang="sv-SE" sz="2400" dirty="0" err="1"/>
              <a:t>restricted</a:t>
            </a:r>
            <a:r>
              <a:rPr lang="sv-SE" sz="2400" dirty="0"/>
              <a:t> space </a:t>
            </a:r>
            <a:r>
              <a:rPr lang="sv-SE" sz="2400" dirty="0" err="1"/>
              <a:t>actually</a:t>
            </a:r>
            <a:r>
              <a:rPr lang="sv-SE" sz="2400" dirty="0"/>
              <a:t> </a:t>
            </a:r>
            <a:r>
              <a:rPr lang="sv-SE" sz="2400" dirty="0" err="1"/>
              <a:t>used</a:t>
            </a:r>
            <a:r>
              <a:rPr lang="sv-SE" sz="2400" dirty="0"/>
              <a:t> by a task program</a:t>
            </a:r>
          </a:p>
          <a:p>
            <a:pPr eaLnBrk="1" hangingPunct="1">
              <a:lnSpc>
                <a:spcPct val="80000"/>
              </a:lnSpc>
            </a:pPr>
            <a:r>
              <a:rPr lang="sv-SE" sz="2400" b="1" i="1" dirty="0" err="1"/>
              <a:t>Tool</a:t>
            </a:r>
            <a:r>
              <a:rPr lang="sv-SE" sz="2400" b="1" i="1" dirty="0"/>
              <a:t> center </a:t>
            </a:r>
            <a:r>
              <a:rPr lang="sv-SE" sz="2400" b="1" i="1" dirty="0" err="1"/>
              <a:t>point</a:t>
            </a:r>
            <a:r>
              <a:rPr lang="sv-SE" sz="2400" b="1" i="1" dirty="0"/>
              <a:t> (TCP): </a:t>
            </a:r>
            <a:r>
              <a:rPr lang="sv-SE" sz="2400" dirty="0" err="1"/>
              <a:t>point</a:t>
            </a:r>
            <a:r>
              <a:rPr lang="sv-SE" sz="2400" dirty="0"/>
              <a:t> </a:t>
            </a:r>
            <a:r>
              <a:rPr lang="sv-SE" sz="2400" dirty="0" err="1"/>
              <a:t>defined</a:t>
            </a:r>
            <a:r>
              <a:rPr lang="sv-SE" sz="2400" dirty="0"/>
              <a:t> for a given </a:t>
            </a:r>
            <a:r>
              <a:rPr lang="sv-SE" sz="2400" dirty="0" err="1"/>
              <a:t>application</a:t>
            </a:r>
            <a:r>
              <a:rPr lang="sv-SE" sz="2400" dirty="0"/>
              <a:t> </a:t>
            </a:r>
            <a:r>
              <a:rPr lang="sv-SE" sz="2400" dirty="0" err="1"/>
              <a:t>with</a:t>
            </a:r>
            <a:r>
              <a:rPr lang="sv-SE" sz="2400" dirty="0"/>
              <a:t> </a:t>
            </a:r>
            <a:r>
              <a:rPr lang="sv-SE" sz="2400" dirty="0" err="1"/>
              <a:t>regard</a:t>
            </a:r>
            <a:r>
              <a:rPr lang="sv-SE" sz="2400" dirty="0"/>
              <a:t> to the </a:t>
            </a:r>
            <a:r>
              <a:rPr lang="sv-SE" sz="2400" dirty="0" err="1"/>
              <a:t>mechancial</a:t>
            </a:r>
            <a:r>
              <a:rPr lang="sv-SE" sz="2400" dirty="0"/>
              <a:t> interface </a:t>
            </a:r>
            <a:r>
              <a:rPr lang="sv-SE" sz="2400" dirty="0" err="1"/>
              <a:t>coordinate</a:t>
            </a:r>
            <a:r>
              <a:rPr lang="sv-SE" sz="2400" dirty="0"/>
              <a:t> system</a:t>
            </a:r>
          </a:p>
        </p:txBody>
      </p:sp>
      <p:pic>
        <p:nvPicPr>
          <p:cNvPr id="12293" name="Picture 4"/>
          <p:cNvPicPr>
            <a:picLocks noGrp="1" noChangeAspect="1" noChangeArrowheads="1"/>
          </p:cNvPicPr>
          <p:nvPr>
            <p:ph sz="half" idx="4294967295"/>
          </p:nvPr>
        </p:nvPicPr>
        <p:blipFill>
          <a:blip r:embed="rId3" cstate="print"/>
          <a:srcRect/>
          <a:stretch>
            <a:fillRect/>
          </a:stretch>
        </p:blipFill>
        <p:spPr>
          <a:xfrm>
            <a:off x="8015288" y="1916113"/>
            <a:ext cx="4176712" cy="3330575"/>
          </a:xfrm>
          <a:noFill/>
        </p:spPr>
      </p:pic>
      <p:sp>
        <p:nvSpPr>
          <p:cNvPr id="3" name="Title 2">
            <a:extLst>
              <a:ext uri="{FF2B5EF4-FFF2-40B4-BE49-F238E27FC236}">
                <a16:creationId xmlns:a16="http://schemas.microsoft.com/office/drawing/2014/main" id="{62B4D3A3-A08E-4986-A008-16E3ACF1ABFC}"/>
              </a:ext>
            </a:extLst>
          </p:cNvPr>
          <p:cNvSpPr>
            <a:spLocks noGrp="1"/>
          </p:cNvSpPr>
          <p:nvPr>
            <p:ph type="title"/>
          </p:nvPr>
        </p:nvSpPr>
        <p:spPr/>
        <p:txBody>
          <a:bodyPr/>
          <a:lstStyle/>
          <a:p>
            <a:r>
              <a:rPr lang="en-GB" dirty="0"/>
              <a:t>Robot characteristics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pirit_2">
            <a:extLst>
              <a:ext uri="{FF2B5EF4-FFF2-40B4-BE49-F238E27FC236}">
                <a16:creationId xmlns:a16="http://schemas.microsoft.com/office/drawing/2014/main" id="{6B73051D-B3DB-4AF3-A577-65F51BD81BE5}"/>
              </a:ext>
            </a:extLst>
          </p:cNvPr>
          <p:cNvPicPr>
            <a:picLocks noChangeAspect="1" noChangeArrowheads="1"/>
          </p:cNvPicPr>
          <p:nvPr/>
        </p:nvPicPr>
        <p:blipFill>
          <a:blip r:embed="rId2" cstate="print">
            <a:alphaModFix amt="20000"/>
          </a:blip>
          <a:stretch>
            <a:fillRect/>
          </a:stretch>
        </p:blipFill>
        <p:spPr>
          <a:xfrm>
            <a:off x="0" y="-232486"/>
            <a:ext cx="12192000" cy="8019745"/>
          </a:xfrm>
          <a:prstGeom prst="rect">
            <a:avLst/>
          </a:prstGeom>
          <a:noFill/>
        </p:spPr>
      </p:pic>
    </p:spTree>
    <p:extLst>
      <p:ext uri="{BB962C8B-B14F-4D97-AF65-F5344CB8AC3E}">
        <p14:creationId xmlns:p14="http://schemas.microsoft.com/office/powerpoint/2010/main" val="2813106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D54246-1D6A-4162-B029-695BDC468D59}"/>
              </a:ext>
            </a:extLst>
          </p:cNvPr>
          <p:cNvSpPr>
            <a:spLocks noGrp="1"/>
          </p:cNvSpPr>
          <p:nvPr>
            <p:ph type="title"/>
          </p:nvPr>
        </p:nvSpPr>
        <p:spPr/>
        <p:txBody>
          <a:bodyPr/>
          <a:lstStyle/>
          <a:p>
            <a:r>
              <a:rPr lang="en-GB" dirty="0"/>
              <a:t>Robot classification – mobile robots</a:t>
            </a:r>
          </a:p>
        </p:txBody>
      </p:sp>
      <p:pic>
        <p:nvPicPr>
          <p:cNvPr id="4" name="Picture 3">
            <a:extLst>
              <a:ext uri="{FF2B5EF4-FFF2-40B4-BE49-F238E27FC236}">
                <a16:creationId xmlns:a16="http://schemas.microsoft.com/office/drawing/2014/main" id="{C77777E3-3AFB-4BD0-AAB0-76C4864C1E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5479" y="2855394"/>
            <a:ext cx="3080921" cy="3950922"/>
          </a:xfrm>
          <a:prstGeom prst="rect">
            <a:avLst/>
          </a:prstGeom>
        </p:spPr>
      </p:pic>
      <p:sp>
        <p:nvSpPr>
          <p:cNvPr id="5" name="TextBox 4">
            <a:extLst>
              <a:ext uri="{FF2B5EF4-FFF2-40B4-BE49-F238E27FC236}">
                <a16:creationId xmlns:a16="http://schemas.microsoft.com/office/drawing/2014/main" id="{90F30BC9-9D45-4999-9550-327E66D8D704}"/>
              </a:ext>
            </a:extLst>
          </p:cNvPr>
          <p:cNvSpPr txBox="1"/>
          <p:nvPr/>
        </p:nvSpPr>
        <p:spPr>
          <a:xfrm>
            <a:off x="11196215" y="6544706"/>
            <a:ext cx="995785" cy="261610"/>
          </a:xfrm>
          <a:prstGeom prst="rect">
            <a:avLst/>
          </a:prstGeom>
          <a:noFill/>
        </p:spPr>
        <p:txBody>
          <a:bodyPr wrap="none" rtlCol="0">
            <a:spAutoFit/>
          </a:bodyPr>
          <a:lstStyle/>
          <a:p>
            <a:r>
              <a:rPr lang="en-GB" sz="1100" dirty="0"/>
              <a:t>CC0 Sony.com</a:t>
            </a:r>
          </a:p>
        </p:txBody>
      </p:sp>
      <p:pic>
        <p:nvPicPr>
          <p:cNvPr id="6" name="Picture 5" descr="A picture containing building, orange, street, toy&#10;&#10;Description automatically generated">
            <a:extLst>
              <a:ext uri="{FF2B5EF4-FFF2-40B4-BE49-F238E27FC236}">
                <a16:creationId xmlns:a16="http://schemas.microsoft.com/office/drawing/2014/main" id="{D6B50B8B-F063-494F-BF71-1626D8482022}"/>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903082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Mobile robots classification</a:t>
            </a:r>
            <a:endParaRPr lang="sv-SE" dirty="0"/>
          </a:p>
        </p:txBody>
      </p:sp>
      <p:pic>
        <p:nvPicPr>
          <p:cNvPr id="4" name="Picture 3" descr="spirit_2">
            <a:extLst>
              <a:ext uri="{FF2B5EF4-FFF2-40B4-BE49-F238E27FC236}">
                <a16:creationId xmlns:a16="http://schemas.microsoft.com/office/drawing/2014/main" id="{F13FC91A-86E0-49F4-A9BB-87D92415A3B9}"/>
              </a:ext>
            </a:extLst>
          </p:cNvPr>
          <p:cNvPicPr>
            <a:picLocks noChangeAspect="1" noChangeArrowheads="1"/>
          </p:cNvPicPr>
          <p:nvPr/>
        </p:nvPicPr>
        <p:blipFill>
          <a:blip r:embed="rId2" cstate="print">
            <a:alphaModFix amt="20000"/>
          </a:blip>
          <a:stretch>
            <a:fillRect/>
          </a:stretch>
        </p:blipFill>
        <p:spPr>
          <a:xfrm>
            <a:off x="0" y="-232486"/>
            <a:ext cx="12192000" cy="8019745"/>
          </a:xfrm>
          <a:prstGeom prst="rect">
            <a:avLst/>
          </a:prstGeom>
          <a:noFill/>
        </p:spPr>
      </p:pic>
      <p:sp>
        <p:nvSpPr>
          <p:cNvPr id="3" name="Content Placeholder 2"/>
          <p:cNvSpPr>
            <a:spLocks noGrp="1"/>
          </p:cNvSpPr>
          <p:nvPr>
            <p:ph type="body" sz="quarter" idx="10"/>
          </p:nvPr>
        </p:nvSpPr>
        <p:spPr/>
        <p:txBody>
          <a:bodyPr>
            <a:normAutofit/>
          </a:bodyPr>
          <a:lstStyle/>
          <a:p>
            <a:pPr marL="0" indent="0">
              <a:buNone/>
            </a:pPr>
            <a:r>
              <a:rPr lang="en-US" dirty="0"/>
              <a:t>The environment in which they travel: </a:t>
            </a:r>
          </a:p>
          <a:p>
            <a:pPr lvl="1"/>
            <a:r>
              <a:rPr lang="en-US" dirty="0"/>
              <a:t>Land or home robots. They are most commonly wheeled, but also include legged robots with two or more legs (humanoid, or resembling animals or insects).</a:t>
            </a:r>
          </a:p>
          <a:p>
            <a:pPr lvl="1"/>
            <a:r>
              <a:rPr lang="en-US" dirty="0"/>
              <a:t>Aerial robots are usually referred to as Unmanned Aerial Vehicles (UAVs)</a:t>
            </a:r>
          </a:p>
          <a:p>
            <a:pPr lvl="1"/>
            <a:r>
              <a:rPr lang="en-US" dirty="0"/>
              <a:t>Underwater robots are usually called autonomous underwater vehicles (AUVs)</a:t>
            </a:r>
          </a:p>
          <a:p>
            <a:pPr marL="0" indent="0">
              <a:buNone/>
            </a:pPr>
            <a:r>
              <a:rPr lang="en-US" dirty="0"/>
              <a:t>The device they use to move, mainly: </a:t>
            </a:r>
          </a:p>
          <a:p>
            <a:pPr lvl="1"/>
            <a:r>
              <a:rPr lang="en-US" dirty="0"/>
              <a:t>Legged robot : human-like legs (i.e. an android) or animal-like legs.</a:t>
            </a:r>
          </a:p>
          <a:p>
            <a:pPr lvl="1"/>
            <a:r>
              <a:rPr lang="en-US" dirty="0"/>
              <a:t>Wheeled robot.</a:t>
            </a:r>
          </a:p>
          <a:p>
            <a:pPr lvl="1"/>
            <a:r>
              <a:rPr lang="en-US" dirty="0"/>
              <a:t>Tracks.</a:t>
            </a:r>
            <a:endParaRPr lang="sv-SE" dirty="0"/>
          </a:p>
        </p:txBody>
      </p:sp>
    </p:spTree>
    <p:extLst>
      <p:ext uri="{BB962C8B-B14F-4D97-AF65-F5344CB8AC3E}">
        <p14:creationId xmlns:p14="http://schemas.microsoft.com/office/powerpoint/2010/main" val="3001576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50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grpId="0" nodeType="afterEffect">
                                  <p:stCondLst>
                                    <p:cond delay="500"/>
                                  </p:stCondLst>
                                  <p:childTnLst>
                                    <p:set>
                                      <p:cBhvr>
                                        <p:cTn id="25" dur="1" fill="hold">
                                          <p:stCondLst>
                                            <p:cond delay="0"/>
                                          </p:stCondLst>
                                        </p:cTn>
                                        <p:tgtEl>
                                          <p:spTgt spid="3">
                                            <p:txEl>
                                              <p:pRg st="6" end="6"/>
                                            </p:txEl>
                                          </p:spTgt>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grpId="0" nodeType="afterEffect">
                                  <p:stCondLst>
                                    <p:cond delay="50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F372C62-5C74-4553-A08E-7EF5D0C3FF13}"/>
              </a:ext>
            </a:extLst>
          </p:cNvPr>
          <p:cNvSpPr>
            <a:spLocks noGrp="1"/>
          </p:cNvSpPr>
          <p:nvPr>
            <p:ph type="title"/>
          </p:nvPr>
        </p:nvSpPr>
        <p:spPr>
          <a:xfrm>
            <a:off x="609600" y="274638"/>
            <a:ext cx="10972800" cy="1143000"/>
          </a:xfrm>
        </p:spPr>
        <p:txBody>
          <a:bodyPr>
            <a:normAutofit/>
          </a:bodyPr>
          <a:lstStyle/>
          <a:p>
            <a:r>
              <a:rPr lang="en-US" kern="1200">
                <a:latin typeface="+mj-lt"/>
                <a:ea typeface="+mj-ea"/>
                <a:cs typeface="+mj-cs"/>
              </a:rPr>
              <a:t>From flying insects to large objects</a:t>
            </a:r>
          </a:p>
        </p:txBody>
      </p:sp>
      <p:pic>
        <p:nvPicPr>
          <p:cNvPr id="7" name="Picture 6" descr="A plane flying in the air&#10;&#10;Description automatically generated">
            <a:extLst>
              <a:ext uri="{FF2B5EF4-FFF2-40B4-BE49-F238E27FC236}">
                <a16:creationId xmlns:a16="http://schemas.microsoft.com/office/drawing/2014/main" id="{6D18F602-C368-45C9-A05B-E5ED756729E3}"/>
              </a:ext>
            </a:extLst>
          </p:cNvPr>
          <p:cNvPicPr>
            <a:picLocks noChangeAspect="1"/>
          </p:cNvPicPr>
          <p:nvPr/>
        </p:nvPicPr>
        <p:blipFill rotWithShape="1">
          <a:blip r:embed="rId2">
            <a:extLst>
              <a:ext uri="{28A0092B-C50C-407E-A947-70E740481C1C}">
                <a14:useLocalDpi xmlns:a14="http://schemas.microsoft.com/office/drawing/2010/main" val="0"/>
              </a:ext>
            </a:extLst>
          </a:blip>
          <a:srcRect l="8574" r="9630"/>
          <a:stretch/>
        </p:blipFill>
        <p:spPr>
          <a:xfrm>
            <a:off x="609600" y="1600201"/>
            <a:ext cx="5384800" cy="4525963"/>
          </a:xfrm>
          <a:prstGeom prst="rect">
            <a:avLst/>
          </a:prstGeom>
          <a:noFill/>
        </p:spPr>
      </p:pic>
      <p:sp>
        <p:nvSpPr>
          <p:cNvPr id="10" name="TextBox 9"/>
          <p:cNvSpPr txBox="1"/>
          <p:nvPr/>
        </p:nvSpPr>
        <p:spPr>
          <a:xfrm>
            <a:off x="6197600" y="1600200"/>
            <a:ext cx="5384800" cy="2185988"/>
          </a:xfrm>
          <a:prstGeom prst="rect">
            <a:avLst/>
          </a:prstGeom>
        </p:spPr>
        <p:txBody>
          <a:bodyPr rtlCol="0">
            <a:normAutofit/>
          </a:bodyPr>
          <a:lstStyle/>
          <a:p>
            <a:pPr marL="285750" indent="-285750">
              <a:lnSpc>
                <a:spcPct val="90000"/>
              </a:lnSpc>
              <a:spcAft>
                <a:spcPts val="600"/>
              </a:spcAft>
              <a:buFont typeface="Arial" panose="020B0604020202020204" pitchFamily="34" charset="0"/>
              <a:buChar char="•"/>
            </a:pPr>
            <a:r>
              <a:rPr lang="en-US" sz="2800" dirty="0"/>
              <a:t>Interesting area which are increasing more and more!</a:t>
            </a:r>
          </a:p>
          <a:p>
            <a:pPr marL="285750" indent="-285750">
              <a:lnSpc>
                <a:spcPct val="90000"/>
              </a:lnSpc>
              <a:spcAft>
                <a:spcPts val="600"/>
              </a:spcAft>
              <a:buFont typeface="Arial" panose="020B0604020202020204" pitchFamily="34" charset="0"/>
              <a:buChar char="•"/>
            </a:pPr>
            <a:r>
              <a:rPr lang="en-US" sz="2800" dirty="0"/>
              <a:t>Wide range of applications</a:t>
            </a:r>
          </a:p>
          <a:p>
            <a:pPr>
              <a:lnSpc>
                <a:spcPct val="90000"/>
              </a:lnSpc>
              <a:spcAft>
                <a:spcPts val="600"/>
              </a:spcAft>
              <a:buFont typeface="Arial" panose="020B0604020202020204" pitchFamily="34" charset="0"/>
            </a:pPr>
            <a:endParaRPr lang="en-US" sz="2800" dirty="0"/>
          </a:p>
        </p:txBody>
      </p:sp>
      <p:pic>
        <p:nvPicPr>
          <p:cNvPr id="9" name="Picture 8">
            <a:hlinkClick r:id="rId3"/>
          </p:cNvPr>
          <p:cNvPicPr>
            <a:picLocks noChangeAspect="1"/>
          </p:cNvPicPr>
          <p:nvPr/>
        </p:nvPicPr>
        <p:blipFill rotWithShape="1">
          <a:blip r:embed="rId4" cstate="print">
            <a:extLst>
              <a:ext uri="{28A0092B-C50C-407E-A947-70E740481C1C}">
                <a14:useLocalDpi xmlns:a14="http://schemas.microsoft.com/office/drawing/2010/main" val="0"/>
              </a:ext>
            </a:extLst>
          </a:blip>
          <a:srcRect t="29476" b="9663"/>
          <a:stretch/>
        </p:blipFill>
        <p:spPr>
          <a:xfrm>
            <a:off x="6197600" y="3938589"/>
            <a:ext cx="5384800" cy="2187575"/>
          </a:xfrm>
          <a:prstGeom prst="rect">
            <a:avLst/>
          </a:prstGeom>
          <a:noFill/>
        </p:spPr>
      </p:pic>
    </p:spTree>
    <p:extLst>
      <p:ext uri="{BB962C8B-B14F-4D97-AF65-F5344CB8AC3E}">
        <p14:creationId xmlns:p14="http://schemas.microsoft.com/office/powerpoint/2010/main" val="317256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500"/>
                                  </p:stCondLst>
                                  <p:childTnLst>
                                    <p:set>
                                      <p:cBhvr>
                                        <p:cTn id="9"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lane flying in the air&#10;&#10;Description automatically generated">
            <a:extLst>
              <a:ext uri="{FF2B5EF4-FFF2-40B4-BE49-F238E27FC236}">
                <a16:creationId xmlns:a16="http://schemas.microsoft.com/office/drawing/2014/main" id="{64AC8AA6-3E68-4B64-A626-9D3150504005}"/>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533400"/>
            <a:ext cx="12192000" cy="8388096"/>
          </a:xfrm>
          <a:prstGeom prst="rect">
            <a:avLst/>
          </a:prstGeom>
        </p:spPr>
      </p:pic>
      <p:sp>
        <p:nvSpPr>
          <p:cNvPr id="2" name="Title 1"/>
          <p:cNvSpPr>
            <a:spLocks noGrp="1"/>
          </p:cNvSpPr>
          <p:nvPr>
            <p:ph type="title"/>
          </p:nvPr>
        </p:nvSpPr>
        <p:spPr>
          <a:xfrm>
            <a:off x="838200" y="365125"/>
            <a:ext cx="6763380" cy="1158875"/>
          </a:xfrm>
        </p:spPr>
        <p:txBody>
          <a:bodyPr/>
          <a:lstStyle/>
          <a:p>
            <a:r>
              <a:rPr lang="en-GB" dirty="0"/>
              <a:t>Flying (semi) autonomous vehicles (UAV) or Drone    </a:t>
            </a:r>
          </a:p>
        </p:txBody>
      </p:sp>
      <p:sp>
        <p:nvSpPr>
          <p:cNvPr id="5" name="Content Placeholder 4"/>
          <p:cNvSpPr>
            <a:spLocks noGrp="1"/>
          </p:cNvSpPr>
          <p:nvPr>
            <p:ph type="body" sz="quarter" idx="10"/>
          </p:nvPr>
        </p:nvSpPr>
        <p:spPr/>
        <p:txBody>
          <a:bodyPr>
            <a:normAutofit fontScale="92500" lnSpcReduction="10000"/>
          </a:bodyPr>
          <a:lstStyle/>
          <a:p>
            <a:r>
              <a:rPr lang="en-GB" sz="2200" dirty="0"/>
              <a:t>UAVs provide public benefits for a variety of </a:t>
            </a:r>
            <a:br>
              <a:rPr lang="en-GB" sz="2200" dirty="0"/>
            </a:br>
            <a:r>
              <a:rPr lang="en-GB" sz="2200" dirty="0"/>
              <a:t>applications</a:t>
            </a:r>
          </a:p>
          <a:p>
            <a:pPr lvl="1"/>
            <a:r>
              <a:rPr lang="en-GB" sz="1900" dirty="0"/>
              <a:t>Film production </a:t>
            </a:r>
          </a:p>
          <a:p>
            <a:pPr lvl="1"/>
            <a:r>
              <a:rPr lang="en-GB" sz="1900" dirty="0"/>
              <a:t>Disaster Response, forest fire</a:t>
            </a:r>
          </a:p>
          <a:p>
            <a:pPr lvl="1"/>
            <a:r>
              <a:rPr lang="en-GB" sz="1900" dirty="0"/>
              <a:t>Homeland Security/Law Enforcement</a:t>
            </a:r>
          </a:p>
          <a:p>
            <a:pPr lvl="1"/>
            <a:r>
              <a:rPr lang="en-GB" sz="1900" dirty="0"/>
              <a:t>Traffic monitoring</a:t>
            </a:r>
          </a:p>
          <a:p>
            <a:pPr lvl="1"/>
            <a:r>
              <a:rPr lang="en-GB" sz="1900" dirty="0"/>
              <a:t>Communication Relay</a:t>
            </a:r>
          </a:p>
          <a:p>
            <a:pPr lvl="1"/>
            <a:r>
              <a:rPr lang="en-GB" sz="1900" dirty="0"/>
              <a:t>Inspection of coffee plantations, winery forests, and fields</a:t>
            </a:r>
          </a:p>
          <a:p>
            <a:pPr lvl="1"/>
            <a:r>
              <a:rPr lang="en-GB" sz="1900" dirty="0"/>
              <a:t>Coast Guard</a:t>
            </a:r>
          </a:p>
          <a:p>
            <a:r>
              <a:rPr lang="en-GB" sz="2200" dirty="0"/>
              <a:t>Military operations raised awareness</a:t>
            </a:r>
          </a:p>
          <a:p>
            <a:pPr lvl="1"/>
            <a:r>
              <a:rPr lang="en-GB" sz="1900" dirty="0"/>
              <a:t>Utilized successfully in recent conflicts, Kosovo, Afghanistan, </a:t>
            </a:r>
            <a:br>
              <a:rPr lang="en-GB" sz="1900" dirty="0"/>
            </a:br>
            <a:r>
              <a:rPr lang="en-GB" sz="1900" dirty="0"/>
              <a:t>Ukraine</a:t>
            </a:r>
          </a:p>
          <a:p>
            <a:pPr lvl="1"/>
            <a:endParaRPr lang="en-GB" sz="1900" dirty="0"/>
          </a:p>
          <a:p>
            <a:r>
              <a:rPr lang="en-GB" sz="2200" dirty="0"/>
              <a:t>Current federal air regulations did not anticipate operations of controlled unmanned aircrafts in civil airspace</a:t>
            </a:r>
          </a:p>
          <a:p>
            <a:endParaRPr lang="en-GB" sz="2000"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965" y="1998139"/>
            <a:ext cx="2872547" cy="154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7655" y="3776525"/>
            <a:ext cx="2735857" cy="1440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378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5">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5">
                                            <p:txEl>
                                              <p:pRg st="3" end="3"/>
                                            </p:txEl>
                                          </p:spTgt>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5">
                                            <p:txEl>
                                              <p:pRg st="5" end="5"/>
                                            </p:txEl>
                                          </p:spTgt>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childTnLst>
                                    <p:set>
                                      <p:cBhvr>
                                        <p:cTn id="27"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lassification of UAV based on wings and rotors. | Download Scientific  Diagram">
            <a:extLst>
              <a:ext uri="{FF2B5EF4-FFF2-40B4-BE49-F238E27FC236}">
                <a16:creationId xmlns:a16="http://schemas.microsoft.com/office/drawing/2014/main" id="{1ADA7909-BF64-7B12-F8CC-6237AF07D31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2270" y="68263"/>
            <a:ext cx="11927460" cy="6721475"/>
          </a:xfrm>
          <a:prstGeom prst="rect">
            <a:avLst/>
          </a:prstGeom>
          <a:solidFill>
            <a:srgbClr val="FFFFFF"/>
          </a:solidFill>
        </p:spPr>
      </p:pic>
    </p:spTree>
    <p:extLst>
      <p:ext uri="{BB962C8B-B14F-4D97-AF65-F5344CB8AC3E}">
        <p14:creationId xmlns:p14="http://schemas.microsoft.com/office/powerpoint/2010/main" val="212336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ADC58-1706-1B7D-720A-BE90E7A82E0F}"/>
              </a:ext>
            </a:extLst>
          </p:cNvPr>
          <p:cNvSpPr>
            <a:spLocks noGrp="1"/>
          </p:cNvSpPr>
          <p:nvPr>
            <p:ph type="title"/>
          </p:nvPr>
        </p:nvSpPr>
        <p:spPr/>
        <p:txBody>
          <a:bodyPr/>
          <a:lstStyle/>
          <a:p>
            <a:r>
              <a:rPr lang="sv-SE" dirty="0" err="1"/>
              <a:t>UAVs</a:t>
            </a:r>
            <a:r>
              <a:rPr lang="sv-SE" dirty="0"/>
              <a:t> </a:t>
            </a:r>
            <a:r>
              <a:rPr lang="sv-SE" dirty="0" err="1"/>
              <a:t>military</a:t>
            </a:r>
            <a:r>
              <a:rPr lang="sv-SE" dirty="0"/>
              <a:t> </a:t>
            </a:r>
            <a:r>
              <a:rPr lang="sv-SE" dirty="0" err="1"/>
              <a:t>applications</a:t>
            </a:r>
            <a:endParaRPr lang="sv-SE" dirty="0"/>
          </a:p>
        </p:txBody>
      </p:sp>
      <p:pic>
        <p:nvPicPr>
          <p:cNvPr id="4" name="Picture 3">
            <a:extLst>
              <a:ext uri="{FF2B5EF4-FFF2-40B4-BE49-F238E27FC236}">
                <a16:creationId xmlns:a16="http://schemas.microsoft.com/office/drawing/2014/main" id="{2AA69415-2A0D-84D9-7AC8-D0B06E3DBB42}"/>
              </a:ext>
            </a:extLst>
          </p:cNvPr>
          <p:cNvPicPr>
            <a:picLocks noChangeAspect="1"/>
          </p:cNvPicPr>
          <p:nvPr/>
        </p:nvPicPr>
        <p:blipFill>
          <a:blip r:embed="rId2"/>
          <a:stretch>
            <a:fillRect/>
          </a:stretch>
        </p:blipFill>
        <p:spPr>
          <a:xfrm>
            <a:off x="399548" y="1700212"/>
            <a:ext cx="6191250" cy="3457575"/>
          </a:xfrm>
          <a:prstGeom prst="rect">
            <a:avLst/>
          </a:prstGeom>
        </p:spPr>
      </p:pic>
      <p:pic>
        <p:nvPicPr>
          <p:cNvPr id="5" name="Picture 4">
            <a:extLst>
              <a:ext uri="{FF2B5EF4-FFF2-40B4-BE49-F238E27FC236}">
                <a16:creationId xmlns:a16="http://schemas.microsoft.com/office/drawing/2014/main" id="{EF9E8352-BF34-8468-AD87-C8A45822843A}"/>
              </a:ext>
            </a:extLst>
          </p:cNvPr>
          <p:cNvPicPr>
            <a:picLocks noChangeAspect="1"/>
          </p:cNvPicPr>
          <p:nvPr/>
        </p:nvPicPr>
        <p:blipFill>
          <a:blip r:embed="rId3"/>
          <a:stretch>
            <a:fillRect/>
          </a:stretch>
        </p:blipFill>
        <p:spPr>
          <a:xfrm>
            <a:off x="6511034" y="2718307"/>
            <a:ext cx="5471773" cy="3813142"/>
          </a:xfrm>
          <a:prstGeom prst="rect">
            <a:avLst/>
          </a:prstGeom>
        </p:spPr>
      </p:pic>
    </p:spTree>
    <p:extLst>
      <p:ext uri="{BB962C8B-B14F-4D97-AF65-F5344CB8AC3E}">
        <p14:creationId xmlns:p14="http://schemas.microsoft.com/office/powerpoint/2010/main" val="3939299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lane flying in the air&#10;&#10;Description automatically generated">
            <a:extLst>
              <a:ext uri="{FF2B5EF4-FFF2-40B4-BE49-F238E27FC236}">
                <a16:creationId xmlns:a16="http://schemas.microsoft.com/office/drawing/2014/main" id="{233EB1CC-CDC9-43A1-B4FE-D2EA62034930}"/>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533400"/>
            <a:ext cx="12192000" cy="838809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486" y="1893888"/>
            <a:ext cx="4005064" cy="4005064"/>
          </a:xfrm>
          <a:prstGeom prst="rect">
            <a:avLst/>
          </a:prstGeom>
          <a:ln>
            <a:noFill/>
          </a:ln>
          <a:effectLst>
            <a:softEdge rad="112500"/>
          </a:effectLst>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l="28574" t="31572" r="-10311" b="-31572"/>
          <a:stretch/>
        </p:blipFill>
        <p:spPr>
          <a:xfrm>
            <a:off x="811675" y="3017763"/>
            <a:ext cx="3913584" cy="3179547"/>
          </a:xfrm>
          <a:prstGeom prst="rect">
            <a:avLst/>
          </a:prstGeom>
          <a:ln>
            <a:noFill/>
          </a:ln>
          <a:effectLst>
            <a:softEdge rad="112500"/>
          </a:effectLst>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25259" y="4124325"/>
            <a:ext cx="2492896" cy="2492896"/>
          </a:xfrm>
          <a:prstGeom prst="rect">
            <a:avLst/>
          </a:prstGeom>
          <a:ln>
            <a:noFill/>
          </a:ln>
          <a:effectLst>
            <a:softEdge rad="112500"/>
          </a:effectLst>
        </p:spPr>
      </p:pic>
      <p:sp>
        <p:nvSpPr>
          <p:cNvPr id="9" name="Title 8">
            <a:extLst>
              <a:ext uri="{FF2B5EF4-FFF2-40B4-BE49-F238E27FC236}">
                <a16:creationId xmlns:a16="http://schemas.microsoft.com/office/drawing/2014/main" id="{5D4DC289-2E1F-4D88-8CB8-448687C7FA90}"/>
              </a:ext>
            </a:extLst>
          </p:cNvPr>
          <p:cNvSpPr>
            <a:spLocks noGrp="1"/>
          </p:cNvSpPr>
          <p:nvPr>
            <p:ph type="title"/>
          </p:nvPr>
        </p:nvSpPr>
        <p:spPr>
          <a:xfrm>
            <a:off x="838200" y="365125"/>
            <a:ext cx="6951562" cy="1158875"/>
          </a:xfrm>
        </p:spPr>
        <p:txBody>
          <a:bodyPr/>
          <a:lstStyle/>
          <a:p>
            <a:r>
              <a:rPr lang="en-US" dirty="0"/>
              <a:t>Example on ongoing research/development @ Innovatum</a:t>
            </a:r>
            <a:endParaRPr lang="en-GB" dirty="0"/>
          </a:p>
        </p:txBody>
      </p:sp>
    </p:spTree>
    <p:extLst>
      <p:ext uri="{BB962C8B-B14F-4D97-AF65-F5344CB8AC3E}">
        <p14:creationId xmlns:p14="http://schemas.microsoft.com/office/powerpoint/2010/main" val="2348776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F8A4CD6-8166-4716-A793-B506E558675A}"/>
              </a:ext>
            </a:extLst>
          </p:cNvPr>
          <p:cNvSpPr>
            <a:spLocks noGrp="1"/>
          </p:cNvSpPr>
          <p:nvPr>
            <p:ph type="title"/>
          </p:nvPr>
        </p:nvSpPr>
        <p:spPr/>
        <p:txBody>
          <a:bodyPr/>
          <a:lstStyle/>
          <a:p>
            <a:r>
              <a:rPr lang="en-GB" dirty="0"/>
              <a:t>Underwater Rovers</a:t>
            </a:r>
          </a:p>
        </p:txBody>
      </p:sp>
      <p:sp>
        <p:nvSpPr>
          <p:cNvPr id="9" name="Text Placeholder 8">
            <a:extLst>
              <a:ext uri="{FF2B5EF4-FFF2-40B4-BE49-F238E27FC236}">
                <a16:creationId xmlns:a16="http://schemas.microsoft.com/office/drawing/2014/main" id="{A5817691-E44A-4978-B828-15C9FE75A457}"/>
              </a:ext>
            </a:extLst>
          </p:cNvPr>
          <p:cNvSpPr>
            <a:spLocks noGrp="1"/>
          </p:cNvSpPr>
          <p:nvPr>
            <p:ph type="body" sz="quarter" idx="10"/>
          </p:nvPr>
        </p:nvSpPr>
        <p:spPr/>
        <p:txBody>
          <a:bodyPr/>
          <a:lstStyle/>
          <a:p>
            <a:endParaRPr lang="en-GB"/>
          </a:p>
        </p:txBody>
      </p:sp>
      <p:pic>
        <p:nvPicPr>
          <p:cNvPr id="10249" name="Picture 9" descr="http://oceanexplorer.noaa.gov/explorations/08auvfest/background/hires/auv_concept_hir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3744" y="1524000"/>
            <a:ext cx="5618994" cy="421424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741203" y="2407384"/>
            <a:ext cx="369332" cy="1503425"/>
          </a:xfrm>
          <a:prstGeom prst="rect">
            <a:avLst/>
          </a:prstGeom>
          <a:noFill/>
        </p:spPr>
        <p:txBody>
          <a:bodyPr vert="vert270" wrap="none" rtlCol="0">
            <a:spAutoFit/>
          </a:bodyPr>
          <a:lstStyle/>
          <a:p>
            <a:r>
              <a:rPr lang="en-GB" sz="1200" dirty="0"/>
              <a:t>http://www.noaa.gov/</a:t>
            </a:r>
          </a:p>
        </p:txBody>
      </p:sp>
      <p:sp>
        <p:nvSpPr>
          <p:cNvPr id="2" name="TextBox 1"/>
          <p:cNvSpPr txBox="1"/>
          <p:nvPr/>
        </p:nvSpPr>
        <p:spPr>
          <a:xfrm>
            <a:off x="1808500" y="5684489"/>
            <a:ext cx="8048998" cy="461665"/>
          </a:xfrm>
          <a:prstGeom prst="rect">
            <a:avLst/>
          </a:prstGeom>
          <a:noFill/>
        </p:spPr>
        <p:txBody>
          <a:bodyPr wrap="none" rtlCol="0">
            <a:spAutoFit/>
          </a:bodyPr>
          <a:lstStyle/>
          <a:p>
            <a:r>
              <a:rPr lang="sv-SE" sz="2400" dirty="0"/>
              <a:t>https://www.ted.com/talks/david_lang_my_underwater_robot</a:t>
            </a:r>
          </a:p>
        </p:txBody>
      </p:sp>
      <p:pic>
        <p:nvPicPr>
          <p:cNvPr id="4" name="Picture 3" descr="A turtle swimming under water&#10;&#10;Description automatically generated">
            <a:extLst>
              <a:ext uri="{FF2B5EF4-FFF2-40B4-BE49-F238E27FC236}">
                <a16:creationId xmlns:a16="http://schemas.microsoft.com/office/drawing/2014/main" id="{EB266EA0-B4CC-44CF-AFBC-C6E8251242E9}"/>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6705601" y="0"/>
            <a:ext cx="18897601" cy="7736206"/>
          </a:xfrm>
          <a:prstGeom prst="rect">
            <a:avLst/>
          </a:prstGeom>
        </p:spPr>
      </p:pic>
    </p:spTree>
    <p:extLst>
      <p:ext uri="{BB962C8B-B14F-4D97-AF65-F5344CB8AC3E}">
        <p14:creationId xmlns:p14="http://schemas.microsoft.com/office/powerpoint/2010/main" val="2676180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pirit_2">
            <a:extLst>
              <a:ext uri="{FF2B5EF4-FFF2-40B4-BE49-F238E27FC236}">
                <a16:creationId xmlns:a16="http://schemas.microsoft.com/office/drawing/2014/main" id="{345B72BA-D700-48B2-B6F7-B03049DEB1C3}"/>
              </a:ext>
            </a:extLst>
          </p:cNvPr>
          <p:cNvPicPr>
            <a:picLocks noChangeAspect="1" noChangeArrowheads="1"/>
          </p:cNvPicPr>
          <p:nvPr/>
        </p:nvPicPr>
        <p:blipFill>
          <a:blip r:embed="rId3" cstate="print">
            <a:alphaModFix amt="20000"/>
          </a:blip>
          <a:stretch>
            <a:fillRect/>
          </a:stretch>
        </p:blipFill>
        <p:spPr>
          <a:xfrm>
            <a:off x="0" y="-232486"/>
            <a:ext cx="12192000" cy="8019745"/>
          </a:xfrm>
          <a:prstGeom prst="rect">
            <a:avLst/>
          </a:prstGeom>
          <a:noFill/>
        </p:spPr>
      </p:pic>
      <p:sp>
        <p:nvSpPr>
          <p:cNvPr id="13315" name="Rectangle 2"/>
          <p:cNvSpPr>
            <a:spLocks noGrp="1" noChangeArrowheads="1"/>
          </p:cNvSpPr>
          <p:nvPr>
            <p:ph type="title"/>
          </p:nvPr>
        </p:nvSpPr>
        <p:spPr>
          <a:xfrm>
            <a:off x="838200" y="365125"/>
            <a:ext cx="5313947" cy="1158875"/>
          </a:xfrm>
        </p:spPr>
        <p:txBody>
          <a:bodyPr/>
          <a:lstStyle/>
          <a:p>
            <a:pPr eaLnBrk="1" hangingPunct="1"/>
            <a:r>
              <a:rPr lang="en-GB"/>
              <a:t>Movability for a robot</a:t>
            </a:r>
          </a:p>
        </p:txBody>
      </p:sp>
      <p:sp>
        <p:nvSpPr>
          <p:cNvPr id="13316" name="Rectangle 3"/>
          <p:cNvSpPr>
            <a:spLocks noGrp="1" noChangeArrowheads="1"/>
          </p:cNvSpPr>
          <p:nvPr>
            <p:ph type="body" sz="quarter" idx="10"/>
          </p:nvPr>
        </p:nvSpPr>
        <p:spPr>
          <a:xfrm>
            <a:off x="838200" y="1893888"/>
            <a:ext cx="10801350" cy="4460875"/>
          </a:xfrm>
        </p:spPr>
        <p:txBody>
          <a:bodyPr>
            <a:normAutofit/>
          </a:bodyPr>
          <a:lstStyle/>
          <a:p>
            <a:pPr eaLnBrk="1" hangingPunct="1"/>
            <a:r>
              <a:rPr lang="en-GB" dirty="0"/>
              <a:t>Industrial solution</a:t>
            </a:r>
          </a:p>
          <a:p>
            <a:pPr lvl="1" eaLnBrk="1" hangingPunct="1"/>
            <a:r>
              <a:rPr lang="en-GB" dirty="0"/>
              <a:t>robots are fixed in position</a:t>
            </a:r>
          </a:p>
          <a:p>
            <a:pPr lvl="1" eaLnBrk="1" hangingPunct="1"/>
            <a:r>
              <a:rPr lang="en-GB" dirty="0"/>
              <a:t>One robot can manage several machines (FMS)</a:t>
            </a:r>
          </a:p>
          <a:p>
            <a:pPr lvl="1" eaLnBrk="1" hangingPunct="1"/>
            <a:r>
              <a:rPr lang="en-GB" dirty="0"/>
              <a:t>Materials handling by conveyers or AGVs</a:t>
            </a:r>
          </a:p>
          <a:p>
            <a:pPr lvl="1" eaLnBrk="1" hangingPunct="1"/>
            <a:endParaRPr lang="en-GB" dirty="0"/>
          </a:p>
          <a:p>
            <a:pPr eaLnBrk="1" hangingPunct="1"/>
            <a:r>
              <a:rPr lang="en-GB" dirty="0"/>
              <a:t>Outside industry </a:t>
            </a:r>
          </a:p>
          <a:p>
            <a:pPr lvl="1" eaLnBrk="1" hangingPunct="1"/>
            <a:r>
              <a:rPr lang="en-GB" dirty="0"/>
              <a:t>Wheeled vehicles</a:t>
            </a:r>
          </a:p>
          <a:p>
            <a:pPr lvl="1" eaLnBrk="1" hangingPunct="1"/>
            <a:r>
              <a:rPr lang="en-GB" dirty="0"/>
              <a:t>Legged vehicles  </a:t>
            </a:r>
          </a:p>
        </p:txBody>
      </p:sp>
      <p:pic>
        <p:nvPicPr>
          <p:cNvPr id="13317" name="Picture 4" descr="sony_ers-7"/>
          <p:cNvPicPr>
            <a:picLocks noGrp="1" noChangeAspect="1" noChangeArrowheads="1"/>
          </p:cNvPicPr>
          <p:nvPr>
            <p:ph sz="half" idx="4294967295"/>
          </p:nvPr>
        </p:nvPicPr>
        <p:blipFill>
          <a:blip r:embed="rId4" cstate="print"/>
          <a:srcRect/>
          <a:stretch>
            <a:fillRect/>
          </a:stretch>
        </p:blipFill>
        <p:spPr>
          <a:xfrm>
            <a:off x="10185400" y="4292600"/>
            <a:ext cx="2006600" cy="2117725"/>
          </a:xfr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13316">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13316">
                                            <p:txEl>
                                              <p:pRg st="2" end="2"/>
                                            </p:txEl>
                                          </p:spTgt>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500"/>
                                  </p:stCondLst>
                                  <p:childTnLst>
                                    <p:set>
                                      <p:cBhvr>
                                        <p:cTn id="15" dur="1" fill="hold">
                                          <p:stCondLst>
                                            <p:cond delay="0"/>
                                          </p:stCondLst>
                                        </p:cTn>
                                        <p:tgtEl>
                                          <p:spTgt spid="13316">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316">
                                            <p:txEl>
                                              <p:pRg st="5" end="5"/>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500"/>
                                  </p:stCondLst>
                                  <p:childTnLst>
                                    <p:set>
                                      <p:cBhvr>
                                        <p:cTn id="22" dur="1" fill="hold">
                                          <p:stCondLst>
                                            <p:cond delay="0"/>
                                          </p:stCondLst>
                                        </p:cTn>
                                        <p:tgtEl>
                                          <p:spTgt spid="13316">
                                            <p:txEl>
                                              <p:pRg st="6" end="6"/>
                                            </p:txEl>
                                          </p:spTgt>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nodeType="afterEffect">
                                  <p:stCondLst>
                                    <p:cond delay="500"/>
                                  </p:stCondLst>
                                  <p:childTnLst>
                                    <p:set>
                                      <p:cBhvr>
                                        <p:cTn id="25" dur="1" fill="hold">
                                          <p:stCondLst>
                                            <p:cond delay="0"/>
                                          </p:stCondLst>
                                        </p:cTn>
                                        <p:tgtEl>
                                          <p:spTgt spid="133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spirit_2">
            <a:extLst>
              <a:ext uri="{FF2B5EF4-FFF2-40B4-BE49-F238E27FC236}">
                <a16:creationId xmlns:a16="http://schemas.microsoft.com/office/drawing/2014/main" id="{EF258C53-14D2-4E7A-AE9B-C183C7551C38}"/>
              </a:ext>
            </a:extLst>
          </p:cNvPr>
          <p:cNvPicPr>
            <a:picLocks noChangeAspect="1" noChangeArrowheads="1"/>
          </p:cNvPicPr>
          <p:nvPr/>
        </p:nvPicPr>
        <p:blipFill>
          <a:blip r:embed="rId3" cstate="print">
            <a:alphaModFix amt="20000"/>
          </a:blip>
          <a:stretch>
            <a:fillRect/>
          </a:stretch>
        </p:blipFill>
        <p:spPr>
          <a:xfrm>
            <a:off x="0" y="-232486"/>
            <a:ext cx="12192000" cy="8019745"/>
          </a:xfrm>
          <a:prstGeom prst="rect">
            <a:avLst/>
          </a:prstGeom>
          <a:noFill/>
        </p:spPr>
      </p:pic>
      <p:sp>
        <p:nvSpPr>
          <p:cNvPr id="14340" name="Rectangle 3"/>
          <p:cNvSpPr>
            <a:spLocks noGrp="1" noChangeArrowheads="1"/>
          </p:cNvSpPr>
          <p:nvPr>
            <p:ph idx="4294967295"/>
          </p:nvPr>
        </p:nvSpPr>
        <p:spPr>
          <a:xfrm>
            <a:off x="5763127" y="3230142"/>
            <a:ext cx="6147222" cy="3367428"/>
          </a:xfrm>
          <a:prstGeom prst="rect">
            <a:avLst/>
          </a:prstGeom>
        </p:spPr>
        <p:txBody>
          <a:bodyPr>
            <a:normAutofit/>
          </a:bodyPr>
          <a:lstStyle/>
          <a:p>
            <a:pPr eaLnBrk="1" hangingPunct="1"/>
            <a:r>
              <a:rPr lang="en-GB" dirty="0"/>
              <a:t>Why wheels</a:t>
            </a:r>
          </a:p>
          <a:p>
            <a:pPr lvl="1" eaLnBrk="1" hangingPunct="1"/>
            <a:r>
              <a:rPr lang="en-GB" dirty="0"/>
              <a:t>Advantages</a:t>
            </a:r>
          </a:p>
          <a:p>
            <a:pPr lvl="2" eaLnBrk="1" hangingPunct="1"/>
            <a:r>
              <a:rPr lang="en-GB" dirty="0"/>
              <a:t>Simple to control</a:t>
            </a:r>
          </a:p>
          <a:p>
            <a:pPr lvl="2" eaLnBrk="1" hangingPunct="1"/>
            <a:r>
              <a:rPr lang="en-GB" dirty="0"/>
              <a:t>Faster than legs</a:t>
            </a:r>
          </a:p>
          <a:p>
            <a:pPr lvl="2" eaLnBrk="1" hangingPunct="1"/>
            <a:r>
              <a:rPr lang="en-GB" dirty="0"/>
              <a:t>Less energy per unit</a:t>
            </a:r>
          </a:p>
          <a:p>
            <a:pPr lvl="2" eaLnBrk="1" hangingPunct="1"/>
            <a:r>
              <a:rPr lang="en-GB" dirty="0"/>
              <a:t>Good stability</a:t>
            </a:r>
          </a:p>
          <a:p>
            <a:pPr lvl="1" eaLnBrk="1" hangingPunct="1"/>
            <a:r>
              <a:rPr lang="en-GB" dirty="0"/>
              <a:t>Disadvantages</a:t>
            </a:r>
          </a:p>
          <a:p>
            <a:pPr lvl="2" eaLnBrk="1" hangingPunct="1"/>
            <a:r>
              <a:rPr lang="en-GB" dirty="0"/>
              <a:t>Smooth and solid terrain</a:t>
            </a:r>
          </a:p>
          <a:p>
            <a:pPr lvl="2" eaLnBrk="1" hangingPunct="1"/>
            <a:r>
              <a:rPr lang="en-GB" dirty="0"/>
              <a:t>Climbing in stairs </a:t>
            </a:r>
          </a:p>
        </p:txBody>
      </p:sp>
      <p:grpSp>
        <p:nvGrpSpPr>
          <p:cNvPr id="3" name="Group 2">
            <a:extLst>
              <a:ext uri="{FF2B5EF4-FFF2-40B4-BE49-F238E27FC236}">
                <a16:creationId xmlns:a16="http://schemas.microsoft.com/office/drawing/2014/main" id="{DD46D27D-95A5-444B-90B8-82C7B3E564A9}"/>
              </a:ext>
            </a:extLst>
          </p:cNvPr>
          <p:cNvGrpSpPr/>
          <p:nvPr/>
        </p:nvGrpSpPr>
        <p:grpSpPr>
          <a:xfrm>
            <a:off x="1147120" y="1356891"/>
            <a:ext cx="3600450" cy="3746501"/>
            <a:chOff x="6888163" y="1989138"/>
            <a:chExt cx="3600450" cy="3746501"/>
          </a:xfrm>
        </p:grpSpPr>
        <p:grpSp>
          <p:nvGrpSpPr>
            <p:cNvPr id="14341" name="Group 8"/>
            <p:cNvGrpSpPr>
              <a:grpSpLocks/>
            </p:cNvGrpSpPr>
            <p:nvPr/>
          </p:nvGrpSpPr>
          <p:grpSpPr bwMode="auto">
            <a:xfrm>
              <a:off x="7680326" y="1989138"/>
              <a:ext cx="1584325" cy="1370012"/>
              <a:chOff x="3923" y="1706"/>
              <a:chExt cx="998" cy="863"/>
            </a:xfrm>
          </p:grpSpPr>
          <p:sp>
            <p:nvSpPr>
              <p:cNvPr id="14350" name="Oval 4"/>
              <p:cNvSpPr>
                <a:spLocks noChangeArrowheads="1"/>
              </p:cNvSpPr>
              <p:nvPr/>
            </p:nvSpPr>
            <p:spPr bwMode="auto">
              <a:xfrm>
                <a:off x="4196" y="1706"/>
                <a:ext cx="453" cy="454"/>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4351" name="Oval 5"/>
              <p:cNvSpPr>
                <a:spLocks noChangeArrowheads="1"/>
              </p:cNvSpPr>
              <p:nvPr/>
            </p:nvSpPr>
            <p:spPr bwMode="auto">
              <a:xfrm>
                <a:off x="4468" y="2115"/>
                <a:ext cx="453" cy="454"/>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4352" name="Oval 6"/>
              <p:cNvSpPr>
                <a:spLocks noChangeArrowheads="1"/>
              </p:cNvSpPr>
              <p:nvPr/>
            </p:nvSpPr>
            <p:spPr bwMode="auto">
              <a:xfrm>
                <a:off x="3923" y="2115"/>
                <a:ext cx="453" cy="454"/>
              </a:xfrm>
              <a:prstGeom prst="ellipse">
                <a:avLst/>
              </a:prstGeom>
              <a:solidFill>
                <a:schemeClr val="accent1"/>
              </a:solidFill>
              <a:ln w="9525">
                <a:solidFill>
                  <a:schemeClr val="tx1"/>
                </a:solidFill>
                <a:round/>
                <a:headEnd/>
                <a:tailEnd/>
              </a:ln>
            </p:spPr>
            <p:txBody>
              <a:bodyPr wrap="none" anchor="ctr"/>
              <a:lstStyle/>
              <a:p>
                <a:endParaRPr lang="en-US"/>
              </a:p>
            </p:txBody>
          </p:sp>
        </p:grpSp>
        <p:sp>
          <p:nvSpPr>
            <p:cNvPr id="14342" name="Rectangle 9"/>
            <p:cNvSpPr>
              <a:spLocks noChangeArrowheads="1"/>
            </p:cNvSpPr>
            <p:nvPr/>
          </p:nvSpPr>
          <p:spPr bwMode="auto">
            <a:xfrm>
              <a:off x="9048750" y="5373688"/>
              <a:ext cx="865188" cy="360362"/>
            </a:xfrm>
            <a:prstGeom prst="rect">
              <a:avLst/>
            </a:prstGeom>
            <a:solidFill>
              <a:schemeClr val="accent1"/>
            </a:solidFill>
            <a:ln w="9525">
              <a:solidFill>
                <a:schemeClr val="tx1"/>
              </a:solidFill>
              <a:miter lim="800000"/>
              <a:headEnd/>
              <a:tailEnd/>
            </a:ln>
          </p:spPr>
          <p:txBody>
            <a:bodyPr wrap="none" anchor="ctr"/>
            <a:lstStyle/>
            <a:p>
              <a:endParaRPr lang="en-US"/>
            </a:p>
          </p:txBody>
        </p:sp>
        <p:grpSp>
          <p:nvGrpSpPr>
            <p:cNvPr id="14343" name="Group 10"/>
            <p:cNvGrpSpPr>
              <a:grpSpLocks/>
            </p:cNvGrpSpPr>
            <p:nvPr/>
          </p:nvGrpSpPr>
          <p:grpSpPr bwMode="auto">
            <a:xfrm>
              <a:off x="7464426" y="4365626"/>
              <a:ext cx="1584325" cy="1370013"/>
              <a:chOff x="3923" y="1706"/>
              <a:chExt cx="998" cy="863"/>
            </a:xfrm>
          </p:grpSpPr>
          <p:sp>
            <p:nvSpPr>
              <p:cNvPr id="14347" name="Oval 11"/>
              <p:cNvSpPr>
                <a:spLocks noChangeArrowheads="1"/>
              </p:cNvSpPr>
              <p:nvPr/>
            </p:nvSpPr>
            <p:spPr bwMode="auto">
              <a:xfrm>
                <a:off x="4196" y="1706"/>
                <a:ext cx="453" cy="454"/>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4348" name="Oval 12"/>
              <p:cNvSpPr>
                <a:spLocks noChangeArrowheads="1"/>
              </p:cNvSpPr>
              <p:nvPr/>
            </p:nvSpPr>
            <p:spPr bwMode="auto">
              <a:xfrm>
                <a:off x="4468" y="2115"/>
                <a:ext cx="453" cy="454"/>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4349" name="Oval 13"/>
              <p:cNvSpPr>
                <a:spLocks noChangeArrowheads="1"/>
              </p:cNvSpPr>
              <p:nvPr/>
            </p:nvSpPr>
            <p:spPr bwMode="auto">
              <a:xfrm>
                <a:off x="3923" y="2115"/>
                <a:ext cx="453" cy="454"/>
              </a:xfrm>
              <a:prstGeom prst="ellipse">
                <a:avLst/>
              </a:prstGeom>
              <a:solidFill>
                <a:schemeClr val="accent1"/>
              </a:solidFill>
              <a:ln w="9525">
                <a:solidFill>
                  <a:schemeClr val="tx1"/>
                </a:solidFill>
                <a:round/>
                <a:headEnd/>
                <a:tailEnd/>
              </a:ln>
            </p:spPr>
            <p:txBody>
              <a:bodyPr wrap="none" anchor="ctr"/>
              <a:lstStyle/>
              <a:p>
                <a:endParaRPr lang="en-US"/>
              </a:p>
            </p:txBody>
          </p:sp>
        </p:grpSp>
        <p:sp>
          <p:nvSpPr>
            <p:cNvPr id="14344" name="Line 14"/>
            <p:cNvSpPr>
              <a:spLocks noChangeShapeType="1"/>
            </p:cNvSpPr>
            <p:nvPr/>
          </p:nvSpPr>
          <p:spPr bwMode="auto">
            <a:xfrm>
              <a:off x="6888163" y="5734050"/>
              <a:ext cx="3600450" cy="0"/>
            </a:xfrm>
            <a:prstGeom prst="line">
              <a:avLst/>
            </a:prstGeom>
            <a:noFill/>
            <a:ln w="9525">
              <a:solidFill>
                <a:schemeClr val="tx1"/>
              </a:solidFill>
              <a:round/>
              <a:headEnd/>
              <a:tailEnd/>
            </a:ln>
          </p:spPr>
          <p:txBody>
            <a:bodyPr/>
            <a:lstStyle/>
            <a:p>
              <a:endParaRPr lang="sv-SE"/>
            </a:p>
          </p:txBody>
        </p:sp>
        <p:sp>
          <p:nvSpPr>
            <p:cNvPr id="14345" name="AutoShape 17"/>
            <p:cNvSpPr>
              <a:spLocks noChangeArrowheads="1"/>
            </p:cNvSpPr>
            <p:nvPr/>
          </p:nvSpPr>
          <p:spPr bwMode="auto">
            <a:xfrm>
              <a:off x="7535864" y="4005263"/>
              <a:ext cx="1584325" cy="431800"/>
            </a:xfrm>
            <a:custGeom>
              <a:avLst/>
              <a:gdLst>
                <a:gd name="T0" fmla="*/ 2147483647 w 21600"/>
                <a:gd name="T1" fmla="*/ 0 h 21600"/>
                <a:gd name="T2" fmla="*/ 1065457297 w 21600"/>
                <a:gd name="T3" fmla="*/ 86280046 h 21600"/>
                <a:gd name="T4" fmla="*/ 2147483647 w 21600"/>
                <a:gd name="T5" fmla="*/ 43140023 h 21600"/>
                <a:gd name="T6" fmla="*/ 2147483647 w 21600"/>
                <a:gd name="T7" fmla="*/ 86280046 h 21600"/>
                <a:gd name="T8" fmla="*/ 2147483647 w 21600"/>
                <a:gd name="T9" fmla="*/ 129420049 h 21600"/>
                <a:gd name="T10" fmla="*/ 2147483647 w 21600"/>
                <a:gd name="T11" fmla="*/ 862800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accent1"/>
            </a:solidFill>
            <a:ln w="9525">
              <a:solidFill>
                <a:schemeClr val="tx1"/>
              </a:solidFill>
              <a:miter lim="800000"/>
              <a:headEnd/>
              <a:tailEnd/>
            </a:ln>
          </p:spPr>
          <p:txBody>
            <a:bodyPr wrap="none" anchor="ctr"/>
            <a:lstStyle/>
            <a:p>
              <a:endParaRPr lang="sv-SE"/>
            </a:p>
          </p:txBody>
        </p:sp>
        <p:sp>
          <p:nvSpPr>
            <p:cNvPr id="14346" name="Line 18"/>
            <p:cNvSpPr>
              <a:spLocks noChangeShapeType="1"/>
            </p:cNvSpPr>
            <p:nvPr/>
          </p:nvSpPr>
          <p:spPr bwMode="auto">
            <a:xfrm>
              <a:off x="6888163" y="3357563"/>
              <a:ext cx="3600450" cy="0"/>
            </a:xfrm>
            <a:prstGeom prst="line">
              <a:avLst/>
            </a:prstGeom>
            <a:noFill/>
            <a:ln w="9525">
              <a:solidFill>
                <a:schemeClr val="tx1"/>
              </a:solidFill>
              <a:round/>
              <a:headEnd/>
              <a:tailEnd/>
            </a:ln>
          </p:spPr>
          <p:txBody>
            <a:bodyPr/>
            <a:lstStyle/>
            <a:p>
              <a:endParaRPr lang="sv-SE"/>
            </a:p>
          </p:txBody>
        </p:sp>
      </p:grpSp>
      <p:sp>
        <p:nvSpPr>
          <p:cNvPr id="7" name="Title 6">
            <a:extLst>
              <a:ext uri="{FF2B5EF4-FFF2-40B4-BE49-F238E27FC236}">
                <a16:creationId xmlns:a16="http://schemas.microsoft.com/office/drawing/2014/main" id="{7D9F9752-47F6-468C-9043-72C460B96AB3}"/>
              </a:ext>
            </a:extLst>
          </p:cNvPr>
          <p:cNvSpPr>
            <a:spLocks noGrp="1"/>
          </p:cNvSpPr>
          <p:nvPr>
            <p:ph type="title"/>
          </p:nvPr>
        </p:nvSpPr>
        <p:spPr/>
        <p:txBody>
          <a:bodyPr/>
          <a:lstStyle/>
          <a:p>
            <a:r>
              <a:rPr lang="en-GB" dirty="0"/>
              <a:t>Wheeled Vehicles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14340">
                                            <p:txEl>
                                              <p:pRg st="1" end="1"/>
                                            </p:txEl>
                                          </p:spTgt>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500"/>
                                  </p:stCondLst>
                                  <p:childTnLst>
                                    <p:set>
                                      <p:cBhvr>
                                        <p:cTn id="13" dur="1" fill="hold">
                                          <p:stCondLst>
                                            <p:cond delay="0"/>
                                          </p:stCondLst>
                                        </p:cTn>
                                        <p:tgtEl>
                                          <p:spTgt spid="14340">
                                            <p:txEl>
                                              <p:pRg st="2" end="2"/>
                                            </p:txEl>
                                          </p:spTgt>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500"/>
                                  </p:stCondLst>
                                  <p:childTnLst>
                                    <p:set>
                                      <p:cBhvr>
                                        <p:cTn id="16" dur="1" fill="hold">
                                          <p:stCondLst>
                                            <p:cond delay="0"/>
                                          </p:stCondLst>
                                        </p:cTn>
                                        <p:tgtEl>
                                          <p:spTgt spid="14340">
                                            <p:txEl>
                                              <p:pRg st="3" end="3"/>
                                            </p:txEl>
                                          </p:spTgt>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grpId="0" nodeType="afterEffect">
                                  <p:stCondLst>
                                    <p:cond delay="500"/>
                                  </p:stCondLst>
                                  <p:childTnLst>
                                    <p:set>
                                      <p:cBhvr>
                                        <p:cTn id="19" dur="1" fill="hold">
                                          <p:stCondLst>
                                            <p:cond delay="0"/>
                                          </p:stCondLst>
                                        </p:cTn>
                                        <p:tgtEl>
                                          <p:spTgt spid="14340">
                                            <p:txEl>
                                              <p:pRg st="4" end="4"/>
                                            </p:txEl>
                                          </p:spTgt>
                                        </p:tgtEl>
                                        <p:attrNameLst>
                                          <p:attrName>style.visibility</p:attrName>
                                        </p:attrNameLst>
                                      </p:cBhvr>
                                      <p:to>
                                        <p:strVal val="visible"/>
                                      </p:to>
                                    </p:set>
                                  </p:childTnLst>
                                </p:cTn>
                              </p:par>
                            </p:childTnLst>
                          </p:cTn>
                        </p:par>
                        <p:par>
                          <p:cTn id="20" fill="hold">
                            <p:stCondLst>
                              <p:cond delay="2000"/>
                            </p:stCondLst>
                            <p:childTnLst>
                              <p:par>
                                <p:cTn id="21" presetID="1" presetClass="entr" presetSubtype="0" fill="hold" grpId="0" nodeType="afterEffect">
                                  <p:stCondLst>
                                    <p:cond delay="500"/>
                                  </p:stCondLst>
                                  <p:childTnLst>
                                    <p:set>
                                      <p:cBhvr>
                                        <p:cTn id="22" dur="1" fill="hold">
                                          <p:stCondLst>
                                            <p:cond delay="0"/>
                                          </p:stCondLst>
                                        </p:cTn>
                                        <p:tgtEl>
                                          <p:spTgt spid="1434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40">
                                            <p:txEl>
                                              <p:pRg st="6" end="6"/>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500"/>
                                  </p:stCondLst>
                                  <p:childTnLst>
                                    <p:set>
                                      <p:cBhvr>
                                        <p:cTn id="29" dur="1" fill="hold">
                                          <p:stCondLst>
                                            <p:cond delay="0"/>
                                          </p:stCondLst>
                                        </p:cTn>
                                        <p:tgtEl>
                                          <p:spTgt spid="14340">
                                            <p:txEl>
                                              <p:pRg st="7" end="7"/>
                                            </p:txEl>
                                          </p:spTgt>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grpId="0" nodeType="afterEffect">
                                  <p:stCondLst>
                                    <p:cond delay="500"/>
                                  </p:stCondLst>
                                  <p:childTnLst>
                                    <p:set>
                                      <p:cBhvr>
                                        <p:cTn id="32" dur="1" fill="hold">
                                          <p:stCondLst>
                                            <p:cond delay="0"/>
                                          </p:stCondLst>
                                        </p:cTn>
                                        <p:tgtEl>
                                          <p:spTgt spid="1434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259B22-C4CB-4E9F-8E24-72A51A98D020}"/>
              </a:ext>
            </a:extLst>
          </p:cNvPr>
          <p:cNvSpPr>
            <a:spLocks noGrp="1"/>
          </p:cNvSpPr>
          <p:nvPr>
            <p:ph type="title"/>
          </p:nvPr>
        </p:nvSpPr>
        <p:spPr/>
        <p:txBody>
          <a:bodyPr/>
          <a:lstStyle/>
          <a:p>
            <a:r>
              <a:rPr lang="en-GB" dirty="0"/>
              <a:t>Wheeled Vehicles</a:t>
            </a:r>
          </a:p>
        </p:txBody>
      </p:sp>
      <p:sp>
        <p:nvSpPr>
          <p:cNvPr id="15365" name="Rectangle 3"/>
          <p:cNvSpPr>
            <a:spLocks noGrp="1" noChangeArrowheads="1"/>
          </p:cNvSpPr>
          <p:nvPr>
            <p:ph type="body" sz="quarter" idx="10"/>
          </p:nvPr>
        </p:nvSpPr>
        <p:spPr>
          <a:xfrm>
            <a:off x="838200" y="1860332"/>
            <a:ext cx="10801350" cy="4460875"/>
          </a:xfrm>
        </p:spPr>
        <p:txBody>
          <a:bodyPr/>
          <a:lstStyle/>
          <a:p>
            <a:pPr marL="0" indent="0" eaLnBrk="1" hangingPunct="1">
              <a:lnSpc>
                <a:spcPct val="90000"/>
              </a:lnSpc>
              <a:buNone/>
            </a:pPr>
            <a:r>
              <a:rPr lang="en-GB" dirty="0"/>
              <a:t>Layout	</a:t>
            </a:r>
          </a:p>
          <a:p>
            <a:r>
              <a:rPr lang="en-GB" sz="2400" dirty="0"/>
              <a:t>One or Two wheels</a:t>
            </a:r>
          </a:p>
          <a:p>
            <a:pPr lvl="1"/>
            <a:r>
              <a:rPr lang="en-GB" sz="2000" dirty="0"/>
              <a:t>Stability problems</a:t>
            </a:r>
          </a:p>
          <a:p>
            <a:r>
              <a:rPr lang="en-GB" sz="2400" dirty="0"/>
              <a:t>Three wheels</a:t>
            </a:r>
          </a:p>
          <a:p>
            <a:pPr lvl="1"/>
            <a:r>
              <a:rPr lang="en-GB" sz="2000" dirty="0"/>
              <a:t>Solves the stability problem</a:t>
            </a:r>
            <a:br>
              <a:rPr lang="en-GB" sz="2000" dirty="0"/>
            </a:br>
            <a:r>
              <a:rPr lang="en-GB" sz="2000" dirty="0"/>
              <a:t>and turning problem</a:t>
            </a:r>
          </a:p>
          <a:p>
            <a:r>
              <a:rPr lang="en-GB" sz="2400" dirty="0"/>
              <a:t>Four wheels (Car)</a:t>
            </a:r>
          </a:p>
          <a:p>
            <a:pPr lvl="1"/>
            <a:r>
              <a:rPr lang="en-GB" sz="2000" dirty="0"/>
              <a:t>Problems to turn</a:t>
            </a:r>
          </a:p>
          <a:p>
            <a:r>
              <a:rPr lang="en-GB" sz="2400" dirty="0"/>
              <a:t>More than four wheels</a:t>
            </a:r>
          </a:p>
          <a:p>
            <a:pPr lvl="1"/>
            <a:r>
              <a:rPr lang="en-GB" sz="2000" dirty="0"/>
              <a:t>More ruff terrain</a:t>
            </a:r>
          </a:p>
          <a:p>
            <a:r>
              <a:rPr lang="en-GB" sz="2400" dirty="0"/>
              <a:t>Tracked vehicle</a:t>
            </a:r>
          </a:p>
          <a:p>
            <a:pPr lvl="1"/>
            <a:r>
              <a:rPr lang="en-GB" sz="2000" dirty="0"/>
              <a:t>Damage environment</a:t>
            </a:r>
          </a:p>
        </p:txBody>
      </p:sp>
      <p:pic>
        <p:nvPicPr>
          <p:cNvPr id="15363" name="Picture 4" descr="spirit_2"/>
          <p:cNvPicPr>
            <a:picLocks noGrp="1" noChangeAspect="1" noChangeArrowheads="1"/>
          </p:cNvPicPr>
          <p:nvPr>
            <p:ph idx="4294967295"/>
          </p:nvPr>
        </p:nvPicPr>
        <p:blipFill>
          <a:blip r:embed="rId3" cstate="print"/>
          <a:stretch>
            <a:fillRect/>
          </a:stretch>
        </p:blipFill>
        <p:spPr>
          <a:xfrm>
            <a:off x="5024438" y="1634093"/>
            <a:ext cx="6615112" cy="4351338"/>
          </a:xfrm>
          <a:prstGeom prst="rect">
            <a:avLst/>
          </a:prstGeom>
          <a:noFill/>
        </p:spPr>
      </p:pic>
      <p:sp>
        <p:nvSpPr>
          <p:cNvPr id="15366" name="Text Box 6"/>
          <p:cNvSpPr txBox="1">
            <a:spLocks noChangeArrowheads="1"/>
          </p:cNvSpPr>
          <p:nvPr/>
        </p:nvSpPr>
        <p:spPr bwMode="auto">
          <a:xfrm>
            <a:off x="7477433" y="6157402"/>
            <a:ext cx="1709122" cy="500137"/>
          </a:xfrm>
          <a:prstGeom prst="rect">
            <a:avLst/>
          </a:prstGeom>
          <a:noFill/>
          <a:ln w="9525">
            <a:noFill/>
            <a:miter lim="800000"/>
            <a:headEnd/>
            <a:tailEnd/>
          </a:ln>
        </p:spPr>
        <p:txBody>
          <a:bodyPr wrap="none">
            <a:spAutoFit/>
          </a:bodyPr>
          <a:lstStyle/>
          <a:p>
            <a:r>
              <a:rPr lang="en-GB" sz="1600" dirty="0"/>
              <a:t>Spirit – Mars -03, </a:t>
            </a:r>
          </a:p>
          <a:p>
            <a:r>
              <a:rPr lang="sv-SE" sz="1050" dirty="0" err="1"/>
              <a:t>Courtesy</a:t>
            </a:r>
            <a:r>
              <a:rPr lang="sv-SE" sz="1050" dirty="0"/>
              <a:t> NASA/JPL-</a:t>
            </a:r>
            <a:r>
              <a:rPr lang="sv-SE" sz="1050" dirty="0" err="1"/>
              <a:t>Caltech</a:t>
            </a:r>
            <a:r>
              <a:rPr lang="sv-SE" sz="1050" dirty="0"/>
              <a:t>.</a:t>
            </a:r>
            <a:endParaRPr lang="en-GB"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6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36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36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36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36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36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36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6"/>
          <p:cNvSpPr>
            <a:spLocks noGrp="1" noChangeArrowheads="1"/>
          </p:cNvSpPr>
          <p:nvPr>
            <p:ph type="title"/>
          </p:nvPr>
        </p:nvSpPr>
        <p:spPr>
          <a:prstGeom prst="rect">
            <a:avLst/>
          </a:prstGeom>
        </p:spPr>
        <p:txBody>
          <a:bodyPr/>
          <a:lstStyle/>
          <a:p>
            <a:pPr eaLnBrk="1" hangingPunct="1"/>
            <a:r>
              <a:rPr lang="en-GB" dirty="0"/>
              <a:t>Different wheel types</a:t>
            </a:r>
          </a:p>
        </p:txBody>
      </p:sp>
      <p:sp>
        <p:nvSpPr>
          <p:cNvPr id="3" name="Text Placeholder 2">
            <a:extLst>
              <a:ext uri="{FF2B5EF4-FFF2-40B4-BE49-F238E27FC236}">
                <a16:creationId xmlns:a16="http://schemas.microsoft.com/office/drawing/2014/main" id="{27D52CFF-906C-4749-85D2-6D800B718B77}"/>
              </a:ext>
            </a:extLst>
          </p:cNvPr>
          <p:cNvSpPr>
            <a:spLocks noGrp="1"/>
          </p:cNvSpPr>
          <p:nvPr>
            <p:ph type="body" sz="quarter" idx="10"/>
          </p:nvPr>
        </p:nvSpPr>
        <p:spPr/>
        <p:txBody>
          <a:bodyPr/>
          <a:lstStyle/>
          <a:p>
            <a:endParaRPr lang="en-GB" dirty="0"/>
          </a:p>
        </p:txBody>
      </p:sp>
      <p:pic>
        <p:nvPicPr>
          <p:cNvPr id="16388" name="Picture 8"/>
          <p:cNvPicPr>
            <a:picLocks noGrp="1" noChangeAspect="1" noChangeArrowheads="1"/>
          </p:cNvPicPr>
          <p:nvPr>
            <p:ph idx="4294967295"/>
          </p:nvPr>
        </p:nvPicPr>
        <p:blipFill>
          <a:blip r:embed="rId2" cstate="print"/>
          <a:srcRect/>
          <a:stretch>
            <a:fillRect/>
          </a:stretch>
        </p:blipFill>
        <p:spPr>
          <a:xfrm>
            <a:off x="2558005" y="2986881"/>
            <a:ext cx="7561263" cy="2846760"/>
          </a:xfrm>
          <a:prstGeom prst="rect">
            <a:avLst/>
          </a:prstGeom>
        </p:spPr>
      </p:pic>
      <p:pic>
        <p:nvPicPr>
          <p:cNvPr id="5" name="Picture 4" descr="spirit_2">
            <a:extLst>
              <a:ext uri="{FF2B5EF4-FFF2-40B4-BE49-F238E27FC236}">
                <a16:creationId xmlns:a16="http://schemas.microsoft.com/office/drawing/2014/main" id="{587CF47F-3D35-4CA8-9169-91948A192085}"/>
              </a:ext>
            </a:extLst>
          </p:cNvPr>
          <p:cNvPicPr>
            <a:picLocks noChangeAspect="1" noChangeArrowheads="1"/>
          </p:cNvPicPr>
          <p:nvPr/>
        </p:nvPicPr>
        <p:blipFill>
          <a:blip r:embed="rId3" cstate="print">
            <a:alphaModFix amt="20000"/>
          </a:blip>
          <a:stretch>
            <a:fillRect/>
          </a:stretch>
        </p:blipFill>
        <p:spPr>
          <a:xfrm>
            <a:off x="0" y="-232486"/>
            <a:ext cx="12192000" cy="8019745"/>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A06A7-62D2-40ED-B49B-349EE0D05A23}"/>
              </a:ext>
            </a:extLst>
          </p:cNvPr>
          <p:cNvSpPr>
            <a:spLocks noGrp="1"/>
          </p:cNvSpPr>
          <p:nvPr>
            <p:ph type="title"/>
          </p:nvPr>
        </p:nvSpPr>
        <p:spPr/>
        <p:txBody>
          <a:bodyPr/>
          <a:lstStyle/>
          <a:p>
            <a:r>
              <a:rPr lang="en-GB" dirty="0"/>
              <a:t>Wheeled Vehicles</a:t>
            </a:r>
          </a:p>
        </p:txBody>
      </p:sp>
      <p:sp>
        <p:nvSpPr>
          <p:cNvPr id="57" name="Content Placeholder 56">
            <a:extLst>
              <a:ext uri="{FF2B5EF4-FFF2-40B4-BE49-F238E27FC236}">
                <a16:creationId xmlns:a16="http://schemas.microsoft.com/office/drawing/2014/main" id="{840A81CE-8875-4CAC-99D3-07B4641D21D4}"/>
              </a:ext>
            </a:extLst>
          </p:cNvPr>
          <p:cNvSpPr>
            <a:spLocks noGrp="1"/>
          </p:cNvSpPr>
          <p:nvPr>
            <p:ph idx="4294967295"/>
          </p:nvPr>
        </p:nvSpPr>
        <p:spPr>
          <a:xfrm>
            <a:off x="838200" y="1825625"/>
            <a:ext cx="10515600" cy="2015818"/>
          </a:xfrm>
          <a:prstGeom prst="rect">
            <a:avLst/>
          </a:prstGeom>
        </p:spPr>
        <p:txBody>
          <a:bodyPr/>
          <a:lstStyle/>
          <a:p>
            <a:r>
              <a:rPr lang="en-GB" dirty="0"/>
              <a:t>Five basic types of wheel configuration for a robot with three wheels</a:t>
            </a:r>
          </a:p>
        </p:txBody>
      </p:sp>
      <p:grpSp>
        <p:nvGrpSpPr>
          <p:cNvPr id="56" name="Group 55">
            <a:extLst>
              <a:ext uri="{FF2B5EF4-FFF2-40B4-BE49-F238E27FC236}">
                <a16:creationId xmlns:a16="http://schemas.microsoft.com/office/drawing/2014/main" id="{705CECDF-E8C3-4F96-8CC2-E739CC82014D}"/>
              </a:ext>
            </a:extLst>
          </p:cNvPr>
          <p:cNvGrpSpPr/>
          <p:nvPr/>
        </p:nvGrpSpPr>
        <p:grpSpPr>
          <a:xfrm>
            <a:off x="1536643" y="3429000"/>
            <a:ext cx="9118713" cy="1863349"/>
            <a:chOff x="943798" y="3256659"/>
            <a:chExt cx="9118713" cy="1863349"/>
          </a:xfrm>
        </p:grpSpPr>
        <p:grpSp>
          <p:nvGrpSpPr>
            <p:cNvPr id="20" name="Group 19">
              <a:extLst>
                <a:ext uri="{FF2B5EF4-FFF2-40B4-BE49-F238E27FC236}">
                  <a16:creationId xmlns:a16="http://schemas.microsoft.com/office/drawing/2014/main" id="{93F1C942-2AF7-464E-9B38-32A82E540409}"/>
                </a:ext>
              </a:extLst>
            </p:cNvPr>
            <p:cNvGrpSpPr/>
            <p:nvPr/>
          </p:nvGrpSpPr>
          <p:grpSpPr>
            <a:xfrm>
              <a:off x="943798" y="3618416"/>
              <a:ext cx="1698094" cy="1501592"/>
              <a:chOff x="943798" y="3562524"/>
              <a:chExt cx="1698094" cy="1501592"/>
            </a:xfrm>
          </p:grpSpPr>
          <p:sp>
            <p:nvSpPr>
              <p:cNvPr id="4" name="Oval 3">
                <a:extLst>
                  <a:ext uri="{FF2B5EF4-FFF2-40B4-BE49-F238E27FC236}">
                    <a16:creationId xmlns:a16="http://schemas.microsoft.com/office/drawing/2014/main" id="{D9B19915-2E80-4662-84B5-D61B4413079E}"/>
                  </a:ext>
                </a:extLst>
              </p:cNvPr>
              <p:cNvSpPr/>
              <p:nvPr/>
            </p:nvSpPr>
            <p:spPr>
              <a:xfrm>
                <a:off x="1652354" y="3562524"/>
                <a:ext cx="341745" cy="323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D2760C98-29D0-4D8B-89A5-CAA4E26FA065}"/>
                  </a:ext>
                </a:extLst>
              </p:cNvPr>
              <p:cNvSpPr/>
              <p:nvPr/>
            </p:nvSpPr>
            <p:spPr>
              <a:xfrm>
                <a:off x="2106757" y="4373461"/>
                <a:ext cx="341745" cy="323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77D6BDAD-3E1B-42EC-A702-1B8BD65EE275}"/>
                  </a:ext>
                </a:extLst>
              </p:cNvPr>
              <p:cNvSpPr/>
              <p:nvPr/>
            </p:nvSpPr>
            <p:spPr>
              <a:xfrm>
                <a:off x="1137190" y="4375410"/>
                <a:ext cx="341745" cy="323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77B5149E-BA42-4A5C-87D6-1BB9044FA68D}"/>
                  </a:ext>
                </a:extLst>
              </p:cNvPr>
              <p:cNvCxnSpPr/>
              <p:nvPr/>
            </p:nvCxnSpPr>
            <p:spPr>
              <a:xfrm flipV="1">
                <a:off x="1308062" y="3724160"/>
                <a:ext cx="515164" cy="810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415507-C5F9-47D0-93AA-97EA8B98FC22}"/>
                  </a:ext>
                </a:extLst>
              </p:cNvPr>
              <p:cNvCxnSpPr>
                <a:cxnSpLocks/>
              </p:cNvCxnSpPr>
              <p:nvPr/>
            </p:nvCxnSpPr>
            <p:spPr>
              <a:xfrm>
                <a:off x="1308062" y="4535097"/>
                <a:ext cx="9695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202207-BEB4-4DEF-9472-7DE130CC3C60}"/>
                  </a:ext>
                </a:extLst>
              </p:cNvPr>
              <p:cNvCxnSpPr/>
              <p:nvPr/>
            </p:nvCxnSpPr>
            <p:spPr>
              <a:xfrm>
                <a:off x="1823226" y="3724160"/>
                <a:ext cx="454403" cy="810937"/>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D64D70B-8FBF-4BE8-8FC3-E984FE58A1DD}"/>
                  </a:ext>
                </a:extLst>
              </p:cNvPr>
              <p:cNvSpPr txBox="1"/>
              <p:nvPr/>
            </p:nvSpPr>
            <p:spPr>
              <a:xfrm>
                <a:off x="943798" y="4694784"/>
                <a:ext cx="1698094" cy="369332"/>
              </a:xfrm>
              <a:prstGeom prst="rect">
                <a:avLst/>
              </a:prstGeom>
              <a:noFill/>
            </p:spPr>
            <p:txBody>
              <a:bodyPr wrap="none" rtlCol="0">
                <a:spAutoFit/>
              </a:bodyPr>
              <a:lstStyle/>
              <a:p>
                <a:r>
                  <a:rPr lang="en-GB" dirty="0"/>
                  <a:t>Omnidirectional</a:t>
                </a:r>
              </a:p>
            </p:txBody>
          </p:sp>
        </p:grpSp>
        <p:grpSp>
          <p:nvGrpSpPr>
            <p:cNvPr id="26" name="Group 25">
              <a:extLst>
                <a:ext uri="{FF2B5EF4-FFF2-40B4-BE49-F238E27FC236}">
                  <a16:creationId xmlns:a16="http://schemas.microsoft.com/office/drawing/2014/main" id="{7F4F1C37-6466-4F60-9879-ED2ED262D26F}"/>
                </a:ext>
              </a:extLst>
            </p:cNvPr>
            <p:cNvGrpSpPr/>
            <p:nvPr/>
          </p:nvGrpSpPr>
          <p:grpSpPr>
            <a:xfrm>
              <a:off x="3196902" y="3454170"/>
              <a:ext cx="1234312" cy="1665838"/>
              <a:chOff x="3833632" y="3403833"/>
              <a:chExt cx="1234312" cy="1665838"/>
            </a:xfrm>
          </p:grpSpPr>
          <p:sp>
            <p:nvSpPr>
              <p:cNvPr id="22" name="Rectangle 21">
                <a:extLst>
                  <a:ext uri="{FF2B5EF4-FFF2-40B4-BE49-F238E27FC236}">
                    <a16:creationId xmlns:a16="http://schemas.microsoft.com/office/drawing/2014/main" id="{992388E8-8033-40EC-ABC3-E53847873889}"/>
                  </a:ext>
                </a:extLst>
              </p:cNvPr>
              <p:cNvSpPr/>
              <p:nvPr/>
            </p:nvSpPr>
            <p:spPr>
              <a:xfrm>
                <a:off x="3918515" y="3562524"/>
                <a:ext cx="1064546" cy="1086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4F1CDBC5-6EC1-42FF-ACFF-91B9CB49C4F8}"/>
                  </a:ext>
                </a:extLst>
              </p:cNvPr>
              <p:cNvSpPr/>
              <p:nvPr/>
            </p:nvSpPr>
            <p:spPr>
              <a:xfrm>
                <a:off x="4280566" y="3403833"/>
                <a:ext cx="341745" cy="323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5EF90DEA-91CE-42A1-A128-C19B2089B98F}"/>
                  </a:ext>
                </a:extLst>
              </p:cNvPr>
              <p:cNvSpPr/>
              <p:nvPr/>
            </p:nvSpPr>
            <p:spPr>
              <a:xfrm>
                <a:off x="4983061" y="4373461"/>
                <a:ext cx="50334" cy="4054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15D9639D-88C9-4326-8B45-F30012D75A43}"/>
                  </a:ext>
                </a:extLst>
              </p:cNvPr>
              <p:cNvSpPr/>
              <p:nvPr/>
            </p:nvSpPr>
            <p:spPr>
              <a:xfrm>
                <a:off x="3868181" y="4364305"/>
                <a:ext cx="50334" cy="4054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6E220A54-01E5-4E58-A151-A1169DF46E58}"/>
                  </a:ext>
                </a:extLst>
              </p:cNvPr>
              <p:cNvSpPr txBox="1"/>
              <p:nvPr/>
            </p:nvSpPr>
            <p:spPr>
              <a:xfrm>
                <a:off x="3833632" y="4700339"/>
                <a:ext cx="1234312" cy="369332"/>
              </a:xfrm>
              <a:prstGeom prst="rect">
                <a:avLst/>
              </a:prstGeom>
              <a:noFill/>
            </p:spPr>
            <p:txBody>
              <a:bodyPr wrap="none" rtlCol="0">
                <a:spAutoFit/>
              </a:bodyPr>
              <a:lstStyle/>
              <a:p>
                <a:r>
                  <a:rPr lang="en-GB" dirty="0"/>
                  <a:t>Differential</a:t>
                </a:r>
              </a:p>
            </p:txBody>
          </p:sp>
        </p:grpSp>
        <p:grpSp>
          <p:nvGrpSpPr>
            <p:cNvPr id="55" name="Group 54">
              <a:extLst>
                <a:ext uri="{FF2B5EF4-FFF2-40B4-BE49-F238E27FC236}">
                  <a16:creationId xmlns:a16="http://schemas.microsoft.com/office/drawing/2014/main" id="{78ECF504-39F1-4B53-8306-93C75E841305}"/>
                </a:ext>
              </a:extLst>
            </p:cNvPr>
            <p:cNvGrpSpPr/>
            <p:nvPr/>
          </p:nvGrpSpPr>
          <p:grpSpPr>
            <a:xfrm>
              <a:off x="4986224" y="3312551"/>
              <a:ext cx="1388800" cy="1807457"/>
              <a:chOff x="4763347" y="3256659"/>
              <a:chExt cx="1388800" cy="1807457"/>
            </a:xfrm>
          </p:grpSpPr>
          <p:sp>
            <p:nvSpPr>
              <p:cNvPr id="29" name="Rectangle 28">
                <a:extLst>
                  <a:ext uri="{FF2B5EF4-FFF2-40B4-BE49-F238E27FC236}">
                    <a16:creationId xmlns:a16="http://schemas.microsoft.com/office/drawing/2014/main" id="{01EC85CA-A4AB-437B-A2DD-65511C717470}"/>
                  </a:ext>
                </a:extLst>
              </p:cNvPr>
              <p:cNvSpPr/>
              <p:nvPr/>
            </p:nvSpPr>
            <p:spPr>
              <a:xfrm>
                <a:off x="4916729" y="3556969"/>
                <a:ext cx="1064546" cy="1086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3FD93822-71F2-4DC7-AD09-6E3158E77F30}"/>
                  </a:ext>
                </a:extLst>
              </p:cNvPr>
              <p:cNvSpPr/>
              <p:nvPr/>
            </p:nvSpPr>
            <p:spPr>
              <a:xfrm>
                <a:off x="5810402" y="4487706"/>
                <a:ext cx="341745" cy="323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66F9A57B-A91F-4C5D-B367-21D7B55669C3}"/>
                  </a:ext>
                </a:extLst>
              </p:cNvPr>
              <p:cNvSpPr/>
              <p:nvPr/>
            </p:nvSpPr>
            <p:spPr>
              <a:xfrm rot="1551717">
                <a:off x="5443409" y="3378850"/>
                <a:ext cx="50334" cy="4054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325E39B1-1110-404B-8EE6-84DBFCE06EAB}"/>
                  </a:ext>
                </a:extLst>
              </p:cNvPr>
              <p:cNvSpPr/>
              <p:nvPr/>
            </p:nvSpPr>
            <p:spPr>
              <a:xfrm>
                <a:off x="4763347" y="4452790"/>
                <a:ext cx="341745" cy="323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071E3EFF-7A23-467B-9236-99BDD20D27FD}"/>
                  </a:ext>
                </a:extLst>
              </p:cNvPr>
              <p:cNvSpPr txBox="1"/>
              <p:nvPr/>
            </p:nvSpPr>
            <p:spPr>
              <a:xfrm>
                <a:off x="4831846" y="4694784"/>
                <a:ext cx="1221553" cy="369332"/>
              </a:xfrm>
              <a:prstGeom prst="rect">
                <a:avLst/>
              </a:prstGeom>
              <a:noFill/>
            </p:spPr>
            <p:txBody>
              <a:bodyPr wrap="none" rtlCol="0">
                <a:spAutoFit/>
              </a:bodyPr>
              <a:lstStyle/>
              <a:p>
                <a:r>
                  <a:rPr lang="en-GB" dirty="0"/>
                  <a:t>Omni steer</a:t>
                </a:r>
              </a:p>
            </p:txBody>
          </p:sp>
          <p:sp>
            <p:nvSpPr>
              <p:cNvPr id="27" name="Arrow: Curved Down 26">
                <a:extLst>
                  <a:ext uri="{FF2B5EF4-FFF2-40B4-BE49-F238E27FC236}">
                    <a16:creationId xmlns:a16="http://schemas.microsoft.com/office/drawing/2014/main" id="{53D27ABB-A510-412B-8FB9-B834C3DD5019}"/>
                  </a:ext>
                </a:extLst>
              </p:cNvPr>
              <p:cNvSpPr/>
              <p:nvPr/>
            </p:nvSpPr>
            <p:spPr>
              <a:xfrm>
                <a:off x="5357495" y="3256659"/>
                <a:ext cx="341745" cy="13282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35" name="Group 34">
              <a:extLst>
                <a:ext uri="{FF2B5EF4-FFF2-40B4-BE49-F238E27FC236}">
                  <a16:creationId xmlns:a16="http://schemas.microsoft.com/office/drawing/2014/main" id="{AB7E8736-16AB-4703-AEC5-3F93F48C952D}"/>
                </a:ext>
              </a:extLst>
            </p:cNvPr>
            <p:cNvGrpSpPr/>
            <p:nvPr/>
          </p:nvGrpSpPr>
          <p:grpSpPr>
            <a:xfrm>
              <a:off x="6930034" y="3256659"/>
              <a:ext cx="1165214" cy="1863349"/>
              <a:chOff x="7034655" y="3191679"/>
              <a:chExt cx="1165214" cy="1863349"/>
            </a:xfrm>
          </p:grpSpPr>
          <p:sp>
            <p:nvSpPr>
              <p:cNvPr id="37" name="Rectangle 36">
                <a:extLst>
                  <a:ext uri="{FF2B5EF4-FFF2-40B4-BE49-F238E27FC236}">
                    <a16:creationId xmlns:a16="http://schemas.microsoft.com/office/drawing/2014/main" id="{E384FE2C-7ECD-479A-9BFB-0AF1120CB262}"/>
                  </a:ext>
                </a:extLst>
              </p:cNvPr>
              <p:cNvSpPr/>
              <p:nvPr/>
            </p:nvSpPr>
            <p:spPr>
              <a:xfrm>
                <a:off x="7084989" y="3533495"/>
                <a:ext cx="1064546" cy="1086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48649A1B-A051-496A-9E77-DF4012C46C5E}"/>
                  </a:ext>
                </a:extLst>
              </p:cNvPr>
              <p:cNvSpPr/>
              <p:nvPr/>
            </p:nvSpPr>
            <p:spPr>
              <a:xfrm>
                <a:off x="8149535" y="4344432"/>
                <a:ext cx="50334" cy="4054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DC8FDF16-04A8-4AB2-B8AC-51A0B0420C9A}"/>
                  </a:ext>
                </a:extLst>
              </p:cNvPr>
              <p:cNvSpPr/>
              <p:nvPr/>
            </p:nvSpPr>
            <p:spPr>
              <a:xfrm>
                <a:off x="7034655" y="4335276"/>
                <a:ext cx="50334" cy="4054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5EC261B3-710E-4679-8D6D-414EC83B46FF}"/>
                  </a:ext>
                </a:extLst>
              </p:cNvPr>
              <p:cNvSpPr txBox="1"/>
              <p:nvPr/>
            </p:nvSpPr>
            <p:spPr>
              <a:xfrm>
                <a:off x="7166678" y="4685696"/>
                <a:ext cx="880754" cy="369332"/>
              </a:xfrm>
              <a:prstGeom prst="rect">
                <a:avLst/>
              </a:prstGeom>
              <a:noFill/>
            </p:spPr>
            <p:txBody>
              <a:bodyPr wrap="none" rtlCol="0">
                <a:spAutoFit/>
              </a:bodyPr>
              <a:lstStyle/>
              <a:p>
                <a:r>
                  <a:rPr lang="en-GB" dirty="0"/>
                  <a:t>Tricycle</a:t>
                </a:r>
              </a:p>
            </p:txBody>
          </p:sp>
          <p:sp>
            <p:nvSpPr>
              <p:cNvPr id="42" name="Oval 41">
                <a:extLst>
                  <a:ext uri="{FF2B5EF4-FFF2-40B4-BE49-F238E27FC236}">
                    <a16:creationId xmlns:a16="http://schemas.microsoft.com/office/drawing/2014/main" id="{311C80D0-E7F2-4A99-A058-E29A0540843A}"/>
                  </a:ext>
                </a:extLst>
              </p:cNvPr>
              <p:cNvSpPr/>
              <p:nvPr/>
            </p:nvSpPr>
            <p:spPr>
              <a:xfrm rot="1551717">
                <a:off x="7581888" y="3313870"/>
                <a:ext cx="50334" cy="4054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Arrow: Curved Down 42">
                <a:extLst>
                  <a:ext uri="{FF2B5EF4-FFF2-40B4-BE49-F238E27FC236}">
                    <a16:creationId xmlns:a16="http://schemas.microsoft.com/office/drawing/2014/main" id="{5920E791-E0F5-4218-8AEC-8DAE814E3745}"/>
                  </a:ext>
                </a:extLst>
              </p:cNvPr>
              <p:cNvSpPr/>
              <p:nvPr/>
            </p:nvSpPr>
            <p:spPr>
              <a:xfrm>
                <a:off x="7495974" y="3191679"/>
                <a:ext cx="341745" cy="13282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54" name="Group 53">
              <a:extLst>
                <a:ext uri="{FF2B5EF4-FFF2-40B4-BE49-F238E27FC236}">
                  <a16:creationId xmlns:a16="http://schemas.microsoft.com/office/drawing/2014/main" id="{3F3C9B28-240A-4AFB-B551-F8D6FD576DEC}"/>
                </a:ext>
              </a:extLst>
            </p:cNvPr>
            <p:cNvGrpSpPr/>
            <p:nvPr/>
          </p:nvGrpSpPr>
          <p:grpSpPr>
            <a:xfrm>
              <a:off x="8650258" y="3430121"/>
              <a:ext cx="1412253" cy="1689887"/>
              <a:chOff x="8650258" y="3374229"/>
              <a:chExt cx="1412253" cy="1689887"/>
            </a:xfrm>
          </p:grpSpPr>
          <p:sp>
            <p:nvSpPr>
              <p:cNvPr id="46" name="Rectangle 45">
                <a:extLst>
                  <a:ext uri="{FF2B5EF4-FFF2-40B4-BE49-F238E27FC236}">
                    <a16:creationId xmlns:a16="http://schemas.microsoft.com/office/drawing/2014/main" id="{3CCCEC3C-9415-4DF3-8FC0-E58C1690F770}"/>
                  </a:ext>
                </a:extLst>
              </p:cNvPr>
              <p:cNvSpPr/>
              <p:nvPr/>
            </p:nvSpPr>
            <p:spPr>
              <a:xfrm>
                <a:off x="8761338" y="3533495"/>
                <a:ext cx="1064546" cy="1086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950F6D43-22C0-4786-9239-3BF4D9BB12A5}"/>
                  </a:ext>
                </a:extLst>
              </p:cNvPr>
              <p:cNvSpPr/>
              <p:nvPr/>
            </p:nvSpPr>
            <p:spPr>
              <a:xfrm>
                <a:off x="9122738" y="3374229"/>
                <a:ext cx="341745" cy="323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15A0229C-0981-463F-85C8-46C0789C6C92}"/>
                  </a:ext>
                </a:extLst>
              </p:cNvPr>
              <p:cNvSpPr txBox="1"/>
              <p:nvPr/>
            </p:nvSpPr>
            <p:spPr>
              <a:xfrm>
                <a:off x="8683255" y="4694784"/>
                <a:ext cx="1097545" cy="369332"/>
              </a:xfrm>
              <a:prstGeom prst="rect">
                <a:avLst/>
              </a:prstGeom>
              <a:noFill/>
            </p:spPr>
            <p:txBody>
              <a:bodyPr wrap="none" rtlCol="0">
                <a:spAutoFit/>
              </a:bodyPr>
              <a:lstStyle/>
              <a:p>
                <a:r>
                  <a:rPr lang="en-GB" dirty="0"/>
                  <a:t>Two steer</a:t>
                </a:r>
              </a:p>
            </p:txBody>
          </p:sp>
          <p:sp>
            <p:nvSpPr>
              <p:cNvPr id="50" name="Oval 49">
                <a:extLst>
                  <a:ext uri="{FF2B5EF4-FFF2-40B4-BE49-F238E27FC236}">
                    <a16:creationId xmlns:a16="http://schemas.microsoft.com/office/drawing/2014/main" id="{2B8869B9-D044-46A3-BB82-872594FCCBB2}"/>
                  </a:ext>
                </a:extLst>
              </p:cNvPr>
              <p:cNvSpPr/>
              <p:nvPr/>
            </p:nvSpPr>
            <p:spPr>
              <a:xfrm rot="1551717">
                <a:off x="8736172" y="4400086"/>
                <a:ext cx="50334" cy="4054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Arrow: Curved Down 50">
                <a:extLst>
                  <a:ext uri="{FF2B5EF4-FFF2-40B4-BE49-F238E27FC236}">
                    <a16:creationId xmlns:a16="http://schemas.microsoft.com/office/drawing/2014/main" id="{6510D62D-898D-46D8-A2B9-016274B8FDFE}"/>
                  </a:ext>
                </a:extLst>
              </p:cNvPr>
              <p:cNvSpPr/>
              <p:nvPr/>
            </p:nvSpPr>
            <p:spPr>
              <a:xfrm>
                <a:off x="8650258" y="4277895"/>
                <a:ext cx="341745" cy="13282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2" name="Oval 51">
                <a:extLst>
                  <a:ext uri="{FF2B5EF4-FFF2-40B4-BE49-F238E27FC236}">
                    <a16:creationId xmlns:a16="http://schemas.microsoft.com/office/drawing/2014/main" id="{267CA838-6409-4366-9656-FD9351A54CA4}"/>
                  </a:ext>
                </a:extLst>
              </p:cNvPr>
              <p:cNvSpPr/>
              <p:nvPr/>
            </p:nvSpPr>
            <p:spPr>
              <a:xfrm rot="1551717">
                <a:off x="9806680" y="4430254"/>
                <a:ext cx="50334" cy="4054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Arrow: Curved Down 52">
                <a:extLst>
                  <a:ext uri="{FF2B5EF4-FFF2-40B4-BE49-F238E27FC236}">
                    <a16:creationId xmlns:a16="http://schemas.microsoft.com/office/drawing/2014/main" id="{C12CC91B-1E56-4689-BDE2-ABEDEC3C2A6E}"/>
                  </a:ext>
                </a:extLst>
              </p:cNvPr>
              <p:cNvSpPr/>
              <p:nvPr/>
            </p:nvSpPr>
            <p:spPr>
              <a:xfrm>
                <a:off x="9720766" y="4308063"/>
                <a:ext cx="341745" cy="13282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pic>
        <p:nvPicPr>
          <p:cNvPr id="44" name="Picture 43" descr="spirit_2">
            <a:extLst>
              <a:ext uri="{FF2B5EF4-FFF2-40B4-BE49-F238E27FC236}">
                <a16:creationId xmlns:a16="http://schemas.microsoft.com/office/drawing/2014/main" id="{2D1AB111-DC59-4248-BBF7-79CE2B27C30D}"/>
              </a:ext>
            </a:extLst>
          </p:cNvPr>
          <p:cNvPicPr>
            <a:picLocks noChangeAspect="1" noChangeArrowheads="1"/>
          </p:cNvPicPr>
          <p:nvPr/>
        </p:nvPicPr>
        <p:blipFill>
          <a:blip r:embed="rId2" cstate="print">
            <a:alphaModFix amt="20000"/>
          </a:blip>
          <a:stretch>
            <a:fillRect/>
          </a:stretch>
        </p:blipFill>
        <p:spPr>
          <a:xfrm>
            <a:off x="0" y="-232486"/>
            <a:ext cx="12192000" cy="8019745"/>
          </a:xfrm>
          <a:prstGeom prst="rect">
            <a:avLst/>
          </a:prstGeom>
          <a:noFill/>
        </p:spPr>
      </p:pic>
    </p:spTree>
    <p:extLst>
      <p:ext uri="{BB962C8B-B14F-4D97-AF65-F5344CB8AC3E}">
        <p14:creationId xmlns:p14="http://schemas.microsoft.com/office/powerpoint/2010/main" val="2876216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9C5B3C-D72B-4406-9072-8EA3AFAD20BA}"/>
              </a:ext>
            </a:extLst>
          </p:cNvPr>
          <p:cNvSpPr>
            <a:spLocks noGrp="1"/>
          </p:cNvSpPr>
          <p:nvPr>
            <p:ph type="title"/>
          </p:nvPr>
        </p:nvSpPr>
        <p:spPr/>
        <p:txBody>
          <a:bodyPr/>
          <a:lstStyle/>
          <a:p>
            <a:r>
              <a:rPr lang="en-GB" dirty="0"/>
              <a:t>Legged Vehicle</a:t>
            </a:r>
          </a:p>
        </p:txBody>
      </p:sp>
      <p:sp>
        <p:nvSpPr>
          <p:cNvPr id="17412" name="Rectangle 3"/>
          <p:cNvSpPr>
            <a:spLocks noGrp="1" noChangeArrowheads="1"/>
          </p:cNvSpPr>
          <p:nvPr>
            <p:ph type="body" sz="quarter" idx="10"/>
          </p:nvPr>
        </p:nvSpPr>
        <p:spPr>
          <a:prstGeom prst="rect">
            <a:avLst/>
          </a:prstGeom>
        </p:spPr>
        <p:txBody>
          <a:bodyPr/>
          <a:lstStyle/>
          <a:p>
            <a:pPr eaLnBrk="1" hangingPunct="1"/>
            <a:r>
              <a:rPr lang="en-GB" dirty="0"/>
              <a:t>Advantages</a:t>
            </a:r>
          </a:p>
          <a:p>
            <a:pPr lvl="1" eaLnBrk="1" hangingPunct="1"/>
            <a:r>
              <a:rPr lang="en-GB" dirty="0"/>
              <a:t>Step over obstacles</a:t>
            </a:r>
          </a:p>
          <a:p>
            <a:pPr lvl="1" eaLnBrk="1" hangingPunct="1"/>
            <a:r>
              <a:rPr lang="en-GB" dirty="0"/>
              <a:t>Walk up and down stairs</a:t>
            </a:r>
          </a:p>
          <a:p>
            <a:pPr lvl="1" eaLnBrk="1" hangingPunct="1"/>
            <a:r>
              <a:rPr lang="en-GB" dirty="0"/>
              <a:t>Step over trenches</a:t>
            </a:r>
          </a:p>
          <a:p>
            <a:pPr lvl="1" eaLnBrk="1" hangingPunct="1"/>
            <a:r>
              <a:rPr lang="en-GB" dirty="0"/>
              <a:t>Smooth ride over rough surface</a:t>
            </a:r>
          </a:p>
          <a:p>
            <a:pPr lvl="1" eaLnBrk="1" hangingPunct="1"/>
            <a:r>
              <a:rPr lang="en-GB" dirty="0"/>
              <a:t>Less damaged on the surface</a:t>
            </a:r>
          </a:p>
          <a:p>
            <a:pPr eaLnBrk="1" hangingPunct="1"/>
            <a:r>
              <a:rPr lang="en-GB" dirty="0"/>
              <a:t>Disadvantages</a:t>
            </a:r>
          </a:p>
          <a:p>
            <a:pPr lvl="1" eaLnBrk="1" hangingPunct="1"/>
            <a:r>
              <a:rPr lang="en-GB" dirty="0"/>
              <a:t>Construction </a:t>
            </a:r>
          </a:p>
          <a:p>
            <a:pPr lvl="1" eaLnBrk="1" hangingPunct="1"/>
            <a:r>
              <a:rPr lang="en-GB" dirty="0"/>
              <a:t>Balance</a:t>
            </a:r>
          </a:p>
          <a:p>
            <a:pPr lvl="1" eaLnBrk="1" hangingPunct="1"/>
            <a:r>
              <a:rPr lang="en-GB" dirty="0"/>
              <a:t>Controlling</a:t>
            </a:r>
          </a:p>
        </p:txBody>
      </p:sp>
      <p:pic>
        <p:nvPicPr>
          <p:cNvPr id="17413" name="Picture 4" descr="sony_qrio1"/>
          <p:cNvPicPr>
            <a:picLocks noGrp="1" noChangeAspect="1" noChangeArrowheads="1"/>
          </p:cNvPicPr>
          <p:nvPr>
            <p:ph idx="4294967295"/>
          </p:nvPr>
        </p:nvPicPr>
        <p:blipFill>
          <a:blip r:embed="rId3" cstate="print"/>
          <a:stretch>
            <a:fillRect/>
          </a:stretch>
        </p:blipFill>
        <p:spPr>
          <a:xfrm>
            <a:off x="6591362" y="1253671"/>
            <a:ext cx="2712436" cy="4582773"/>
          </a:xfrm>
          <a:prstGeom prst="rect">
            <a:avLst/>
          </a:prstGeom>
          <a:noFill/>
        </p:spPr>
      </p:pic>
      <p:sp>
        <p:nvSpPr>
          <p:cNvPr id="17414" name="Text Box 6"/>
          <p:cNvSpPr txBox="1">
            <a:spLocks noChangeArrowheads="1"/>
          </p:cNvSpPr>
          <p:nvPr/>
        </p:nvSpPr>
        <p:spPr bwMode="auto">
          <a:xfrm>
            <a:off x="7793038" y="6021388"/>
            <a:ext cx="2160528" cy="369332"/>
          </a:xfrm>
          <a:prstGeom prst="rect">
            <a:avLst/>
          </a:prstGeom>
          <a:noFill/>
          <a:ln w="9525">
            <a:noFill/>
            <a:miter lim="800000"/>
            <a:headEnd/>
            <a:tailEnd/>
          </a:ln>
        </p:spPr>
        <p:txBody>
          <a:bodyPr wrap="none">
            <a:spAutoFit/>
          </a:bodyPr>
          <a:lstStyle/>
          <a:p>
            <a:r>
              <a:rPr lang="en-GB" dirty="0"/>
              <a:t>Sony QRIO, sony.com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7412">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17412">
                                            <p:txEl>
                                              <p:pRg st="2" end="2"/>
                                            </p:txEl>
                                          </p:spTgt>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17412">
                                            <p:txEl>
                                              <p:pRg st="3" end="3"/>
                                            </p:txEl>
                                          </p:spTgt>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17412">
                                            <p:txEl>
                                              <p:pRg st="4" end="4"/>
                                            </p:txEl>
                                          </p:spTgt>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17412">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7412">
                                            <p:txEl>
                                              <p:pRg st="6" end="6"/>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7412">
                                            <p:txEl>
                                              <p:pRg st="7" end="7"/>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7412">
                                            <p:txEl>
                                              <p:pRg st="8" end="8"/>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74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sz="quarter" idx="10"/>
          </p:nvPr>
        </p:nvSpPr>
        <p:spPr/>
        <p:txBody>
          <a:bodyPr/>
          <a:lstStyle/>
          <a:p>
            <a:pPr eaLnBrk="1" hangingPunct="1"/>
            <a:r>
              <a:rPr lang="en-GB" dirty="0"/>
              <a:t>Static stability</a:t>
            </a:r>
          </a:p>
          <a:p>
            <a:pPr lvl="1" eaLnBrk="1" hangingPunct="1"/>
            <a:r>
              <a:rPr lang="en-GB" dirty="0"/>
              <a:t>Three feet on the ground </a:t>
            </a:r>
          </a:p>
          <a:p>
            <a:pPr lvl="1" eaLnBrk="1" hangingPunct="1"/>
            <a:r>
              <a:rPr lang="en-GB" dirty="0"/>
              <a:t>Centre of gravity within this three feet</a:t>
            </a:r>
          </a:p>
          <a:p>
            <a:pPr eaLnBrk="1" hangingPunct="1"/>
            <a:r>
              <a:rPr lang="en-GB" dirty="0"/>
              <a:t>Dynamic stability (human like)</a:t>
            </a:r>
          </a:p>
          <a:p>
            <a:pPr lvl="1" eaLnBrk="1" hangingPunct="1"/>
            <a:r>
              <a:rPr lang="en-GB" dirty="0"/>
              <a:t>Moving body or feet to maintain centre of gravity </a:t>
            </a:r>
          </a:p>
          <a:p>
            <a:pPr lvl="1" eaLnBrk="1" hangingPunct="1"/>
            <a:endParaRPr lang="en-GB" dirty="0"/>
          </a:p>
        </p:txBody>
      </p:sp>
      <p:pic>
        <p:nvPicPr>
          <p:cNvPr id="18437" name="Picture 4" descr="qrio_walk03"/>
          <p:cNvPicPr>
            <a:picLocks noGrp="1" noChangeAspect="1" noChangeArrowheads="1"/>
          </p:cNvPicPr>
          <p:nvPr>
            <p:ph sz="half" idx="4294967295"/>
          </p:nvPr>
        </p:nvPicPr>
        <p:blipFill>
          <a:blip r:embed="rId3" cstate="print">
            <a:lum contrast="36000"/>
          </a:blip>
          <a:srcRect/>
          <a:stretch>
            <a:fillRect/>
          </a:stretch>
        </p:blipFill>
        <p:spPr>
          <a:xfrm>
            <a:off x="0" y="4365625"/>
            <a:ext cx="6842125" cy="1727200"/>
          </a:xfrm>
          <a:noFill/>
        </p:spPr>
      </p:pic>
      <p:sp>
        <p:nvSpPr>
          <p:cNvPr id="3" name="Title 2">
            <a:extLst>
              <a:ext uri="{FF2B5EF4-FFF2-40B4-BE49-F238E27FC236}">
                <a16:creationId xmlns:a16="http://schemas.microsoft.com/office/drawing/2014/main" id="{12A678CE-C185-40BB-8FC3-89E7178C695B}"/>
              </a:ext>
            </a:extLst>
          </p:cNvPr>
          <p:cNvSpPr>
            <a:spLocks noGrp="1"/>
          </p:cNvSpPr>
          <p:nvPr>
            <p:ph type="title"/>
          </p:nvPr>
        </p:nvSpPr>
        <p:spPr/>
        <p:txBody>
          <a:bodyPr/>
          <a:lstStyle/>
          <a:p>
            <a:r>
              <a:rPr lang="en-GB" dirty="0"/>
              <a:t>Legged Vehicle</a:t>
            </a:r>
          </a:p>
        </p:txBody>
      </p:sp>
      <p:pic>
        <p:nvPicPr>
          <p:cNvPr id="5" name="Picture 4" descr="A plane flying in the air&#10;&#10;Description automatically generated">
            <a:extLst>
              <a:ext uri="{FF2B5EF4-FFF2-40B4-BE49-F238E27FC236}">
                <a16:creationId xmlns:a16="http://schemas.microsoft.com/office/drawing/2014/main" id="{18DF24AF-3A9A-4828-ABF1-A619C9C949DB}"/>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0" y="-533400"/>
            <a:ext cx="12192000" cy="83880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8436">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843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436">
                                            <p:txEl>
                                              <p:pRg st="3" end="3"/>
                                            </p:txEl>
                                          </p:spTgt>
                                        </p:tgtEl>
                                        <p:attrNameLst>
                                          <p:attrName>style.visibility</p:attrName>
                                        </p:attrNameLst>
                                      </p:cBhvr>
                                      <p:to>
                                        <p:strVal val="visible"/>
                                      </p:to>
                                    </p:set>
                                  </p:childTnLst>
                                </p:cTn>
                              </p:par>
                              <p:par>
                                <p:cTn id="17" presetID="1" presetClass="entr" presetSubtype="0" fill="hold" nodeType="withEffect">
                                  <p:stCondLst>
                                    <p:cond delay="500"/>
                                  </p:stCondLst>
                                  <p:childTnLst>
                                    <p:set>
                                      <p:cBhvr>
                                        <p:cTn id="18" dur="1" fill="hold">
                                          <p:stCondLst>
                                            <p:cond delay="0"/>
                                          </p:stCondLst>
                                        </p:cTn>
                                        <p:tgtEl>
                                          <p:spTgt spid="184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4"/>
          <p:cNvPicPr>
            <a:picLocks noGrp="1" noChangeAspect="1" noChangeArrowheads="1"/>
          </p:cNvPicPr>
          <p:nvPr>
            <p:ph sz="half" idx="1"/>
          </p:nvPr>
        </p:nvPicPr>
        <p:blipFill rotWithShape="1">
          <a:blip r:embed="rId2" cstate="print"/>
          <a:srcRect t="8504" b="5866"/>
          <a:stretch/>
        </p:blipFill>
        <p:spPr>
          <a:xfrm>
            <a:off x="2958627" y="3829053"/>
            <a:ext cx="6427146" cy="2895598"/>
          </a:xfrm>
          <a:noFill/>
        </p:spPr>
      </p:pic>
      <p:sp>
        <p:nvSpPr>
          <p:cNvPr id="20486" name="Rectangle 8"/>
          <p:cNvSpPr>
            <a:spLocks noGrp="1" noChangeArrowheads="1"/>
          </p:cNvSpPr>
          <p:nvPr>
            <p:ph sz="half" idx="2"/>
          </p:nvPr>
        </p:nvSpPr>
        <p:spPr/>
        <p:txBody>
          <a:bodyPr/>
          <a:lstStyle/>
          <a:p>
            <a:r>
              <a:rPr lang="en-GB"/>
              <a:t>Parameters that can be measured</a:t>
            </a:r>
          </a:p>
          <a:p>
            <a:pPr lvl="1"/>
            <a:r>
              <a:rPr lang="en-GB"/>
              <a:t>Hip angle</a:t>
            </a:r>
          </a:p>
          <a:p>
            <a:pPr lvl="1"/>
            <a:r>
              <a:rPr lang="en-GB"/>
              <a:t>Leg extension</a:t>
            </a:r>
          </a:p>
          <a:p>
            <a:pPr lvl="1"/>
            <a:r>
              <a:rPr lang="en-GB"/>
              <a:t>Foot on ground </a:t>
            </a:r>
          </a:p>
          <a:p>
            <a:endParaRPr lang="en-GB"/>
          </a:p>
        </p:txBody>
      </p:sp>
      <p:sp>
        <p:nvSpPr>
          <p:cNvPr id="3" name="Title 2">
            <a:extLst>
              <a:ext uri="{FF2B5EF4-FFF2-40B4-BE49-F238E27FC236}">
                <a16:creationId xmlns:a16="http://schemas.microsoft.com/office/drawing/2014/main" id="{1DD77A7B-E0AF-4956-9C67-ED93A2053E0A}"/>
              </a:ext>
            </a:extLst>
          </p:cNvPr>
          <p:cNvSpPr>
            <a:spLocks noGrp="1"/>
          </p:cNvSpPr>
          <p:nvPr>
            <p:ph type="title"/>
          </p:nvPr>
        </p:nvSpPr>
        <p:spPr/>
        <p:txBody>
          <a:bodyPr/>
          <a:lstStyle/>
          <a:p>
            <a:r>
              <a:rPr lang="en-GB" dirty="0"/>
              <a:t>One legged jumper</a:t>
            </a:r>
          </a:p>
        </p:txBody>
      </p:sp>
      <p:sp>
        <p:nvSpPr>
          <p:cNvPr id="20485" name="Rectangle 7"/>
          <p:cNvSpPr>
            <a:spLocks noGrp="1" noChangeArrowheads="1"/>
          </p:cNvSpPr>
          <p:nvPr>
            <p:ph type="body" sz="quarter" idx="4294967295"/>
          </p:nvPr>
        </p:nvSpPr>
        <p:spPr>
          <a:xfrm>
            <a:off x="1390650" y="1893888"/>
            <a:ext cx="10801350" cy="4460875"/>
          </a:xfrm>
          <a:prstGeom prst="rect">
            <a:avLst/>
          </a:prstGeom>
        </p:spPr>
        <p:txBody>
          <a:bodyPr/>
          <a:lstStyle/>
          <a:p>
            <a:pPr eaLnBrk="1" hangingPunct="1"/>
            <a:r>
              <a:rPr lang="en-GB" dirty="0"/>
              <a:t>Parameter that can be controlled</a:t>
            </a:r>
          </a:p>
          <a:p>
            <a:pPr lvl="1" eaLnBrk="1" hangingPunct="1"/>
            <a:r>
              <a:rPr lang="en-GB" dirty="0"/>
              <a:t>Hip angle</a:t>
            </a:r>
          </a:p>
          <a:p>
            <a:pPr lvl="1" eaLnBrk="1" hangingPunct="1"/>
            <a:r>
              <a:rPr lang="en-GB" dirty="0"/>
              <a:t>Leg thrust</a:t>
            </a:r>
          </a:p>
        </p:txBody>
      </p:sp>
      <p:pic>
        <p:nvPicPr>
          <p:cNvPr id="9" name="Picture 8" descr="A plane flying in the air&#10;&#10;Description automatically generated">
            <a:extLst>
              <a:ext uri="{FF2B5EF4-FFF2-40B4-BE49-F238E27FC236}">
                <a16:creationId xmlns:a16="http://schemas.microsoft.com/office/drawing/2014/main" id="{8DE4CB53-8A14-40BD-8026-BDF492FEFC3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533400"/>
            <a:ext cx="12192000" cy="83880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person wearing a suit and tie&#10;&#10;Description automatically generated">
            <a:extLst>
              <a:ext uri="{FF2B5EF4-FFF2-40B4-BE49-F238E27FC236}">
                <a16:creationId xmlns:a16="http://schemas.microsoft.com/office/drawing/2014/main" id="{3F2175B7-D802-4A09-B22A-898B1FE57E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1124" y="1339334"/>
            <a:ext cx="8018432" cy="5334000"/>
          </a:xfrm>
          <a:prstGeom prst="rect">
            <a:avLst/>
          </a:prstGeom>
        </p:spPr>
      </p:pic>
      <p:sp>
        <p:nvSpPr>
          <p:cNvPr id="5" name="Title 4">
            <a:extLst>
              <a:ext uri="{FF2B5EF4-FFF2-40B4-BE49-F238E27FC236}">
                <a16:creationId xmlns:a16="http://schemas.microsoft.com/office/drawing/2014/main" id="{5C2819DB-64D3-4D2C-AC68-BC1306DFD118}"/>
              </a:ext>
            </a:extLst>
          </p:cNvPr>
          <p:cNvSpPr>
            <a:spLocks noGrp="1"/>
          </p:cNvSpPr>
          <p:nvPr>
            <p:ph type="title"/>
          </p:nvPr>
        </p:nvSpPr>
        <p:spPr>
          <a:xfrm>
            <a:off x="838200" y="365125"/>
            <a:ext cx="6162039" cy="1158875"/>
          </a:xfrm>
        </p:spPr>
        <p:txBody>
          <a:bodyPr/>
          <a:lstStyle/>
          <a:p>
            <a:r>
              <a:rPr lang="en-GB" dirty="0"/>
              <a:t>Honda </a:t>
            </a:r>
            <a:r>
              <a:rPr lang="en-GB" dirty="0" err="1"/>
              <a:t>Asimo</a:t>
            </a:r>
            <a:r>
              <a:rPr lang="en-GB" dirty="0"/>
              <a:t> – 20 years</a:t>
            </a:r>
          </a:p>
        </p:txBody>
      </p:sp>
      <p:sp>
        <p:nvSpPr>
          <p:cNvPr id="2" name="Rectangle 1">
            <a:extLst>
              <a:ext uri="{FF2B5EF4-FFF2-40B4-BE49-F238E27FC236}">
                <a16:creationId xmlns:a16="http://schemas.microsoft.com/office/drawing/2014/main" id="{0C5EEF9F-DDE2-4DE8-9A91-B21CD8BD6396}"/>
              </a:ext>
            </a:extLst>
          </p:cNvPr>
          <p:cNvSpPr/>
          <p:nvPr/>
        </p:nvSpPr>
        <p:spPr>
          <a:xfrm>
            <a:off x="409222" y="6370399"/>
            <a:ext cx="3088859" cy="369332"/>
          </a:xfrm>
          <a:prstGeom prst="rect">
            <a:avLst/>
          </a:prstGeom>
        </p:spPr>
        <p:txBody>
          <a:bodyPr wrap="none">
            <a:spAutoFit/>
          </a:bodyPr>
          <a:lstStyle/>
          <a:p>
            <a:r>
              <a:rPr lang="sv-SE" dirty="0">
                <a:hlinkClick r:id="rId4"/>
              </a:rPr>
              <a:t>https://vimeo.com/101276186</a:t>
            </a:r>
            <a:endParaRPr lang="en-GB" dirty="0"/>
          </a:p>
        </p:txBody>
      </p:sp>
      <p:pic>
        <p:nvPicPr>
          <p:cNvPr id="6" name="Picture 5" descr="A picture containing zombie, object, person, man&#10;&#10;Description automatically generated">
            <a:extLst>
              <a:ext uri="{FF2B5EF4-FFF2-40B4-BE49-F238E27FC236}">
                <a16:creationId xmlns:a16="http://schemas.microsoft.com/office/drawing/2014/main" id="{BFD05E40-B5DB-4B7B-8E20-589B4A437A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86040" y="1859280"/>
            <a:ext cx="3253211" cy="4879816"/>
          </a:xfrm>
          <a:prstGeom prst="rect">
            <a:avLst/>
          </a:prstGeom>
        </p:spPr>
      </p:pic>
      <p:pic>
        <p:nvPicPr>
          <p:cNvPr id="9" name="Picture 8" descr="A picture containing object, road, man, water&#10;&#10;Description automatically generated">
            <a:extLst>
              <a:ext uri="{FF2B5EF4-FFF2-40B4-BE49-F238E27FC236}">
                <a16:creationId xmlns:a16="http://schemas.microsoft.com/office/drawing/2014/main" id="{B78B87B2-206D-4356-AD8B-3527A53154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2508" y="1287518"/>
            <a:ext cx="2892531" cy="4615194"/>
          </a:xfrm>
          <a:prstGeom prst="rect">
            <a:avLst/>
          </a:prstGeom>
        </p:spPr>
      </p:pic>
      <p:grpSp>
        <p:nvGrpSpPr>
          <p:cNvPr id="19" name="Group 18">
            <a:extLst>
              <a:ext uri="{FF2B5EF4-FFF2-40B4-BE49-F238E27FC236}">
                <a16:creationId xmlns:a16="http://schemas.microsoft.com/office/drawing/2014/main" id="{19BE3CF5-CCEC-4DC7-9C5F-A44A27E8BB99}"/>
              </a:ext>
            </a:extLst>
          </p:cNvPr>
          <p:cNvGrpSpPr/>
          <p:nvPr/>
        </p:nvGrpSpPr>
        <p:grpSpPr>
          <a:xfrm>
            <a:off x="1595120" y="1287518"/>
            <a:ext cx="565414" cy="4615194"/>
            <a:chOff x="1595120" y="1287518"/>
            <a:chExt cx="565414" cy="4615194"/>
          </a:xfrm>
        </p:grpSpPr>
        <p:cxnSp>
          <p:nvCxnSpPr>
            <p:cNvPr id="12" name="Straight Connector 11">
              <a:extLst>
                <a:ext uri="{FF2B5EF4-FFF2-40B4-BE49-F238E27FC236}">
                  <a16:creationId xmlns:a16="http://schemas.microsoft.com/office/drawing/2014/main" id="{DD5C007C-519C-4E82-82C7-A3FCF176C5BF}"/>
                </a:ext>
              </a:extLst>
            </p:cNvPr>
            <p:cNvCxnSpPr>
              <a:cxnSpLocks/>
            </p:cNvCxnSpPr>
            <p:nvPr/>
          </p:nvCxnSpPr>
          <p:spPr>
            <a:xfrm>
              <a:off x="2160534" y="1287518"/>
              <a:ext cx="0" cy="4615194"/>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16EB4-293D-464D-B2D5-87B2B80B3AAC}"/>
                </a:ext>
              </a:extLst>
            </p:cNvPr>
            <p:cNvCxnSpPr>
              <a:stCxn id="9" idx="0"/>
            </p:cNvCxnSpPr>
            <p:nvPr/>
          </p:nvCxnSpPr>
          <p:spPr>
            <a:xfrm flipH="1">
              <a:off x="2048773" y="1287518"/>
              <a:ext cx="1" cy="23075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8FE89EB-2E4D-489F-BA3B-10C8090AFBF5}"/>
                </a:ext>
              </a:extLst>
            </p:cNvPr>
            <p:cNvCxnSpPr/>
            <p:nvPr/>
          </p:nvCxnSpPr>
          <p:spPr>
            <a:xfrm flipH="1">
              <a:off x="1595120" y="3595115"/>
              <a:ext cx="447568" cy="2307597"/>
            </a:xfrm>
            <a:prstGeom prst="line">
              <a:avLst/>
            </a:prstGeom>
            <a:ln w="381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747A5-6089-46CF-9CDB-F3D25B4BCAB4}"/>
              </a:ext>
            </a:extLst>
          </p:cNvPr>
          <p:cNvSpPr>
            <a:spLocks noGrp="1"/>
          </p:cNvSpPr>
          <p:nvPr>
            <p:ph type="title"/>
          </p:nvPr>
        </p:nvSpPr>
        <p:spPr/>
        <p:txBody>
          <a:bodyPr/>
          <a:lstStyle/>
          <a:p>
            <a:endParaRPr lang="sv-SE"/>
          </a:p>
        </p:txBody>
      </p:sp>
      <p:sp>
        <p:nvSpPr>
          <p:cNvPr id="3" name="Text Placeholder 2">
            <a:extLst>
              <a:ext uri="{FF2B5EF4-FFF2-40B4-BE49-F238E27FC236}">
                <a16:creationId xmlns:a16="http://schemas.microsoft.com/office/drawing/2014/main" id="{92041162-5B00-458E-A06C-15BE13AFF88A}"/>
              </a:ext>
            </a:extLst>
          </p:cNvPr>
          <p:cNvSpPr>
            <a:spLocks noGrp="1"/>
          </p:cNvSpPr>
          <p:nvPr>
            <p:ph type="body" sz="quarter" idx="10"/>
          </p:nvPr>
        </p:nvSpPr>
        <p:spPr/>
        <p:txBody>
          <a:bodyPr/>
          <a:lstStyle/>
          <a:p>
            <a:endParaRPr lang="sv-SE"/>
          </a:p>
        </p:txBody>
      </p:sp>
      <p:pic>
        <p:nvPicPr>
          <p:cNvPr id="4" name="Picture 3" descr="A plane flying in the air&#10;&#10;Description automatically generated">
            <a:extLst>
              <a:ext uri="{FF2B5EF4-FFF2-40B4-BE49-F238E27FC236}">
                <a16:creationId xmlns:a16="http://schemas.microsoft.com/office/drawing/2014/main" id="{401C4750-8D33-4AEC-90BC-E8DC243A2A50}"/>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533400"/>
            <a:ext cx="12192000" cy="8388096"/>
          </a:xfrm>
          <a:prstGeom prst="rect">
            <a:avLst/>
          </a:prstGeom>
        </p:spPr>
      </p:pic>
    </p:spTree>
    <p:extLst>
      <p:ext uri="{BB962C8B-B14F-4D97-AF65-F5344CB8AC3E}">
        <p14:creationId xmlns:p14="http://schemas.microsoft.com/office/powerpoint/2010/main" val="2869103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7777E3-3AFB-4BD0-AAB0-76C4864C1E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5479" y="2855394"/>
            <a:ext cx="3080921" cy="3950922"/>
          </a:xfrm>
          <a:prstGeom prst="rect">
            <a:avLst/>
          </a:prstGeom>
        </p:spPr>
      </p:pic>
      <p:sp>
        <p:nvSpPr>
          <p:cNvPr id="5" name="TextBox 4">
            <a:extLst>
              <a:ext uri="{FF2B5EF4-FFF2-40B4-BE49-F238E27FC236}">
                <a16:creationId xmlns:a16="http://schemas.microsoft.com/office/drawing/2014/main" id="{90F30BC9-9D45-4999-9550-327E66D8D704}"/>
              </a:ext>
            </a:extLst>
          </p:cNvPr>
          <p:cNvSpPr txBox="1"/>
          <p:nvPr/>
        </p:nvSpPr>
        <p:spPr>
          <a:xfrm>
            <a:off x="11196215" y="6544706"/>
            <a:ext cx="995785" cy="261610"/>
          </a:xfrm>
          <a:prstGeom prst="rect">
            <a:avLst/>
          </a:prstGeom>
          <a:noFill/>
        </p:spPr>
        <p:txBody>
          <a:bodyPr wrap="none" rtlCol="0">
            <a:spAutoFit/>
          </a:bodyPr>
          <a:lstStyle/>
          <a:p>
            <a:r>
              <a:rPr lang="en-GB" sz="1100" dirty="0"/>
              <a:t>CC0 Sony.com</a:t>
            </a:r>
          </a:p>
        </p:txBody>
      </p:sp>
      <p:sp>
        <p:nvSpPr>
          <p:cNvPr id="3" name="Title 2">
            <a:extLst>
              <a:ext uri="{FF2B5EF4-FFF2-40B4-BE49-F238E27FC236}">
                <a16:creationId xmlns:a16="http://schemas.microsoft.com/office/drawing/2014/main" id="{40D54246-1D6A-4162-B029-695BDC468D59}"/>
              </a:ext>
            </a:extLst>
          </p:cNvPr>
          <p:cNvSpPr>
            <a:spLocks noGrp="1"/>
          </p:cNvSpPr>
          <p:nvPr>
            <p:ph type="title"/>
          </p:nvPr>
        </p:nvSpPr>
        <p:spPr/>
        <p:txBody>
          <a:bodyPr/>
          <a:lstStyle/>
          <a:p>
            <a:r>
              <a:rPr lang="en-GB" dirty="0"/>
              <a:t>Robot design – Manipulator arm</a:t>
            </a:r>
          </a:p>
        </p:txBody>
      </p:sp>
      <p:pic>
        <p:nvPicPr>
          <p:cNvPr id="6" name="Picture 5" descr="A picture containing building, orange, street, toy&#10;&#10;Description automatically generated">
            <a:extLst>
              <a:ext uri="{FF2B5EF4-FFF2-40B4-BE49-F238E27FC236}">
                <a16:creationId xmlns:a16="http://schemas.microsoft.com/office/drawing/2014/main" id="{D6B50B8B-F063-494F-BF71-1626D8482022}"/>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543877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5" name="Rectangle 73">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854D010E-3C67-4324-A70E-92D5CF3AE89A}"/>
              </a:ext>
            </a:extLst>
          </p:cNvPr>
          <p:cNvSpPr>
            <a:spLocks noGrp="1"/>
          </p:cNvSpPr>
          <p:nvPr>
            <p:ph type="title"/>
          </p:nvPr>
        </p:nvSpPr>
        <p:spPr>
          <a:xfrm>
            <a:off x="6094105" y="802955"/>
            <a:ext cx="4977976" cy="1454051"/>
          </a:xfrm>
        </p:spPr>
        <p:txBody>
          <a:bodyPr vert="horz" lIns="91440" tIns="45720" rIns="91440" bIns="45720" rtlCol="0" anchor="ctr">
            <a:normAutofit/>
          </a:bodyPr>
          <a:lstStyle/>
          <a:p>
            <a:r>
              <a:rPr lang="en-US">
                <a:solidFill>
                  <a:srgbClr val="000000"/>
                </a:solidFill>
              </a:rPr>
              <a:t>Manipulator Arm</a:t>
            </a:r>
          </a:p>
        </p:txBody>
      </p:sp>
      <p:sp>
        <p:nvSpPr>
          <p:cNvPr id="78"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2533" name="Picture 4" descr="sony_ers-7"/>
          <p:cNvPicPr>
            <a:picLocks noGrp="1" noChangeAspect="1" noChangeArrowheads="1"/>
          </p:cNvPicPr>
          <p:nvPr>
            <p:ph sz="half" idx="4294967295"/>
          </p:nvPr>
        </p:nvPicPr>
        <p:blipFill rotWithShape="1">
          <a:blip r:embed="rId4" cstate="print">
            <a:alphaModFix/>
          </a:blip>
          <a:srcRect r="-2" b="828"/>
          <a:stretch/>
        </p:blipFill>
        <p:spPr>
          <a:xfrm>
            <a:off x="20" y="907231"/>
            <a:ext cx="4838021" cy="5063738"/>
          </a:xfrm>
          <a:custGeom>
            <a:avLst/>
            <a:gdLst>
              <a:gd name="connsiteX0" fmla="*/ 2306172 w 4838041"/>
              <a:gd name="connsiteY0" fmla="*/ 0 h 5063738"/>
              <a:gd name="connsiteX1" fmla="*/ 4838041 w 4838041"/>
              <a:gd name="connsiteY1" fmla="*/ 2531869 h 5063738"/>
              <a:gd name="connsiteX2" fmla="*/ 2306172 w 4838041"/>
              <a:gd name="connsiteY2" fmla="*/ 5063738 h 5063738"/>
              <a:gd name="connsiteX3" fmla="*/ 79886 w 4838041"/>
              <a:gd name="connsiteY3" fmla="*/ 3738709 h 5063738"/>
              <a:gd name="connsiteX4" fmla="*/ 0 w 4838041"/>
              <a:gd name="connsiteY4" fmla="*/ 3572876 h 5063738"/>
              <a:gd name="connsiteX5" fmla="*/ 0 w 4838041"/>
              <a:gd name="connsiteY5" fmla="*/ 1490863 h 5063738"/>
              <a:gd name="connsiteX6" fmla="*/ 79886 w 4838041"/>
              <a:gd name="connsiteY6" fmla="*/ 1325030 h 5063738"/>
              <a:gd name="connsiteX7" fmla="*/ 2306172 w 4838041"/>
              <a:gd name="connsiteY7" fmla="*/ 0 h 50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p:spPr>
      </p:pic>
      <p:sp>
        <p:nvSpPr>
          <p:cNvPr id="22532" name="Rectangle 3"/>
          <p:cNvSpPr>
            <a:spLocks noGrp="1" noChangeArrowheads="1"/>
          </p:cNvSpPr>
          <p:nvPr>
            <p:ph type="body" sz="quarter" idx="10"/>
          </p:nvPr>
        </p:nvSpPr>
        <p:spPr>
          <a:xfrm>
            <a:off x="6090574" y="2421682"/>
            <a:ext cx="4977578" cy="3639289"/>
          </a:xfrm>
        </p:spPr>
        <p:txBody>
          <a:bodyPr vert="horz" lIns="91440" tIns="45720" rIns="91440" bIns="45720" rtlCol="0" anchor="ctr">
            <a:noAutofit/>
          </a:bodyPr>
          <a:lstStyle/>
          <a:p>
            <a:r>
              <a:rPr lang="en-US" sz="2400" dirty="0">
                <a:solidFill>
                  <a:srgbClr val="000000"/>
                </a:solidFill>
              </a:rPr>
              <a:t>Copy of the human evolution, called articulated arm	</a:t>
            </a:r>
          </a:p>
          <a:p>
            <a:r>
              <a:rPr lang="en-US" sz="2400" dirty="0">
                <a:solidFill>
                  <a:srgbClr val="000000"/>
                </a:solidFill>
              </a:rPr>
              <a:t>Increased flexibility, less degree of freedom</a:t>
            </a:r>
          </a:p>
          <a:p>
            <a:r>
              <a:rPr lang="en-US" sz="2400" dirty="0">
                <a:solidFill>
                  <a:srgbClr val="000000"/>
                </a:solidFill>
              </a:rPr>
              <a:t>Classified depending on the combination of joints</a:t>
            </a:r>
          </a:p>
          <a:p>
            <a:r>
              <a:rPr lang="en-US" sz="2400" dirty="0">
                <a:solidFill>
                  <a:srgbClr val="000000"/>
                </a:solidFill>
              </a:rPr>
              <a:t>Consists of</a:t>
            </a:r>
          </a:p>
          <a:p>
            <a:pPr lvl="1"/>
            <a:r>
              <a:rPr lang="en-US" dirty="0">
                <a:solidFill>
                  <a:srgbClr val="000000"/>
                </a:solidFill>
              </a:rPr>
              <a:t>Vehicle</a:t>
            </a:r>
          </a:p>
          <a:p>
            <a:pPr lvl="1"/>
            <a:r>
              <a:rPr lang="en-US" dirty="0">
                <a:solidFill>
                  <a:srgbClr val="000000"/>
                </a:solidFill>
              </a:rPr>
              <a:t>Arm</a:t>
            </a:r>
          </a:p>
          <a:p>
            <a:pPr lvl="1"/>
            <a:r>
              <a:rPr lang="en-US" dirty="0">
                <a:solidFill>
                  <a:srgbClr val="000000"/>
                </a:solidFill>
              </a:rPr>
              <a:t>Wrist</a:t>
            </a:r>
          </a:p>
          <a:p>
            <a:endParaRPr lang="en-US"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2">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500"/>
                                  </p:stCondLst>
                                  <p:childTnLst>
                                    <p:set>
                                      <p:cBhvr>
                                        <p:cTn id="21" dur="1" fill="hold">
                                          <p:stCondLst>
                                            <p:cond delay="0"/>
                                          </p:stCondLst>
                                        </p:cTn>
                                        <p:tgtEl>
                                          <p:spTgt spid="22532">
                                            <p:txEl>
                                              <p:pRg st="4" end="4"/>
                                            </p:txEl>
                                          </p:spTgt>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grpId="0" nodeType="afterEffect">
                                  <p:stCondLst>
                                    <p:cond delay="500"/>
                                  </p:stCondLst>
                                  <p:childTnLst>
                                    <p:set>
                                      <p:cBhvr>
                                        <p:cTn id="24" dur="1" fill="hold">
                                          <p:stCondLst>
                                            <p:cond delay="0"/>
                                          </p:stCondLst>
                                        </p:cTn>
                                        <p:tgtEl>
                                          <p:spTgt spid="22532">
                                            <p:txEl>
                                              <p:pRg st="5" end="5"/>
                                            </p:txEl>
                                          </p:spTgt>
                                        </p:tgtEl>
                                        <p:attrNameLst>
                                          <p:attrName>style.visibility</p:attrName>
                                        </p:attrNameLst>
                                      </p:cBhvr>
                                      <p:to>
                                        <p:strVal val="visible"/>
                                      </p:to>
                                    </p:set>
                                  </p:childTnLst>
                                </p:cTn>
                              </p:par>
                            </p:childTnLst>
                          </p:cTn>
                        </p:par>
                        <p:par>
                          <p:cTn id="25" fill="hold">
                            <p:stCondLst>
                              <p:cond delay="1000"/>
                            </p:stCondLst>
                            <p:childTnLst>
                              <p:par>
                                <p:cTn id="26" presetID="1" presetClass="entr" presetSubtype="0" fill="hold" grpId="0" nodeType="afterEffect">
                                  <p:stCondLst>
                                    <p:cond delay="500"/>
                                  </p:stCondLst>
                                  <p:childTnLst>
                                    <p:set>
                                      <p:cBhvr>
                                        <p:cTn id="27" dur="1" fill="hold">
                                          <p:stCondLst>
                                            <p:cond delay="0"/>
                                          </p:stCondLst>
                                        </p:cTn>
                                        <p:tgtEl>
                                          <p:spTgt spid="2253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hlinkClick r:id="rId3"/>
            <a:extLst>
              <a:ext uri="{FF2B5EF4-FFF2-40B4-BE49-F238E27FC236}">
                <a16:creationId xmlns:a16="http://schemas.microsoft.com/office/drawing/2014/main" id="{0FCB8292-3236-4AB0-AA2F-264A53E69E8C}"/>
              </a:ext>
            </a:extLst>
          </p:cNvPr>
          <p:cNvPicPr>
            <a:picLocks noGrp="1" noChangeAspect="1"/>
          </p:cNvPicPr>
          <p:nvPr>
            <p:ph idx="4294967295"/>
          </p:nvPr>
        </p:nvPicPr>
        <p:blipFill>
          <a:blip r:embed="rId4" cstate="print">
            <a:extLst>
              <a:ext uri="{28A0092B-C50C-407E-A947-70E740481C1C}">
                <a14:useLocalDpi xmlns:a14="http://schemas.microsoft.com/office/drawing/2010/main" val="0"/>
              </a:ext>
            </a:extLst>
          </a:blip>
          <a:stretch>
            <a:fillRect/>
          </a:stretch>
        </p:blipFill>
        <p:spPr>
          <a:xfrm>
            <a:off x="0" y="1477963"/>
            <a:ext cx="5853113" cy="3902075"/>
          </a:xfrm>
        </p:spPr>
      </p:pic>
      <p:sp>
        <p:nvSpPr>
          <p:cNvPr id="4" name="Title 3">
            <a:extLst>
              <a:ext uri="{FF2B5EF4-FFF2-40B4-BE49-F238E27FC236}">
                <a16:creationId xmlns:a16="http://schemas.microsoft.com/office/drawing/2014/main" id="{80561069-4FAD-4CF0-A381-7F50B14EC3E6}"/>
              </a:ext>
            </a:extLst>
          </p:cNvPr>
          <p:cNvSpPr>
            <a:spLocks noGrp="1"/>
          </p:cNvSpPr>
          <p:nvPr>
            <p:ph type="title" idx="4294967295"/>
          </p:nvPr>
        </p:nvSpPr>
        <p:spPr>
          <a:xfrm>
            <a:off x="0" y="365125"/>
            <a:ext cx="5313363" cy="1158875"/>
          </a:xfrm>
          <a:prstGeom prst="rect">
            <a:avLst/>
          </a:prstGeom>
        </p:spPr>
        <p:txBody>
          <a:bodyPr/>
          <a:lstStyle/>
          <a:p>
            <a:r>
              <a:rPr lang="en-GB" dirty="0"/>
              <a:t>Manipulator Arm</a:t>
            </a:r>
          </a:p>
        </p:txBody>
      </p:sp>
      <p:pic>
        <p:nvPicPr>
          <p:cNvPr id="23556" name="Picture 5" descr="811">
            <a:hlinkClick r:id="rId5"/>
          </p:cNvPr>
          <p:cNvPicPr>
            <a:picLocks noGrp="1" noChangeAspect="1" noChangeArrowheads="1"/>
          </p:cNvPicPr>
          <p:nvPr>
            <p:ph idx="4294967295"/>
          </p:nvPr>
        </p:nvPicPr>
        <p:blipFill>
          <a:blip r:embed="rId6" cstate="print"/>
          <a:stretch>
            <a:fillRect/>
          </a:stretch>
        </p:blipFill>
        <p:spPr>
          <a:xfrm>
            <a:off x="6096000" y="1272788"/>
            <a:ext cx="2876550" cy="4322762"/>
          </a:xfrm>
          <a:prstGeom prst="rect">
            <a:avLst/>
          </a:prstGeom>
        </p:spPr>
      </p:pic>
      <p:pic>
        <p:nvPicPr>
          <p:cNvPr id="23558" name="Picture 3" descr="266">
            <a:hlinkClick r:id="rId3"/>
          </p:cNvPr>
          <p:cNvPicPr>
            <a:picLocks noGrp="1" noChangeAspect="1" noChangeArrowheads="1"/>
          </p:cNvPicPr>
          <p:nvPr>
            <p:ph sz="half" idx="4294967295"/>
          </p:nvPr>
        </p:nvPicPr>
        <p:blipFill>
          <a:blip r:embed="rId7" cstate="print"/>
          <a:srcRect/>
          <a:stretch>
            <a:fillRect/>
          </a:stretch>
        </p:blipFill>
        <p:spPr>
          <a:xfrm>
            <a:off x="1564640" y="1984762"/>
            <a:ext cx="3087688" cy="3600450"/>
          </a:xfrm>
          <a:prstGeom prst="rect">
            <a:avLst/>
          </a:prstGeom>
        </p:spPr>
      </p:pic>
      <p:sp>
        <p:nvSpPr>
          <p:cNvPr id="23559" name="TextBox 9"/>
          <p:cNvSpPr txBox="1">
            <a:spLocks noChangeArrowheads="1"/>
          </p:cNvSpPr>
          <p:nvPr/>
        </p:nvSpPr>
        <p:spPr bwMode="auto">
          <a:xfrm>
            <a:off x="2646986" y="6519863"/>
            <a:ext cx="5889497" cy="338554"/>
          </a:xfrm>
          <a:prstGeom prst="rect">
            <a:avLst/>
          </a:prstGeom>
          <a:noFill/>
          <a:ln w="9525">
            <a:noFill/>
            <a:miter lim="800000"/>
            <a:headEnd/>
            <a:tailEnd/>
          </a:ln>
        </p:spPr>
        <p:txBody>
          <a:bodyPr wrap="none">
            <a:spAutoFit/>
          </a:bodyPr>
          <a:lstStyle/>
          <a:p>
            <a:r>
              <a:rPr lang="en-US" sz="1600" dirty="0"/>
              <a:t>http://www.youtube.com/watch?v=v9oeOYMRvuQ&amp;feature=related</a:t>
            </a:r>
          </a:p>
        </p:txBody>
      </p:sp>
      <p:sp>
        <p:nvSpPr>
          <p:cNvPr id="7" name="TextBox 6">
            <a:extLst>
              <a:ext uri="{FF2B5EF4-FFF2-40B4-BE49-F238E27FC236}">
                <a16:creationId xmlns:a16="http://schemas.microsoft.com/office/drawing/2014/main" id="{B0BBD73F-B793-4FD7-9AC1-09EC9BADCE6D}"/>
              </a:ext>
            </a:extLst>
          </p:cNvPr>
          <p:cNvSpPr txBox="1"/>
          <p:nvPr/>
        </p:nvSpPr>
        <p:spPr>
          <a:xfrm>
            <a:off x="5414563" y="5308213"/>
            <a:ext cx="1362874" cy="276999"/>
          </a:xfrm>
          <a:prstGeom prst="rect">
            <a:avLst/>
          </a:prstGeom>
          <a:noFill/>
        </p:spPr>
        <p:txBody>
          <a:bodyPr wrap="none" rtlCol="0">
            <a:spAutoFit/>
          </a:bodyPr>
          <a:lstStyle/>
          <a:p>
            <a:r>
              <a:rPr lang="en-GB" sz="1200" dirty="0"/>
              <a:t>CC0 Public Domain</a:t>
            </a:r>
          </a:p>
        </p:txBody>
      </p:sp>
      <p:sp>
        <p:nvSpPr>
          <p:cNvPr id="2" name="Rectangle 1">
            <a:extLst>
              <a:ext uri="{FF2B5EF4-FFF2-40B4-BE49-F238E27FC236}">
                <a16:creationId xmlns:a16="http://schemas.microsoft.com/office/drawing/2014/main" id="{1ED83013-2521-4B6E-B211-8C44DEA6E68F}"/>
              </a:ext>
            </a:extLst>
          </p:cNvPr>
          <p:cNvSpPr/>
          <p:nvPr/>
        </p:nvSpPr>
        <p:spPr>
          <a:xfrm>
            <a:off x="6980012" y="6018014"/>
            <a:ext cx="4957896" cy="369332"/>
          </a:xfrm>
          <a:prstGeom prst="rect">
            <a:avLst/>
          </a:prstGeom>
        </p:spPr>
        <p:txBody>
          <a:bodyPr wrap="none">
            <a:spAutoFit/>
          </a:bodyPr>
          <a:lstStyle/>
          <a:p>
            <a:r>
              <a:rPr lang="sv-SE" dirty="0">
                <a:hlinkClick r:id="rId8"/>
              </a:rPr>
              <a:t>https://www.youtube.com/watch?v=aPTd8XDZOEk</a:t>
            </a:r>
            <a:endParaRPr lang="en-GB" dirty="0"/>
          </a:p>
        </p:txBody>
      </p:sp>
      <p:sp>
        <p:nvSpPr>
          <p:cNvPr id="3" name="Rectangle 2">
            <a:extLst>
              <a:ext uri="{FF2B5EF4-FFF2-40B4-BE49-F238E27FC236}">
                <a16:creationId xmlns:a16="http://schemas.microsoft.com/office/drawing/2014/main" id="{CB63806E-DBDA-4C27-84BA-A4CCCABC1288}"/>
              </a:ext>
            </a:extLst>
          </p:cNvPr>
          <p:cNvSpPr/>
          <p:nvPr/>
        </p:nvSpPr>
        <p:spPr>
          <a:xfrm>
            <a:off x="6980012" y="5613732"/>
            <a:ext cx="4893263" cy="369332"/>
          </a:xfrm>
          <a:prstGeom prst="rect">
            <a:avLst/>
          </a:prstGeom>
        </p:spPr>
        <p:txBody>
          <a:bodyPr wrap="none">
            <a:spAutoFit/>
          </a:bodyPr>
          <a:lstStyle/>
          <a:p>
            <a:r>
              <a:rPr lang="en-GB" dirty="0"/>
              <a:t>https://www.youtube.com/watch?v=vyEvkHXFg_Y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andled2">
            <a:extLst>
              <a:ext uri="{FF2B5EF4-FFF2-40B4-BE49-F238E27FC236}">
                <a16:creationId xmlns:a16="http://schemas.microsoft.com/office/drawing/2014/main" id="{20C953F3-B7E9-4598-BC6A-E155B85CB1D8}"/>
              </a:ext>
            </a:extLst>
          </p:cNvPr>
          <p:cNvPicPr>
            <a:picLocks noChangeAspect="1" noChangeArrowheads="1"/>
          </p:cNvPicPr>
          <p:nvPr/>
        </p:nvPicPr>
        <p:blipFill>
          <a:blip r:embed="rId2" cstate="print"/>
          <a:stretch>
            <a:fillRect/>
          </a:stretch>
        </p:blipFill>
        <p:spPr>
          <a:xfrm>
            <a:off x="1468340" y="1095110"/>
            <a:ext cx="3906194" cy="5397765"/>
          </a:xfrm>
          <a:prstGeom prst="rect">
            <a:avLst/>
          </a:prstGeom>
          <a:noFill/>
        </p:spPr>
      </p:pic>
      <p:sp>
        <p:nvSpPr>
          <p:cNvPr id="24579" name="Rectangle 2"/>
          <p:cNvSpPr>
            <a:spLocks noGrp="1" noChangeArrowheads="1"/>
          </p:cNvSpPr>
          <p:nvPr>
            <p:ph type="title"/>
          </p:nvPr>
        </p:nvSpPr>
        <p:spPr>
          <a:prstGeom prst="rect">
            <a:avLst/>
          </a:prstGeom>
        </p:spPr>
        <p:txBody>
          <a:bodyPr/>
          <a:lstStyle/>
          <a:p>
            <a:pPr eaLnBrk="1" hangingPunct="1"/>
            <a:r>
              <a:rPr lang="en-GB" dirty="0"/>
              <a:t>Construction of robot arm</a:t>
            </a:r>
          </a:p>
        </p:txBody>
      </p:sp>
      <p:sp>
        <p:nvSpPr>
          <p:cNvPr id="3" name="TextBox 2">
            <a:extLst>
              <a:ext uri="{FF2B5EF4-FFF2-40B4-BE49-F238E27FC236}">
                <a16:creationId xmlns:a16="http://schemas.microsoft.com/office/drawing/2014/main" id="{1FE18689-24CD-4989-9F59-AC260F28CD60}"/>
              </a:ext>
            </a:extLst>
          </p:cNvPr>
          <p:cNvSpPr txBox="1"/>
          <p:nvPr/>
        </p:nvSpPr>
        <p:spPr>
          <a:xfrm>
            <a:off x="208059" y="6553200"/>
            <a:ext cx="1260281" cy="261610"/>
          </a:xfrm>
          <a:prstGeom prst="rect">
            <a:avLst/>
          </a:prstGeom>
          <a:noFill/>
        </p:spPr>
        <p:txBody>
          <a:bodyPr wrap="none" rtlCol="0">
            <a:spAutoFit/>
          </a:bodyPr>
          <a:lstStyle/>
          <a:p>
            <a:r>
              <a:rPr lang="en-GB" sz="1050" dirty="0"/>
              <a:t>CC0 Public Domain</a:t>
            </a:r>
          </a:p>
        </p:txBody>
      </p:sp>
      <p:pic>
        <p:nvPicPr>
          <p:cNvPr id="6" name="Picture 5">
            <a:extLst>
              <a:ext uri="{FF2B5EF4-FFF2-40B4-BE49-F238E27FC236}">
                <a16:creationId xmlns:a16="http://schemas.microsoft.com/office/drawing/2014/main" id="{5A944C3A-FE11-4A33-AD67-83766DFBC94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017" r="33001"/>
          <a:stretch/>
        </p:blipFill>
        <p:spPr>
          <a:xfrm rot="5400000">
            <a:off x="6587331" y="1410494"/>
            <a:ext cx="4351338" cy="51816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GB"/>
              <a:t>Coordinates</a:t>
            </a:r>
          </a:p>
        </p:txBody>
      </p:sp>
      <p:sp>
        <p:nvSpPr>
          <p:cNvPr id="25604" name="Rectangle 3"/>
          <p:cNvSpPr>
            <a:spLocks noGrp="1" noChangeArrowheads="1"/>
          </p:cNvSpPr>
          <p:nvPr>
            <p:ph type="body" sz="quarter" idx="10"/>
          </p:nvPr>
        </p:nvSpPr>
        <p:spPr/>
        <p:txBody>
          <a:bodyPr>
            <a:normAutofit/>
          </a:bodyPr>
          <a:lstStyle/>
          <a:p>
            <a:pPr eaLnBrk="1" hangingPunct="1"/>
            <a:r>
              <a:rPr lang="en-GB" dirty="0"/>
              <a:t>Different references for coordinates</a:t>
            </a:r>
          </a:p>
          <a:p>
            <a:pPr lvl="1" eaLnBrk="1" hangingPunct="1"/>
            <a:r>
              <a:rPr lang="en-GB" dirty="0"/>
              <a:t>Motor (pulses within the motors)</a:t>
            </a:r>
          </a:p>
          <a:p>
            <a:pPr lvl="1" eaLnBrk="1" hangingPunct="1"/>
            <a:r>
              <a:rPr lang="en-GB" dirty="0"/>
              <a:t>Joint (angles between the links)</a:t>
            </a:r>
          </a:p>
          <a:p>
            <a:pPr lvl="1" eaLnBrk="1" hangingPunct="1"/>
            <a:r>
              <a:rPr lang="en-GB" dirty="0"/>
              <a:t>World (reference to the environment)</a:t>
            </a:r>
          </a:p>
          <a:p>
            <a:pPr lvl="1" eaLnBrk="1" hangingPunct="1"/>
            <a:r>
              <a:rPr lang="en-GB" dirty="0"/>
              <a:t>Tool (according to the tool plate)</a:t>
            </a:r>
          </a:p>
          <a:p>
            <a:pPr lvl="1" eaLnBrk="1" hangingPunct="1"/>
            <a:r>
              <a:rPr lang="en-GB" dirty="0"/>
              <a:t>Work object (according to the working object)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25604">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25604">
                                            <p:txEl>
                                              <p:pRg st="2" end="2"/>
                                            </p:txEl>
                                          </p:spTgt>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25604">
                                            <p:txEl>
                                              <p:pRg st="3" end="3"/>
                                            </p:txEl>
                                          </p:spTgt>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25604">
                                            <p:txEl>
                                              <p:pRg st="4" end="4"/>
                                            </p:txEl>
                                          </p:spTgt>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2560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13"/>
          <p:cNvSpPr>
            <a:spLocks noGrp="1" noChangeArrowheads="1"/>
          </p:cNvSpPr>
          <p:nvPr>
            <p:ph type="body" sz="quarter" idx="10"/>
          </p:nvPr>
        </p:nvSpPr>
        <p:spPr/>
        <p:txBody>
          <a:bodyPr/>
          <a:lstStyle/>
          <a:p>
            <a:pPr eaLnBrk="1" hangingPunct="1"/>
            <a:r>
              <a:rPr lang="en-GB" dirty="0"/>
              <a:t>Three degrees of freedom</a:t>
            </a:r>
          </a:p>
          <a:p>
            <a:pPr eaLnBrk="1" hangingPunct="1"/>
            <a:r>
              <a:rPr lang="en-GB" dirty="0"/>
              <a:t>Nautical terms</a:t>
            </a:r>
          </a:p>
          <a:p>
            <a:pPr lvl="1" eaLnBrk="1" hangingPunct="1"/>
            <a:r>
              <a:rPr lang="en-GB" dirty="0"/>
              <a:t>Yaw x-direction</a:t>
            </a:r>
          </a:p>
          <a:p>
            <a:pPr lvl="1" eaLnBrk="1" hangingPunct="1"/>
            <a:r>
              <a:rPr lang="en-GB" dirty="0"/>
              <a:t>Pitch y-direction</a:t>
            </a:r>
          </a:p>
          <a:p>
            <a:pPr lvl="1" eaLnBrk="1" hangingPunct="1"/>
            <a:r>
              <a:rPr lang="en-GB" dirty="0"/>
              <a:t>Roll z-direction</a:t>
            </a:r>
          </a:p>
          <a:p>
            <a:pPr eaLnBrk="1" hangingPunct="1"/>
            <a:r>
              <a:rPr lang="en-GB" dirty="0"/>
              <a:t>Z in the working direction</a:t>
            </a:r>
          </a:p>
        </p:txBody>
      </p:sp>
      <p:grpSp>
        <p:nvGrpSpPr>
          <p:cNvPr id="26629" name="Group 20"/>
          <p:cNvGrpSpPr>
            <a:grpSpLocks/>
          </p:cNvGrpSpPr>
          <p:nvPr/>
        </p:nvGrpSpPr>
        <p:grpSpPr bwMode="auto">
          <a:xfrm>
            <a:off x="6738938" y="1981201"/>
            <a:ext cx="3896024" cy="3763963"/>
            <a:chOff x="2928" y="1248"/>
            <a:chExt cx="2563" cy="2371"/>
          </a:xfrm>
        </p:grpSpPr>
        <p:pic>
          <p:nvPicPr>
            <p:cNvPr id="26630" name="Picture 4" descr="rpy_weld"/>
            <p:cNvPicPr>
              <a:picLocks noChangeAspect="1" noChangeArrowheads="1"/>
            </p:cNvPicPr>
            <p:nvPr/>
          </p:nvPicPr>
          <p:blipFill>
            <a:blip r:embed="rId3" cstate="print"/>
            <a:srcRect t="6349" r="30315" b="15678"/>
            <a:stretch>
              <a:fillRect/>
            </a:stretch>
          </p:blipFill>
          <p:spPr bwMode="auto">
            <a:xfrm>
              <a:off x="2928" y="1248"/>
              <a:ext cx="2527" cy="2371"/>
            </a:xfrm>
            <a:prstGeom prst="rect">
              <a:avLst/>
            </a:prstGeom>
            <a:noFill/>
            <a:ln w="9525">
              <a:noFill/>
              <a:miter lim="800000"/>
              <a:headEnd/>
              <a:tailEnd/>
            </a:ln>
          </p:spPr>
        </p:pic>
        <p:sp>
          <p:nvSpPr>
            <p:cNvPr id="26631" name="Line 6"/>
            <p:cNvSpPr>
              <a:spLocks noChangeShapeType="1"/>
            </p:cNvSpPr>
            <p:nvPr/>
          </p:nvSpPr>
          <p:spPr bwMode="auto">
            <a:xfrm>
              <a:off x="5238" y="3053"/>
              <a:ext cx="152" cy="272"/>
            </a:xfrm>
            <a:prstGeom prst="line">
              <a:avLst/>
            </a:prstGeom>
            <a:noFill/>
            <a:ln w="9525">
              <a:solidFill>
                <a:schemeClr val="bg1"/>
              </a:solidFill>
              <a:round/>
              <a:headEnd/>
              <a:tailEnd type="triangle" w="med" len="med"/>
            </a:ln>
          </p:spPr>
          <p:txBody>
            <a:bodyPr/>
            <a:lstStyle/>
            <a:p>
              <a:endParaRPr lang="sv-SE"/>
            </a:p>
          </p:txBody>
        </p:sp>
        <p:sp>
          <p:nvSpPr>
            <p:cNvPr id="26632" name="Line 7"/>
            <p:cNvSpPr>
              <a:spLocks noChangeShapeType="1"/>
            </p:cNvSpPr>
            <p:nvPr/>
          </p:nvSpPr>
          <p:spPr bwMode="auto">
            <a:xfrm flipH="1" flipV="1">
              <a:off x="4860" y="2916"/>
              <a:ext cx="341" cy="103"/>
            </a:xfrm>
            <a:prstGeom prst="line">
              <a:avLst/>
            </a:prstGeom>
            <a:noFill/>
            <a:ln w="9525">
              <a:solidFill>
                <a:schemeClr val="bg1"/>
              </a:solidFill>
              <a:round/>
              <a:headEnd/>
              <a:tailEnd type="triangle" w="med" len="med"/>
            </a:ln>
          </p:spPr>
          <p:txBody>
            <a:bodyPr/>
            <a:lstStyle/>
            <a:p>
              <a:endParaRPr lang="sv-SE"/>
            </a:p>
          </p:txBody>
        </p:sp>
        <p:sp>
          <p:nvSpPr>
            <p:cNvPr id="26633" name="Line 8"/>
            <p:cNvSpPr>
              <a:spLocks noChangeShapeType="1"/>
            </p:cNvSpPr>
            <p:nvPr/>
          </p:nvSpPr>
          <p:spPr bwMode="auto">
            <a:xfrm flipV="1">
              <a:off x="5238" y="2849"/>
              <a:ext cx="190" cy="136"/>
            </a:xfrm>
            <a:prstGeom prst="line">
              <a:avLst/>
            </a:prstGeom>
            <a:noFill/>
            <a:ln w="9525">
              <a:solidFill>
                <a:schemeClr val="bg1"/>
              </a:solidFill>
              <a:round/>
              <a:headEnd/>
              <a:tailEnd type="triangle" w="med" len="med"/>
            </a:ln>
          </p:spPr>
          <p:txBody>
            <a:bodyPr/>
            <a:lstStyle/>
            <a:p>
              <a:endParaRPr lang="sv-SE"/>
            </a:p>
          </p:txBody>
        </p:sp>
        <p:sp>
          <p:nvSpPr>
            <p:cNvPr id="26634" name="Text Box 9"/>
            <p:cNvSpPr txBox="1">
              <a:spLocks noChangeArrowheads="1"/>
            </p:cNvSpPr>
            <p:nvPr/>
          </p:nvSpPr>
          <p:spPr bwMode="auto">
            <a:xfrm>
              <a:off x="4629" y="2985"/>
              <a:ext cx="366" cy="233"/>
            </a:xfrm>
            <a:prstGeom prst="rect">
              <a:avLst/>
            </a:prstGeom>
            <a:noFill/>
            <a:ln w="9525">
              <a:noFill/>
              <a:miter lim="800000"/>
              <a:headEnd/>
              <a:tailEnd/>
            </a:ln>
          </p:spPr>
          <p:txBody>
            <a:bodyPr wrap="none">
              <a:spAutoFit/>
            </a:bodyPr>
            <a:lstStyle/>
            <a:p>
              <a:r>
                <a:rPr lang="en-GB">
                  <a:solidFill>
                    <a:schemeClr val="bg1"/>
                  </a:solidFill>
                </a:rPr>
                <a:t>Yaw</a:t>
              </a:r>
            </a:p>
          </p:txBody>
        </p:sp>
        <p:sp>
          <p:nvSpPr>
            <p:cNvPr id="26635" name="Text Box 10"/>
            <p:cNvSpPr txBox="1">
              <a:spLocks noChangeArrowheads="1"/>
            </p:cNvSpPr>
            <p:nvPr/>
          </p:nvSpPr>
          <p:spPr bwMode="auto">
            <a:xfrm>
              <a:off x="4951" y="3189"/>
              <a:ext cx="350" cy="233"/>
            </a:xfrm>
            <a:prstGeom prst="rect">
              <a:avLst/>
            </a:prstGeom>
            <a:noFill/>
            <a:ln w="9525">
              <a:noFill/>
              <a:miter lim="800000"/>
              <a:headEnd/>
              <a:tailEnd/>
            </a:ln>
          </p:spPr>
          <p:txBody>
            <a:bodyPr wrap="none">
              <a:spAutoFit/>
            </a:bodyPr>
            <a:lstStyle/>
            <a:p>
              <a:r>
                <a:rPr lang="en-GB">
                  <a:solidFill>
                    <a:schemeClr val="bg1"/>
                  </a:solidFill>
                </a:rPr>
                <a:t>Roll</a:t>
              </a:r>
            </a:p>
          </p:txBody>
        </p:sp>
        <p:sp>
          <p:nvSpPr>
            <p:cNvPr id="26636" name="Text Box 11"/>
            <p:cNvSpPr txBox="1">
              <a:spLocks noChangeArrowheads="1"/>
            </p:cNvSpPr>
            <p:nvPr/>
          </p:nvSpPr>
          <p:spPr bwMode="auto">
            <a:xfrm>
              <a:off x="5063" y="2508"/>
              <a:ext cx="428" cy="233"/>
            </a:xfrm>
            <a:prstGeom prst="rect">
              <a:avLst/>
            </a:prstGeom>
            <a:noFill/>
            <a:ln w="9525">
              <a:noFill/>
              <a:miter lim="800000"/>
              <a:headEnd/>
              <a:tailEnd/>
            </a:ln>
          </p:spPr>
          <p:txBody>
            <a:bodyPr wrap="none">
              <a:spAutoFit/>
            </a:bodyPr>
            <a:lstStyle/>
            <a:p>
              <a:r>
                <a:rPr lang="en-GB">
                  <a:solidFill>
                    <a:schemeClr val="bg1"/>
                  </a:solidFill>
                </a:rPr>
                <a:t>Pitch</a:t>
              </a:r>
            </a:p>
          </p:txBody>
        </p:sp>
        <p:sp>
          <p:nvSpPr>
            <p:cNvPr id="26637" name="Text Box 14"/>
            <p:cNvSpPr txBox="1">
              <a:spLocks noChangeArrowheads="1"/>
            </p:cNvSpPr>
            <p:nvPr/>
          </p:nvSpPr>
          <p:spPr bwMode="auto">
            <a:xfrm>
              <a:off x="4811" y="1706"/>
              <a:ext cx="204" cy="231"/>
            </a:xfrm>
            <a:prstGeom prst="rect">
              <a:avLst/>
            </a:prstGeom>
            <a:noFill/>
            <a:ln w="9525">
              <a:noFill/>
              <a:miter lim="800000"/>
              <a:headEnd/>
              <a:tailEnd/>
            </a:ln>
          </p:spPr>
          <p:txBody>
            <a:bodyPr wrap="none">
              <a:spAutoFit/>
            </a:bodyPr>
            <a:lstStyle/>
            <a:p>
              <a:r>
                <a:rPr lang="en-GB">
                  <a:solidFill>
                    <a:schemeClr val="bg1"/>
                  </a:solidFill>
                </a:rPr>
                <a:t>5</a:t>
              </a:r>
            </a:p>
          </p:txBody>
        </p:sp>
        <p:sp>
          <p:nvSpPr>
            <p:cNvPr id="26638" name="Text Box 15"/>
            <p:cNvSpPr txBox="1">
              <a:spLocks noChangeArrowheads="1"/>
            </p:cNvSpPr>
            <p:nvPr/>
          </p:nvSpPr>
          <p:spPr bwMode="auto">
            <a:xfrm>
              <a:off x="4176" y="2704"/>
              <a:ext cx="205" cy="231"/>
            </a:xfrm>
            <a:prstGeom prst="rect">
              <a:avLst/>
            </a:prstGeom>
            <a:noFill/>
            <a:ln w="9525">
              <a:noFill/>
              <a:miter lim="800000"/>
              <a:headEnd/>
              <a:tailEnd/>
            </a:ln>
          </p:spPr>
          <p:txBody>
            <a:bodyPr wrap="none">
              <a:spAutoFit/>
            </a:bodyPr>
            <a:lstStyle/>
            <a:p>
              <a:r>
                <a:rPr lang="en-GB">
                  <a:solidFill>
                    <a:schemeClr val="bg1"/>
                  </a:solidFill>
                </a:rPr>
                <a:t>6</a:t>
              </a:r>
            </a:p>
          </p:txBody>
        </p:sp>
        <p:sp>
          <p:nvSpPr>
            <p:cNvPr id="26639" name="Text Box 16"/>
            <p:cNvSpPr txBox="1">
              <a:spLocks noChangeArrowheads="1"/>
            </p:cNvSpPr>
            <p:nvPr/>
          </p:nvSpPr>
          <p:spPr bwMode="auto">
            <a:xfrm>
              <a:off x="4447" y="1389"/>
              <a:ext cx="205" cy="231"/>
            </a:xfrm>
            <a:prstGeom prst="rect">
              <a:avLst/>
            </a:prstGeom>
            <a:noFill/>
            <a:ln w="9525">
              <a:noFill/>
              <a:miter lim="800000"/>
              <a:headEnd/>
              <a:tailEnd/>
            </a:ln>
          </p:spPr>
          <p:txBody>
            <a:bodyPr wrap="none">
              <a:spAutoFit/>
            </a:bodyPr>
            <a:lstStyle/>
            <a:p>
              <a:r>
                <a:rPr lang="en-GB">
                  <a:solidFill>
                    <a:schemeClr val="bg1"/>
                  </a:solidFill>
                </a:rPr>
                <a:t>4</a:t>
              </a:r>
            </a:p>
          </p:txBody>
        </p:sp>
        <p:sp>
          <p:nvSpPr>
            <p:cNvPr id="26640" name="Line 17"/>
            <p:cNvSpPr>
              <a:spLocks noChangeShapeType="1"/>
            </p:cNvSpPr>
            <p:nvPr/>
          </p:nvSpPr>
          <p:spPr bwMode="auto">
            <a:xfrm flipV="1">
              <a:off x="4332" y="2523"/>
              <a:ext cx="136" cy="227"/>
            </a:xfrm>
            <a:prstGeom prst="line">
              <a:avLst/>
            </a:prstGeom>
            <a:noFill/>
            <a:ln w="9525">
              <a:solidFill>
                <a:schemeClr val="bg1"/>
              </a:solidFill>
              <a:round/>
              <a:headEnd/>
              <a:tailEnd type="triangle" w="med" len="med"/>
            </a:ln>
          </p:spPr>
          <p:txBody>
            <a:bodyPr/>
            <a:lstStyle/>
            <a:p>
              <a:endParaRPr lang="sv-SE"/>
            </a:p>
          </p:txBody>
        </p:sp>
        <p:sp>
          <p:nvSpPr>
            <p:cNvPr id="26641" name="Line 18"/>
            <p:cNvSpPr>
              <a:spLocks noChangeShapeType="1"/>
            </p:cNvSpPr>
            <p:nvPr/>
          </p:nvSpPr>
          <p:spPr bwMode="auto">
            <a:xfrm flipH="1">
              <a:off x="4604" y="1888"/>
              <a:ext cx="226" cy="45"/>
            </a:xfrm>
            <a:prstGeom prst="line">
              <a:avLst/>
            </a:prstGeom>
            <a:noFill/>
            <a:ln w="9525">
              <a:solidFill>
                <a:schemeClr val="bg1"/>
              </a:solidFill>
              <a:round/>
              <a:headEnd/>
              <a:tailEnd type="triangle" w="med" len="med"/>
            </a:ln>
          </p:spPr>
          <p:txBody>
            <a:bodyPr/>
            <a:lstStyle/>
            <a:p>
              <a:endParaRPr lang="sv-SE"/>
            </a:p>
          </p:txBody>
        </p:sp>
        <p:sp>
          <p:nvSpPr>
            <p:cNvPr id="26642" name="Line 19"/>
            <p:cNvSpPr>
              <a:spLocks noChangeShapeType="1"/>
            </p:cNvSpPr>
            <p:nvPr/>
          </p:nvSpPr>
          <p:spPr bwMode="auto">
            <a:xfrm flipH="1">
              <a:off x="3969" y="1570"/>
              <a:ext cx="453" cy="46"/>
            </a:xfrm>
            <a:prstGeom prst="line">
              <a:avLst/>
            </a:prstGeom>
            <a:noFill/>
            <a:ln w="9525">
              <a:solidFill>
                <a:schemeClr val="bg1"/>
              </a:solidFill>
              <a:round/>
              <a:headEnd/>
              <a:tailEnd type="triangle" w="med" len="med"/>
            </a:ln>
          </p:spPr>
          <p:txBody>
            <a:bodyPr/>
            <a:lstStyle/>
            <a:p>
              <a:endParaRPr lang="sv-SE"/>
            </a:p>
          </p:txBody>
        </p:sp>
      </p:grpSp>
      <p:sp>
        <p:nvSpPr>
          <p:cNvPr id="3" name="Title 2">
            <a:extLst>
              <a:ext uri="{FF2B5EF4-FFF2-40B4-BE49-F238E27FC236}">
                <a16:creationId xmlns:a16="http://schemas.microsoft.com/office/drawing/2014/main" id="{8DC88A2A-A1F9-4BAF-83C7-75AD9F83A501}"/>
              </a:ext>
            </a:extLst>
          </p:cNvPr>
          <p:cNvSpPr>
            <a:spLocks noGrp="1"/>
          </p:cNvSpPr>
          <p:nvPr>
            <p:ph type="title"/>
          </p:nvPr>
        </p:nvSpPr>
        <p:spPr/>
        <p:txBody>
          <a:bodyPr/>
          <a:lstStyle/>
          <a:p>
            <a:r>
              <a:rPr lang="en-GB" dirty="0"/>
              <a:t>Wrists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4"/>
          <p:cNvSpPr>
            <a:spLocks noGrp="1" noChangeArrowheads="1"/>
          </p:cNvSpPr>
          <p:nvPr>
            <p:ph type="title"/>
          </p:nvPr>
        </p:nvSpPr>
        <p:spPr/>
        <p:txBody>
          <a:bodyPr/>
          <a:lstStyle/>
          <a:p>
            <a:pPr eaLnBrk="1" hangingPunct="1"/>
            <a:r>
              <a:rPr lang="en-GB"/>
              <a:t>Wrists</a:t>
            </a:r>
          </a:p>
        </p:txBody>
      </p:sp>
      <p:pic>
        <p:nvPicPr>
          <p:cNvPr id="27652" name="Picture 6" descr="handled"/>
          <p:cNvPicPr>
            <a:picLocks noGrp="1" noChangeAspect="1" noChangeArrowheads="1"/>
          </p:cNvPicPr>
          <p:nvPr>
            <p:ph idx="4294967295"/>
          </p:nvPr>
        </p:nvPicPr>
        <p:blipFill>
          <a:blip r:embed="rId2" cstate="print"/>
          <a:stretch>
            <a:fillRect/>
          </a:stretch>
        </p:blipFill>
        <p:spPr>
          <a:xfrm>
            <a:off x="3657600" y="1757318"/>
            <a:ext cx="4666013" cy="4293972"/>
          </a:xfrm>
          <a:prstGeom prst="rect">
            <a:avLst/>
          </a:prstGeom>
          <a:noFill/>
        </p:spPr>
      </p:pic>
      <p:sp>
        <p:nvSpPr>
          <p:cNvPr id="2" name="Rectangle 1">
            <a:extLst>
              <a:ext uri="{FF2B5EF4-FFF2-40B4-BE49-F238E27FC236}">
                <a16:creationId xmlns:a16="http://schemas.microsoft.com/office/drawing/2014/main" id="{57695FD4-8D9A-45D4-9CEB-F548377CBD32}"/>
              </a:ext>
            </a:extLst>
          </p:cNvPr>
          <p:cNvSpPr/>
          <p:nvPr/>
        </p:nvSpPr>
        <p:spPr>
          <a:xfrm>
            <a:off x="5570096" y="6051290"/>
            <a:ext cx="1164101" cy="246221"/>
          </a:xfrm>
          <a:prstGeom prst="rect">
            <a:avLst/>
          </a:prstGeom>
        </p:spPr>
        <p:txBody>
          <a:bodyPr wrap="none">
            <a:spAutoFit/>
          </a:bodyPr>
          <a:lstStyle/>
          <a:p>
            <a:r>
              <a:rPr lang="en-GB" sz="1000" dirty="0"/>
              <a:t>CC0 Public Domain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838200" y="365125"/>
            <a:ext cx="5313947" cy="1158875"/>
          </a:xfrm>
        </p:spPr>
        <p:txBody>
          <a:bodyPr/>
          <a:lstStyle/>
          <a:p>
            <a:pPr eaLnBrk="1" hangingPunct="1"/>
            <a:r>
              <a:rPr lang="en-GB"/>
              <a:t>End effectors</a:t>
            </a:r>
          </a:p>
        </p:txBody>
      </p:sp>
      <p:sp>
        <p:nvSpPr>
          <p:cNvPr id="28676" name="Rectangle 3"/>
          <p:cNvSpPr>
            <a:spLocks noGrp="1" noChangeArrowheads="1"/>
          </p:cNvSpPr>
          <p:nvPr>
            <p:ph type="body" sz="quarter" idx="10"/>
          </p:nvPr>
        </p:nvSpPr>
        <p:spPr>
          <a:xfrm>
            <a:off x="838200" y="1893888"/>
            <a:ext cx="10801350" cy="4460875"/>
          </a:xfrm>
        </p:spPr>
        <p:txBody>
          <a:bodyPr>
            <a:normAutofit/>
          </a:bodyPr>
          <a:lstStyle/>
          <a:p>
            <a:pPr eaLnBrk="1" hangingPunct="1"/>
            <a:r>
              <a:rPr lang="en-GB"/>
              <a:t>Human hand is the optimal end effectors</a:t>
            </a:r>
          </a:p>
          <a:p>
            <a:pPr lvl="1" eaLnBrk="1" hangingPunct="1"/>
            <a:r>
              <a:rPr lang="en-GB"/>
              <a:t>Eight different muscles only for the thumb</a:t>
            </a:r>
          </a:p>
          <a:p>
            <a:pPr eaLnBrk="1" hangingPunct="1"/>
            <a:r>
              <a:rPr lang="en-GB"/>
              <a:t>Industry</a:t>
            </a:r>
          </a:p>
          <a:p>
            <a:pPr lvl="1" eaLnBrk="1" hangingPunct="1"/>
            <a:r>
              <a:rPr lang="en-GB"/>
              <a:t>Special design to fit a special task</a:t>
            </a:r>
          </a:p>
          <a:p>
            <a:pPr eaLnBrk="1" hangingPunct="1"/>
            <a:r>
              <a:rPr lang="en-GB"/>
              <a:t>Research</a:t>
            </a:r>
          </a:p>
          <a:p>
            <a:pPr lvl="1" eaLnBrk="1" hangingPunct="1"/>
            <a:r>
              <a:rPr lang="en-GB"/>
              <a:t>Imitate the human hand</a:t>
            </a:r>
          </a:p>
          <a:p>
            <a:pPr lvl="1" eaLnBrk="1" hangingPunct="1"/>
            <a:endParaRPr lang="en-GB" dirty="0"/>
          </a:p>
        </p:txBody>
      </p:sp>
      <p:pic>
        <p:nvPicPr>
          <p:cNvPr id="3" name="Picture 2" descr="A picture containing table, fence, chair, man&#10;&#10;Description automatically generated">
            <a:extLst>
              <a:ext uri="{FF2B5EF4-FFF2-40B4-BE49-F238E27FC236}">
                <a16:creationId xmlns:a16="http://schemas.microsoft.com/office/drawing/2014/main" id="{12243475-5AB4-4B44-9244-EE644E55A7A9}"/>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1" y="0"/>
            <a:ext cx="1377338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67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67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plane flying in the air&#10;&#10;Description automatically generated">
            <a:extLst>
              <a:ext uri="{FF2B5EF4-FFF2-40B4-BE49-F238E27FC236}">
                <a16:creationId xmlns:a16="http://schemas.microsoft.com/office/drawing/2014/main" id="{DC45586B-4058-4013-8C04-3748862B9478}"/>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l="17422" r="18477" b="-1"/>
          <a:stretch/>
        </p:blipFill>
        <p:spPr>
          <a:xfrm>
            <a:off x="5797543" y="10"/>
            <a:ext cx="6394152" cy="6857990"/>
          </a:xfrm>
          <a:prstGeom prst="rect">
            <a:avLst/>
          </a:prstGeom>
        </p:spPr>
      </p:pic>
      <p:pic>
        <p:nvPicPr>
          <p:cNvPr id="73" name="Picture 72">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9699" name="Rectangle 2"/>
          <p:cNvSpPr>
            <a:spLocks noGrp="1" noChangeArrowheads="1"/>
          </p:cNvSpPr>
          <p:nvPr>
            <p:ph type="title"/>
          </p:nvPr>
        </p:nvSpPr>
        <p:spPr>
          <a:xfrm>
            <a:off x="804998" y="798445"/>
            <a:ext cx="4803636" cy="1311664"/>
          </a:xfrm>
        </p:spPr>
        <p:txBody>
          <a:bodyPr vert="horz" lIns="91440" tIns="45720" rIns="91440" bIns="45720" rtlCol="0" anchor="ctr">
            <a:normAutofit/>
          </a:bodyPr>
          <a:lstStyle/>
          <a:p>
            <a:r>
              <a:rPr lang="en-US">
                <a:solidFill>
                  <a:srgbClr val="000000"/>
                </a:solidFill>
              </a:rPr>
              <a:t>Industry end effectors</a:t>
            </a:r>
          </a:p>
        </p:txBody>
      </p:sp>
      <p:sp>
        <p:nvSpPr>
          <p:cNvPr id="29700" name="Rectangle 3"/>
          <p:cNvSpPr>
            <a:spLocks noGrp="1" noChangeArrowheads="1"/>
          </p:cNvSpPr>
          <p:nvPr>
            <p:ph type="body" sz="quarter" idx="10"/>
          </p:nvPr>
        </p:nvSpPr>
        <p:spPr>
          <a:xfrm>
            <a:off x="804997" y="2272143"/>
            <a:ext cx="4706803" cy="3788830"/>
          </a:xfrm>
        </p:spPr>
        <p:txBody>
          <a:bodyPr vert="horz" lIns="91440" tIns="45720" rIns="91440" bIns="45720" rtlCol="0" anchor="ctr">
            <a:normAutofit/>
          </a:bodyPr>
          <a:lstStyle/>
          <a:p>
            <a:r>
              <a:rPr lang="en-US" sz="2000">
                <a:solidFill>
                  <a:srgbClr val="000000"/>
                </a:solidFill>
              </a:rPr>
              <a:t>End effectors is everything which is mounted at the end of the last joint</a:t>
            </a:r>
          </a:p>
          <a:p>
            <a:r>
              <a:rPr lang="en-US" sz="2000">
                <a:solidFill>
                  <a:srgbClr val="000000"/>
                </a:solidFill>
              </a:rPr>
              <a:t>Three groups</a:t>
            </a:r>
          </a:p>
          <a:p>
            <a:pPr lvl="1"/>
            <a:r>
              <a:rPr lang="en-US" sz="2000">
                <a:solidFill>
                  <a:srgbClr val="000000"/>
                </a:solidFill>
              </a:rPr>
              <a:t>Tool exchange system</a:t>
            </a:r>
          </a:p>
          <a:p>
            <a:pPr lvl="1"/>
            <a:r>
              <a:rPr lang="en-US" sz="2000">
                <a:solidFill>
                  <a:srgbClr val="000000"/>
                </a:solidFill>
              </a:rPr>
              <a:t>Tools, such as weld gun</a:t>
            </a:r>
          </a:p>
          <a:p>
            <a:pPr lvl="1"/>
            <a:r>
              <a:rPr lang="en-US" sz="2000">
                <a:solidFill>
                  <a:srgbClr val="000000"/>
                </a:solidFill>
              </a:rPr>
              <a:t>Gripper</a:t>
            </a:r>
          </a:p>
          <a:p>
            <a:pPr lvl="2"/>
            <a:r>
              <a:rPr lang="en-US">
                <a:solidFill>
                  <a:srgbClr val="000000"/>
                </a:solidFill>
              </a:rPr>
              <a:t>Mechanical</a:t>
            </a:r>
          </a:p>
          <a:p>
            <a:pPr lvl="2"/>
            <a:r>
              <a:rPr lang="en-US">
                <a:solidFill>
                  <a:srgbClr val="000000"/>
                </a:solidFill>
              </a:rPr>
              <a:t>Vacuum</a:t>
            </a:r>
          </a:p>
          <a:p>
            <a:pPr lvl="2"/>
            <a:r>
              <a:rPr lang="en-US">
                <a:solidFill>
                  <a:srgbClr val="000000"/>
                </a:solidFill>
              </a:rPr>
              <a:t>Magnetic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6CFE2B-3582-4699-B9E4-1857CFCD3431}"/>
              </a:ext>
            </a:extLst>
          </p:cNvPr>
          <p:cNvSpPr>
            <a:spLocks noGrp="1"/>
          </p:cNvSpPr>
          <p:nvPr>
            <p:ph type="title"/>
          </p:nvPr>
        </p:nvSpPr>
        <p:spPr>
          <a:prstGeom prst="rect">
            <a:avLst/>
          </a:prstGeom>
        </p:spPr>
        <p:txBody>
          <a:bodyPr/>
          <a:lstStyle/>
          <a:p>
            <a:r>
              <a:rPr lang="en-GB" dirty="0"/>
              <a:t>Industry end effectors</a:t>
            </a:r>
          </a:p>
        </p:txBody>
      </p:sp>
      <p:sp>
        <p:nvSpPr>
          <p:cNvPr id="2" name="Text Placeholder 1">
            <a:extLst>
              <a:ext uri="{FF2B5EF4-FFF2-40B4-BE49-F238E27FC236}">
                <a16:creationId xmlns:a16="http://schemas.microsoft.com/office/drawing/2014/main" id="{F6B075DF-697A-4F6B-A830-746F989E8DAE}"/>
              </a:ext>
            </a:extLst>
          </p:cNvPr>
          <p:cNvSpPr>
            <a:spLocks noGrp="1"/>
          </p:cNvSpPr>
          <p:nvPr>
            <p:ph type="body" sz="quarter" idx="10"/>
          </p:nvPr>
        </p:nvSpPr>
        <p:spPr/>
        <p:txBody>
          <a:bodyPr/>
          <a:lstStyle/>
          <a:p>
            <a:endParaRPr lang="en-GB" dirty="0"/>
          </a:p>
        </p:txBody>
      </p:sp>
      <p:pic>
        <p:nvPicPr>
          <p:cNvPr id="30725" name="Picture 5" descr="943"/>
          <p:cNvPicPr>
            <a:picLocks noGrp="1" noChangeAspect="1" noChangeArrowheads="1"/>
          </p:cNvPicPr>
          <p:nvPr>
            <p:ph sz="quarter" idx="4294967295"/>
          </p:nvPr>
        </p:nvPicPr>
        <p:blipFill>
          <a:blip r:embed="rId3" cstate="print"/>
          <a:srcRect l="25487" t="30937" r="3891"/>
          <a:stretch>
            <a:fillRect/>
          </a:stretch>
        </p:blipFill>
        <p:spPr>
          <a:xfrm>
            <a:off x="8447088" y="1341438"/>
            <a:ext cx="3744912" cy="2452687"/>
          </a:xfrm>
          <a:noFill/>
        </p:spPr>
      </p:pic>
      <p:pic>
        <p:nvPicPr>
          <p:cNvPr id="30726" name="Picture 7" descr="48"/>
          <p:cNvPicPr>
            <a:picLocks noGrp="1" noChangeAspect="1" noChangeArrowheads="1"/>
          </p:cNvPicPr>
          <p:nvPr>
            <p:ph sz="quarter" idx="4294967295"/>
          </p:nvPr>
        </p:nvPicPr>
        <p:blipFill>
          <a:blip r:embed="rId4" cstate="print"/>
          <a:srcRect l="11102" r="23505" b="31133"/>
          <a:stretch>
            <a:fillRect/>
          </a:stretch>
        </p:blipFill>
        <p:spPr>
          <a:xfrm>
            <a:off x="8894763" y="3141663"/>
            <a:ext cx="3297237" cy="3449637"/>
          </a:xfrm>
          <a:noFill/>
        </p:spPr>
      </p:pic>
      <p:pic>
        <p:nvPicPr>
          <p:cNvPr id="30727" name="Picture 9" descr="562"/>
          <p:cNvPicPr>
            <a:picLocks noGrp="1" noChangeAspect="1" noChangeArrowheads="1"/>
          </p:cNvPicPr>
          <p:nvPr>
            <p:ph sz="quarter" idx="4294967295"/>
          </p:nvPr>
        </p:nvPicPr>
        <p:blipFill>
          <a:blip r:embed="rId5" cstate="print"/>
          <a:srcRect l="38957" r="17686" b="1137"/>
          <a:stretch>
            <a:fillRect/>
          </a:stretch>
        </p:blipFill>
        <p:spPr>
          <a:xfrm>
            <a:off x="0" y="3141663"/>
            <a:ext cx="2395538" cy="3600450"/>
          </a:xfrm>
          <a:noFill/>
        </p:spPr>
      </p:pic>
      <p:pic>
        <p:nvPicPr>
          <p:cNvPr id="30724" name="Picture 3" descr="800"/>
          <p:cNvPicPr>
            <a:picLocks noGrp="1" noChangeAspect="1" noChangeArrowheads="1"/>
          </p:cNvPicPr>
          <p:nvPr>
            <p:ph idx="4294967295"/>
          </p:nvPr>
        </p:nvPicPr>
        <p:blipFill>
          <a:blip r:embed="rId6" cstate="print"/>
          <a:stretch>
            <a:fillRect/>
          </a:stretch>
        </p:blipFill>
        <p:spPr>
          <a:xfrm>
            <a:off x="3517315" y="1824037"/>
            <a:ext cx="4987925" cy="3692525"/>
          </a:xfrm>
          <a:prstGeom prst="rect">
            <a:avLst/>
          </a:prstGeom>
          <a:noFill/>
        </p:spPr>
      </p:pic>
      <p:sp>
        <p:nvSpPr>
          <p:cNvPr id="9" name="TextBox 8">
            <a:extLst>
              <a:ext uri="{FF2B5EF4-FFF2-40B4-BE49-F238E27FC236}">
                <a16:creationId xmlns:a16="http://schemas.microsoft.com/office/drawing/2014/main" id="{43CFFC9C-6BFD-4F73-B2F9-55AB01D10A07}"/>
              </a:ext>
            </a:extLst>
          </p:cNvPr>
          <p:cNvSpPr txBox="1"/>
          <p:nvPr/>
        </p:nvSpPr>
        <p:spPr>
          <a:xfrm>
            <a:off x="4766831" y="5886450"/>
            <a:ext cx="184731" cy="261610"/>
          </a:xfrm>
          <a:prstGeom prst="rect">
            <a:avLst/>
          </a:prstGeom>
          <a:noFill/>
        </p:spPr>
        <p:txBody>
          <a:bodyPr wrap="none" rtlCol="0">
            <a:spAutoFit/>
          </a:bodyPr>
          <a:lstStyle/>
          <a:p>
            <a:endParaRPr lang="en-GB"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9"/>
          <p:cNvSpPr>
            <a:spLocks noGrp="1" noChangeArrowheads="1"/>
          </p:cNvSpPr>
          <p:nvPr>
            <p:ph type="title"/>
          </p:nvPr>
        </p:nvSpPr>
        <p:spPr>
          <a:prstGeom prst="rect">
            <a:avLst/>
          </a:prstGeom>
        </p:spPr>
        <p:txBody>
          <a:bodyPr/>
          <a:lstStyle/>
          <a:p>
            <a:pPr eaLnBrk="1" hangingPunct="1"/>
            <a:r>
              <a:rPr lang="en-GB"/>
              <a:t>Tool exchange systems</a:t>
            </a:r>
          </a:p>
        </p:txBody>
      </p:sp>
      <p:sp>
        <p:nvSpPr>
          <p:cNvPr id="2" name="Text Placeholder 1">
            <a:extLst>
              <a:ext uri="{FF2B5EF4-FFF2-40B4-BE49-F238E27FC236}">
                <a16:creationId xmlns:a16="http://schemas.microsoft.com/office/drawing/2014/main" id="{E502D41D-E9CC-4F88-8CEE-1EC45E8261C8}"/>
              </a:ext>
            </a:extLst>
          </p:cNvPr>
          <p:cNvSpPr>
            <a:spLocks noGrp="1"/>
          </p:cNvSpPr>
          <p:nvPr>
            <p:ph type="body" sz="quarter" idx="10"/>
          </p:nvPr>
        </p:nvSpPr>
        <p:spPr/>
        <p:txBody>
          <a:bodyPr/>
          <a:lstStyle/>
          <a:p>
            <a:endParaRPr lang="en-GB"/>
          </a:p>
        </p:txBody>
      </p:sp>
      <p:pic>
        <p:nvPicPr>
          <p:cNvPr id="8" name="Tool_Changer_demo.wmv">
            <a:hlinkClick r:id="" action="ppaction://media"/>
          </p:cNvPr>
          <p:cNvPicPr>
            <a:picLocks noGrp="1" noChangeAspect="1"/>
          </p:cNvPicPr>
          <p:nvPr>
            <p:ph idx="4294967295"/>
            <a:videoFile r:link="rId2"/>
            <p:extLst>
              <p:ext uri="{DAA4B4D4-6D71-4841-9C94-3DE7FCFB9230}">
                <p14:media xmlns:p14="http://schemas.microsoft.com/office/powerpoint/2010/main" r:embed="rId1"/>
              </p:ext>
            </p:extLst>
          </p:nvPr>
        </p:nvPicPr>
        <p:blipFill>
          <a:blip r:embed="rId4" cstate="print"/>
          <a:stretch>
            <a:fillRect/>
          </a:stretch>
        </p:blipFill>
        <p:spPr>
          <a:xfrm>
            <a:off x="3053918" y="1893888"/>
            <a:ext cx="5800725" cy="43513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533"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2" name="Picture 5"/>
          <p:cNvPicPr>
            <a:picLocks noGrp="1" noChangeAspect="1" noChangeArrowheads="1"/>
          </p:cNvPicPr>
          <p:nvPr>
            <p:ph sz="half" idx="1"/>
          </p:nvPr>
        </p:nvPicPr>
        <p:blipFill>
          <a:blip r:embed="rId2" cstate="print"/>
          <a:srcRect/>
          <a:stretch>
            <a:fillRect/>
          </a:stretch>
        </p:blipFill>
        <p:spPr>
          <a:xfrm>
            <a:off x="1992313" y="1773239"/>
            <a:ext cx="8291512" cy="2460625"/>
          </a:xfrm>
          <a:noFill/>
        </p:spPr>
      </p:pic>
      <p:sp>
        <p:nvSpPr>
          <p:cNvPr id="32773" name="Text Box 8"/>
          <p:cNvSpPr txBox="1">
            <a:spLocks noChangeArrowheads="1"/>
          </p:cNvSpPr>
          <p:nvPr/>
        </p:nvSpPr>
        <p:spPr bwMode="auto">
          <a:xfrm>
            <a:off x="1847851" y="4365625"/>
            <a:ext cx="8569325" cy="1569660"/>
          </a:xfrm>
          <a:prstGeom prst="rect">
            <a:avLst/>
          </a:prstGeom>
          <a:noFill/>
          <a:ln w="9525">
            <a:noFill/>
            <a:miter lim="800000"/>
            <a:headEnd/>
            <a:tailEnd/>
          </a:ln>
        </p:spPr>
        <p:txBody>
          <a:bodyPr>
            <a:spAutoFit/>
          </a:bodyPr>
          <a:lstStyle/>
          <a:p>
            <a:r>
              <a:rPr lang="en-GB" sz="2400" dirty="0"/>
              <a:t>Actuator converts the command signal from controllers or higher-level components into physical adjustment in adjustable process variable</a:t>
            </a:r>
          </a:p>
          <a:p>
            <a:endParaRPr lang="en-GB" sz="2400" dirty="0"/>
          </a:p>
        </p:txBody>
      </p:sp>
      <p:sp>
        <p:nvSpPr>
          <p:cNvPr id="4" name="Title 3">
            <a:extLst>
              <a:ext uri="{FF2B5EF4-FFF2-40B4-BE49-F238E27FC236}">
                <a16:creationId xmlns:a16="http://schemas.microsoft.com/office/drawing/2014/main" id="{10749524-92E5-431D-8C07-084483FEF3BA}"/>
              </a:ext>
            </a:extLst>
          </p:cNvPr>
          <p:cNvSpPr>
            <a:spLocks noGrp="1"/>
          </p:cNvSpPr>
          <p:nvPr>
            <p:ph type="title"/>
          </p:nvPr>
        </p:nvSpPr>
        <p:spPr/>
        <p:txBody>
          <a:bodyPr/>
          <a:lstStyle/>
          <a:p>
            <a:r>
              <a:rPr lang="en-GB" dirty="0"/>
              <a:t>Actuators</a:t>
            </a:r>
            <a:endParaRPr lang="sv-SE" dirty="0"/>
          </a:p>
        </p:txBody>
      </p:sp>
      <p:pic>
        <p:nvPicPr>
          <p:cNvPr id="10" name="Picture 9" descr="A picture containing table, fence, chair, man&#10;&#10;Description automatically generated">
            <a:extLst>
              <a:ext uri="{FF2B5EF4-FFF2-40B4-BE49-F238E27FC236}">
                <a16:creationId xmlns:a16="http://schemas.microsoft.com/office/drawing/2014/main" id="{3EDBDD39-08D3-404C-93B0-9A114AD7CED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1581389" y="0"/>
            <a:ext cx="13773389"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A picture containing table, fence, chair, man&#10;&#10;Description automatically generated">
            <a:extLst>
              <a:ext uri="{FF2B5EF4-FFF2-40B4-BE49-F238E27FC236}">
                <a16:creationId xmlns:a16="http://schemas.microsoft.com/office/drawing/2014/main" id="{D0C49DA2-C4A3-49FA-A6AB-17480A375F41}"/>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21866" r="31748" b="-1"/>
          <a:stretch/>
        </p:blipFill>
        <p:spPr>
          <a:xfrm>
            <a:off x="5797543" y="10"/>
            <a:ext cx="6394152" cy="6857990"/>
          </a:xfrm>
          <a:prstGeom prst="rect">
            <a:avLst/>
          </a:prstGeom>
        </p:spPr>
      </p:pic>
      <p:pic>
        <p:nvPicPr>
          <p:cNvPr id="73" name="Picture 72">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9" name="Title 8">
            <a:extLst>
              <a:ext uri="{FF2B5EF4-FFF2-40B4-BE49-F238E27FC236}">
                <a16:creationId xmlns:a16="http://schemas.microsoft.com/office/drawing/2014/main" id="{C0B831CF-5EEA-42F8-A231-2D9E49A52E5E}"/>
              </a:ext>
            </a:extLst>
          </p:cNvPr>
          <p:cNvSpPr>
            <a:spLocks noGrp="1"/>
          </p:cNvSpPr>
          <p:nvPr>
            <p:ph type="title"/>
          </p:nvPr>
        </p:nvSpPr>
        <p:spPr>
          <a:xfrm>
            <a:off x="804998" y="798445"/>
            <a:ext cx="4803636" cy="1311664"/>
          </a:xfrm>
        </p:spPr>
        <p:txBody>
          <a:bodyPr vert="horz" lIns="91440" tIns="45720" rIns="91440" bIns="45720" rtlCol="0" anchor="ctr">
            <a:normAutofit/>
          </a:bodyPr>
          <a:lstStyle/>
          <a:p>
            <a:r>
              <a:rPr lang="en-US">
                <a:solidFill>
                  <a:srgbClr val="000000"/>
                </a:solidFill>
              </a:rPr>
              <a:t>Actuators</a:t>
            </a:r>
          </a:p>
        </p:txBody>
      </p:sp>
      <p:sp>
        <p:nvSpPr>
          <p:cNvPr id="33796" name="Rectangle 3"/>
          <p:cNvSpPr>
            <a:spLocks noGrp="1" noChangeArrowheads="1"/>
          </p:cNvSpPr>
          <p:nvPr>
            <p:ph type="body" sz="quarter" idx="10"/>
          </p:nvPr>
        </p:nvSpPr>
        <p:spPr>
          <a:xfrm>
            <a:off x="804997" y="2272142"/>
            <a:ext cx="5291003" cy="4411045"/>
          </a:xfrm>
        </p:spPr>
        <p:txBody>
          <a:bodyPr vert="horz" lIns="91440" tIns="45720" rIns="91440" bIns="45720" rtlCol="0" anchor="ctr">
            <a:normAutofit/>
          </a:bodyPr>
          <a:lstStyle/>
          <a:p>
            <a:r>
              <a:rPr lang="en-US" sz="2400" dirty="0">
                <a:solidFill>
                  <a:srgbClr val="000000"/>
                </a:solidFill>
              </a:rPr>
              <a:t>Actuators are the mechanism to create motion</a:t>
            </a:r>
          </a:p>
          <a:p>
            <a:r>
              <a:rPr lang="en-US" sz="2400" dirty="0">
                <a:solidFill>
                  <a:srgbClr val="000000"/>
                </a:solidFill>
              </a:rPr>
              <a:t>Power to move</a:t>
            </a:r>
          </a:p>
          <a:p>
            <a:pPr lvl="1"/>
            <a:r>
              <a:rPr lang="en-US" dirty="0">
                <a:solidFill>
                  <a:srgbClr val="000000"/>
                </a:solidFill>
              </a:rPr>
              <a:t>Electrical, hydraulic and pneumatic </a:t>
            </a:r>
          </a:p>
          <a:p>
            <a:pPr lvl="1"/>
            <a:r>
              <a:rPr lang="en-US" dirty="0">
                <a:solidFill>
                  <a:srgbClr val="000000"/>
                </a:solidFill>
              </a:rPr>
              <a:t>Environmental conditions</a:t>
            </a:r>
          </a:p>
          <a:p>
            <a:pPr lvl="1"/>
            <a:r>
              <a:rPr lang="en-US" dirty="0">
                <a:solidFill>
                  <a:srgbClr val="000000"/>
                </a:solidFill>
              </a:rPr>
              <a:t>Mechanical capabilities</a:t>
            </a:r>
          </a:p>
          <a:p>
            <a:r>
              <a:rPr lang="en-US" sz="2400" dirty="0">
                <a:solidFill>
                  <a:srgbClr val="000000"/>
                </a:solidFill>
              </a:rPr>
              <a:t>Electrical most common</a:t>
            </a:r>
          </a:p>
          <a:p>
            <a:pPr lvl="1"/>
            <a:r>
              <a:rPr lang="en-US" dirty="0">
                <a:solidFill>
                  <a:srgbClr val="000000"/>
                </a:solidFill>
              </a:rPr>
              <a:t>Stepper motor	</a:t>
            </a:r>
          </a:p>
          <a:p>
            <a:pPr lvl="2"/>
            <a:r>
              <a:rPr lang="en-US" sz="2400" dirty="0">
                <a:solidFill>
                  <a:srgbClr val="000000"/>
                </a:solidFill>
              </a:rPr>
              <a:t>Rotation generated by pulses</a:t>
            </a:r>
          </a:p>
          <a:p>
            <a:pPr lvl="1"/>
            <a:r>
              <a:rPr lang="en-US" dirty="0">
                <a:solidFill>
                  <a:srgbClr val="000000"/>
                </a:solidFill>
              </a:rPr>
              <a:t>DC motors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6">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250"/>
                                  </p:stCondLst>
                                  <p:childTnLst>
                                    <p:set>
                                      <p:cBhvr>
                                        <p:cTn id="13" dur="1" fill="hold">
                                          <p:stCondLst>
                                            <p:cond delay="0"/>
                                          </p:stCondLst>
                                        </p:cTn>
                                        <p:tgtEl>
                                          <p:spTgt spid="33796">
                                            <p:txEl>
                                              <p:pRg st="2" end="2"/>
                                            </p:txEl>
                                          </p:spTgt>
                                        </p:tgtEl>
                                        <p:attrNameLst>
                                          <p:attrName>style.visibility</p:attrName>
                                        </p:attrNameLst>
                                      </p:cBhvr>
                                      <p:to>
                                        <p:strVal val="visible"/>
                                      </p:to>
                                    </p:set>
                                  </p:childTnLst>
                                </p:cTn>
                              </p:par>
                            </p:childTnLst>
                          </p:cTn>
                        </p:par>
                        <p:par>
                          <p:cTn id="14" fill="hold">
                            <p:stCondLst>
                              <p:cond delay="250"/>
                            </p:stCondLst>
                            <p:childTnLst>
                              <p:par>
                                <p:cTn id="15" presetID="1" presetClass="entr" presetSubtype="0" fill="hold" grpId="0" nodeType="afterEffect">
                                  <p:stCondLst>
                                    <p:cond delay="250"/>
                                  </p:stCondLst>
                                  <p:childTnLst>
                                    <p:set>
                                      <p:cBhvr>
                                        <p:cTn id="16" dur="1" fill="hold">
                                          <p:stCondLst>
                                            <p:cond delay="0"/>
                                          </p:stCondLst>
                                        </p:cTn>
                                        <p:tgtEl>
                                          <p:spTgt spid="33796">
                                            <p:txEl>
                                              <p:pRg st="3" end="3"/>
                                            </p:txEl>
                                          </p:spTgt>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250"/>
                                  </p:stCondLst>
                                  <p:childTnLst>
                                    <p:set>
                                      <p:cBhvr>
                                        <p:cTn id="19" dur="1" fill="hold">
                                          <p:stCondLst>
                                            <p:cond delay="0"/>
                                          </p:stCondLst>
                                        </p:cTn>
                                        <p:tgtEl>
                                          <p:spTgt spid="33796">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3796">
                                            <p:txEl>
                                              <p:pRg st="5" end="5"/>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250"/>
                                  </p:stCondLst>
                                  <p:childTnLst>
                                    <p:set>
                                      <p:cBhvr>
                                        <p:cTn id="26" dur="1" fill="hold">
                                          <p:stCondLst>
                                            <p:cond delay="0"/>
                                          </p:stCondLst>
                                        </p:cTn>
                                        <p:tgtEl>
                                          <p:spTgt spid="33796">
                                            <p:txEl>
                                              <p:pRg st="6" end="6"/>
                                            </p:txEl>
                                          </p:spTgt>
                                        </p:tgtEl>
                                        <p:attrNameLst>
                                          <p:attrName>style.visibility</p:attrName>
                                        </p:attrNameLst>
                                      </p:cBhvr>
                                      <p:to>
                                        <p:strVal val="visible"/>
                                      </p:to>
                                    </p:set>
                                  </p:childTnLst>
                                </p:cTn>
                              </p:par>
                            </p:childTnLst>
                          </p:cTn>
                        </p:par>
                        <p:par>
                          <p:cTn id="27" fill="hold">
                            <p:stCondLst>
                              <p:cond delay="250"/>
                            </p:stCondLst>
                            <p:childTnLst>
                              <p:par>
                                <p:cTn id="28" presetID="1" presetClass="entr" presetSubtype="0" fill="hold" grpId="0" nodeType="afterEffect">
                                  <p:stCondLst>
                                    <p:cond delay="250"/>
                                  </p:stCondLst>
                                  <p:childTnLst>
                                    <p:set>
                                      <p:cBhvr>
                                        <p:cTn id="29" dur="1" fill="hold">
                                          <p:stCondLst>
                                            <p:cond delay="0"/>
                                          </p:stCondLst>
                                        </p:cTn>
                                        <p:tgtEl>
                                          <p:spTgt spid="33796">
                                            <p:txEl>
                                              <p:pRg st="7" end="7"/>
                                            </p:txEl>
                                          </p:spTgt>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grpId="0" nodeType="afterEffect">
                                  <p:stCondLst>
                                    <p:cond delay="250"/>
                                  </p:stCondLst>
                                  <p:childTnLst>
                                    <p:set>
                                      <p:cBhvr>
                                        <p:cTn id="32" dur="1" fill="hold">
                                          <p:stCondLst>
                                            <p:cond delay="0"/>
                                          </p:stCondLst>
                                        </p:cTn>
                                        <p:tgtEl>
                                          <p:spTgt spid="3379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instrument&#10;&#10;Description automatically generated">
            <a:extLst>
              <a:ext uri="{FF2B5EF4-FFF2-40B4-BE49-F238E27FC236}">
                <a16:creationId xmlns:a16="http://schemas.microsoft.com/office/drawing/2014/main" id="{B93EFE14-49D8-47B9-B74C-281BAF72D0D6}"/>
              </a:ext>
            </a:extLst>
          </p:cNvPr>
          <p:cNvPicPr>
            <a:picLocks noChangeAspect="1"/>
          </p:cNvPicPr>
          <p:nvPr/>
        </p:nvPicPr>
        <p:blipFill rotWithShape="1">
          <a:blip r:embed="rId2">
            <a:extLst>
              <a:ext uri="{28A0092B-C50C-407E-A947-70E740481C1C}">
                <a14:useLocalDpi xmlns:a14="http://schemas.microsoft.com/office/drawing/2010/main" val="0"/>
              </a:ext>
            </a:extLst>
          </a:blip>
          <a:srcRect l="2300" t="19406" r="4539" b="22288"/>
          <a:stretch/>
        </p:blipFill>
        <p:spPr>
          <a:xfrm>
            <a:off x="5688339" y="2820516"/>
            <a:ext cx="6388985" cy="399863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29918"/>
            <a:ext cx="5832648" cy="2348670"/>
          </a:xfrm>
          <a:prstGeom prst="rect">
            <a:avLst/>
          </a:prstGeom>
        </p:spPr>
      </p:pic>
      <p:sp>
        <p:nvSpPr>
          <p:cNvPr id="7" name="TextBox 6">
            <a:extLst>
              <a:ext uri="{FF2B5EF4-FFF2-40B4-BE49-F238E27FC236}">
                <a16:creationId xmlns:a16="http://schemas.microsoft.com/office/drawing/2014/main" id="{B466DC78-70B3-4474-8ADA-255D3AC339A2}"/>
              </a:ext>
            </a:extLst>
          </p:cNvPr>
          <p:cNvSpPr txBox="1"/>
          <p:nvPr/>
        </p:nvSpPr>
        <p:spPr>
          <a:xfrm>
            <a:off x="10369846" y="6478588"/>
            <a:ext cx="1502655" cy="276999"/>
          </a:xfrm>
          <a:prstGeom prst="rect">
            <a:avLst/>
          </a:prstGeom>
          <a:noFill/>
        </p:spPr>
        <p:txBody>
          <a:bodyPr wrap="none" rtlCol="0">
            <a:spAutoFit/>
          </a:bodyPr>
          <a:lstStyle/>
          <a:p>
            <a:r>
              <a:rPr lang="en-GB" sz="1200" dirty="0"/>
              <a:t>Wikimedia commons</a:t>
            </a:r>
          </a:p>
        </p:txBody>
      </p:sp>
      <p:sp>
        <p:nvSpPr>
          <p:cNvPr id="8" name="Title 7">
            <a:extLst>
              <a:ext uri="{FF2B5EF4-FFF2-40B4-BE49-F238E27FC236}">
                <a16:creationId xmlns:a16="http://schemas.microsoft.com/office/drawing/2014/main" id="{5737E94F-1D5D-4719-A118-D32AA22AE25F}"/>
              </a:ext>
            </a:extLst>
          </p:cNvPr>
          <p:cNvSpPr>
            <a:spLocks noGrp="1"/>
          </p:cNvSpPr>
          <p:nvPr>
            <p:ph type="title"/>
          </p:nvPr>
        </p:nvSpPr>
        <p:spPr/>
        <p:txBody>
          <a:bodyPr/>
          <a:lstStyle/>
          <a:p>
            <a:r>
              <a:rPr lang="en-GB" dirty="0"/>
              <a:t>Linear Actuators - examples</a:t>
            </a:r>
          </a:p>
        </p:txBody>
      </p:sp>
      <p:pic>
        <p:nvPicPr>
          <p:cNvPr id="9" name="Picture 8" descr="A close up of a cable&#10;&#10;Description automatically generated">
            <a:extLst>
              <a:ext uri="{FF2B5EF4-FFF2-40B4-BE49-F238E27FC236}">
                <a16:creationId xmlns:a16="http://schemas.microsoft.com/office/drawing/2014/main" id="{D275BCFE-9DCF-4D2F-B14B-86E8C418B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7874" y="1337882"/>
            <a:ext cx="3988052" cy="2991039"/>
          </a:xfrm>
          <a:prstGeom prst="rect">
            <a:avLst/>
          </a:prstGeom>
        </p:spPr>
      </p:pic>
      <p:pic>
        <p:nvPicPr>
          <p:cNvPr id="10" name="Picture 9" descr="A picture containing table, fence, chair, man&#10;&#10;Description automatically generated">
            <a:extLst>
              <a:ext uri="{FF2B5EF4-FFF2-40B4-BE49-F238E27FC236}">
                <a16:creationId xmlns:a16="http://schemas.microsoft.com/office/drawing/2014/main" id="{13452AFD-B2F3-4FE9-87A7-13FAA50F36F9}"/>
              </a:ext>
            </a:extLst>
          </p:cNvPr>
          <p:cNvPicPr>
            <a:picLocks noChangeAspect="1"/>
          </p:cNvPicPr>
          <p:nvPr/>
        </p:nvPicPr>
        <p:blipFill>
          <a:blip r:embed="rId5">
            <a:alphaModFix amt="20000"/>
            <a:extLst>
              <a:ext uri="{28A0092B-C50C-407E-A947-70E740481C1C}">
                <a14:useLocalDpi xmlns:a14="http://schemas.microsoft.com/office/drawing/2010/main" val="0"/>
              </a:ext>
            </a:extLst>
          </a:blip>
          <a:stretch>
            <a:fillRect/>
          </a:stretch>
        </p:blipFill>
        <p:spPr>
          <a:xfrm>
            <a:off x="-1581389" y="0"/>
            <a:ext cx="13773389"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59A5E-A81C-4856-BA18-41DB8AF8E042}"/>
              </a:ext>
            </a:extLst>
          </p:cNvPr>
          <p:cNvSpPr>
            <a:spLocks noGrp="1"/>
          </p:cNvSpPr>
          <p:nvPr>
            <p:ph type="title"/>
          </p:nvPr>
        </p:nvSpPr>
        <p:spPr/>
        <p:txBody>
          <a:bodyPr/>
          <a:lstStyle/>
          <a:p>
            <a:r>
              <a:rPr lang="en-GB" dirty="0"/>
              <a:t>Electrical motors</a:t>
            </a:r>
          </a:p>
        </p:txBody>
      </p:sp>
      <p:sp>
        <p:nvSpPr>
          <p:cNvPr id="34820" name="Rectangle 3"/>
          <p:cNvSpPr>
            <a:spLocks noGrp="1" noChangeArrowheads="1"/>
          </p:cNvSpPr>
          <p:nvPr>
            <p:ph type="body" sz="quarter" idx="10"/>
          </p:nvPr>
        </p:nvSpPr>
        <p:spPr/>
        <p:txBody>
          <a:bodyPr/>
          <a:lstStyle/>
          <a:p>
            <a:pPr eaLnBrk="1" hangingPunct="1"/>
            <a:endParaRPr lang="en-GB" dirty="0"/>
          </a:p>
          <a:p>
            <a:pPr eaLnBrk="1" hangingPunct="1"/>
            <a:r>
              <a:rPr lang="en-GB" dirty="0"/>
              <a:t>Electromagnetic direct current (DC) motors</a:t>
            </a:r>
          </a:p>
          <a:p>
            <a:pPr lvl="1" eaLnBrk="1" hangingPunct="1"/>
            <a:r>
              <a:rPr lang="en-GB" dirty="0"/>
              <a:t>Usually runs high speed and low torque</a:t>
            </a:r>
          </a:p>
          <a:p>
            <a:pPr eaLnBrk="1" hangingPunct="1"/>
            <a:r>
              <a:rPr lang="en-GB" dirty="0"/>
              <a:t>Electromagnetic alternating (AC) motors</a:t>
            </a:r>
          </a:p>
          <a:p>
            <a:pPr lvl="1" eaLnBrk="1" hangingPunct="1"/>
            <a:r>
              <a:rPr lang="en-GB" dirty="0"/>
              <a:t>More controlling required</a:t>
            </a:r>
          </a:p>
        </p:txBody>
      </p:sp>
      <p:pic>
        <p:nvPicPr>
          <p:cNvPr id="2" name="Picture 1"/>
          <p:cNvPicPr>
            <a:picLocks noChangeAspect="1"/>
          </p:cNvPicPr>
          <p:nvPr/>
        </p:nvPicPr>
        <p:blipFill>
          <a:blip r:embed="rId2"/>
          <a:stretch>
            <a:fillRect/>
          </a:stretch>
        </p:blipFill>
        <p:spPr>
          <a:xfrm>
            <a:off x="8183166" y="3045933"/>
            <a:ext cx="3456384" cy="2156784"/>
          </a:xfrm>
          <a:prstGeom prst="rect">
            <a:avLst/>
          </a:prstGeom>
        </p:spPr>
      </p:pic>
      <p:sp>
        <p:nvSpPr>
          <p:cNvPr id="11" name="TextBox 10">
            <a:extLst>
              <a:ext uri="{FF2B5EF4-FFF2-40B4-BE49-F238E27FC236}">
                <a16:creationId xmlns:a16="http://schemas.microsoft.com/office/drawing/2014/main" id="{829C9BE8-C3CF-4BA3-8EA3-A19B56738D62}"/>
              </a:ext>
            </a:extLst>
          </p:cNvPr>
          <p:cNvSpPr txBox="1"/>
          <p:nvPr/>
        </p:nvSpPr>
        <p:spPr>
          <a:xfrm>
            <a:off x="10369846" y="6478588"/>
            <a:ext cx="1502655" cy="276999"/>
          </a:xfrm>
          <a:prstGeom prst="rect">
            <a:avLst/>
          </a:prstGeom>
          <a:noFill/>
        </p:spPr>
        <p:txBody>
          <a:bodyPr wrap="none" rtlCol="0">
            <a:spAutoFit/>
          </a:bodyPr>
          <a:lstStyle/>
          <a:p>
            <a:r>
              <a:rPr lang="en-GB" sz="1200" dirty="0"/>
              <a:t>Wikimedia commons</a:t>
            </a:r>
          </a:p>
        </p:txBody>
      </p:sp>
      <p:pic>
        <p:nvPicPr>
          <p:cNvPr id="6" name="Picture 5" descr="A picture containing toy, table, filled, truck&#10;&#10;Description automatically generated">
            <a:extLst>
              <a:ext uri="{FF2B5EF4-FFF2-40B4-BE49-F238E27FC236}">
                <a16:creationId xmlns:a16="http://schemas.microsoft.com/office/drawing/2014/main" id="{E9AC813C-ABDE-4951-8A33-705FB2D2C70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0"/>
            <a:ext cx="15990848"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toy, table, filled, truck&#10;&#10;Description automatically generated">
            <a:extLst>
              <a:ext uri="{FF2B5EF4-FFF2-40B4-BE49-F238E27FC236}">
                <a16:creationId xmlns:a16="http://schemas.microsoft.com/office/drawing/2014/main" id="{D512FC1A-D20E-4256-A2EF-E75227CC4A38}"/>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5990848" cy="6858000"/>
          </a:xfrm>
          <a:prstGeom prst="rect">
            <a:avLst/>
          </a:prstGeom>
        </p:spPr>
      </p:pic>
      <p:sp>
        <p:nvSpPr>
          <p:cNvPr id="3" name="Title 2">
            <a:extLst>
              <a:ext uri="{FF2B5EF4-FFF2-40B4-BE49-F238E27FC236}">
                <a16:creationId xmlns:a16="http://schemas.microsoft.com/office/drawing/2014/main" id="{5A3B8EC7-F42E-4742-BCA1-1A7BB8F013B5}"/>
              </a:ext>
            </a:extLst>
          </p:cNvPr>
          <p:cNvSpPr>
            <a:spLocks noGrp="1"/>
          </p:cNvSpPr>
          <p:nvPr>
            <p:ph type="title"/>
          </p:nvPr>
        </p:nvSpPr>
        <p:spPr/>
        <p:txBody>
          <a:bodyPr/>
          <a:lstStyle/>
          <a:p>
            <a:r>
              <a:rPr lang="en-GB" dirty="0"/>
              <a:t>Batteries</a:t>
            </a:r>
          </a:p>
        </p:txBody>
      </p:sp>
      <p:sp>
        <p:nvSpPr>
          <p:cNvPr id="40964" name="Rectangle 9"/>
          <p:cNvSpPr>
            <a:spLocks noGrp="1" noChangeArrowheads="1"/>
          </p:cNvSpPr>
          <p:nvPr>
            <p:ph type="body" sz="quarter" idx="10"/>
          </p:nvPr>
        </p:nvSpPr>
        <p:spPr/>
        <p:txBody>
          <a:bodyPr/>
          <a:lstStyle/>
          <a:p>
            <a:pPr eaLnBrk="1" hangingPunct="1">
              <a:lnSpc>
                <a:spcPct val="90000"/>
              </a:lnSpc>
            </a:pPr>
            <a:r>
              <a:rPr lang="en-GB" sz="2400" dirty="0"/>
              <a:t>Parameters to observe</a:t>
            </a:r>
          </a:p>
          <a:p>
            <a:pPr lvl="1" eaLnBrk="1" hangingPunct="1">
              <a:lnSpc>
                <a:spcPct val="90000"/>
              </a:lnSpc>
            </a:pPr>
            <a:r>
              <a:rPr lang="en-GB" sz="2000" dirty="0"/>
              <a:t>Rechargeability</a:t>
            </a:r>
          </a:p>
          <a:p>
            <a:pPr lvl="1" eaLnBrk="1" hangingPunct="1">
              <a:lnSpc>
                <a:spcPct val="90000"/>
              </a:lnSpc>
            </a:pPr>
            <a:r>
              <a:rPr lang="en-GB" sz="2000" dirty="0"/>
              <a:t>Energy Density</a:t>
            </a:r>
          </a:p>
          <a:p>
            <a:pPr lvl="1" eaLnBrk="1" hangingPunct="1">
              <a:lnSpc>
                <a:spcPct val="90000"/>
              </a:lnSpc>
            </a:pPr>
            <a:r>
              <a:rPr lang="en-GB" sz="2000" dirty="0"/>
              <a:t>Capacity</a:t>
            </a:r>
          </a:p>
          <a:p>
            <a:pPr lvl="1" eaLnBrk="1" hangingPunct="1">
              <a:lnSpc>
                <a:spcPct val="90000"/>
              </a:lnSpc>
            </a:pPr>
            <a:r>
              <a:rPr lang="en-GB" sz="2000" dirty="0"/>
              <a:t>Voltage</a:t>
            </a:r>
          </a:p>
          <a:p>
            <a:pPr lvl="1" eaLnBrk="1" hangingPunct="1">
              <a:lnSpc>
                <a:spcPct val="90000"/>
              </a:lnSpc>
            </a:pPr>
            <a:r>
              <a:rPr lang="en-GB" sz="2000" dirty="0"/>
              <a:t>Internal Resistance</a:t>
            </a:r>
          </a:p>
          <a:p>
            <a:pPr lvl="1" eaLnBrk="1" hangingPunct="1">
              <a:lnSpc>
                <a:spcPct val="90000"/>
              </a:lnSpc>
            </a:pPr>
            <a:r>
              <a:rPr lang="en-GB" sz="2000" dirty="0"/>
              <a:t>Discharge Rate</a:t>
            </a:r>
          </a:p>
          <a:p>
            <a:pPr lvl="1" eaLnBrk="1" hangingPunct="1">
              <a:lnSpc>
                <a:spcPct val="90000"/>
              </a:lnSpc>
            </a:pPr>
            <a:r>
              <a:rPr lang="en-GB" sz="2000" dirty="0"/>
              <a:t>Shelf Life</a:t>
            </a:r>
          </a:p>
          <a:p>
            <a:pPr lvl="1" eaLnBrk="1" hangingPunct="1">
              <a:lnSpc>
                <a:spcPct val="90000"/>
              </a:lnSpc>
            </a:pPr>
            <a:r>
              <a:rPr lang="en-GB" sz="2000" dirty="0"/>
              <a:t>Temperature Dependence</a:t>
            </a:r>
          </a:p>
          <a:p>
            <a:pPr eaLnBrk="1" hangingPunct="1">
              <a:lnSpc>
                <a:spcPct val="90000"/>
              </a:lnSpc>
            </a:pPr>
            <a:r>
              <a:rPr lang="en-GB" sz="2400" dirty="0"/>
              <a:t>Regulators to keep voltage constant</a:t>
            </a:r>
          </a:p>
        </p:txBody>
      </p:sp>
      <p:pic>
        <p:nvPicPr>
          <p:cNvPr id="40965" name="Picture 12"/>
          <p:cNvPicPr>
            <a:picLocks noGrp="1" noChangeAspect="1" noChangeArrowheads="1"/>
          </p:cNvPicPr>
          <p:nvPr>
            <p:ph sz="half" idx="4294967295"/>
          </p:nvPr>
        </p:nvPicPr>
        <p:blipFill>
          <a:blip r:embed="rId3" cstate="print"/>
          <a:srcRect/>
          <a:stretch>
            <a:fillRect/>
          </a:stretch>
        </p:blipFill>
        <p:spPr>
          <a:xfrm>
            <a:off x="10950575" y="0"/>
            <a:ext cx="1241425" cy="1236663"/>
          </a:xfrm>
          <a:noFill/>
        </p:spPr>
      </p:pic>
      <p:pic>
        <p:nvPicPr>
          <p:cNvPr id="5" name="Picture 4">
            <a:extLst>
              <a:ext uri="{FF2B5EF4-FFF2-40B4-BE49-F238E27FC236}">
                <a16:creationId xmlns:a16="http://schemas.microsoft.com/office/drawing/2014/main" id="{EC0A8FAF-4130-4F2E-B448-F8C634AA29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2147" y="436923"/>
            <a:ext cx="4025741" cy="5917840"/>
          </a:xfrm>
          <a:prstGeom prst="rect">
            <a:avLst/>
          </a:prstGeom>
        </p:spPr>
      </p:pic>
      <p:sp>
        <p:nvSpPr>
          <p:cNvPr id="6" name="TextBox 5">
            <a:extLst>
              <a:ext uri="{FF2B5EF4-FFF2-40B4-BE49-F238E27FC236}">
                <a16:creationId xmlns:a16="http://schemas.microsoft.com/office/drawing/2014/main" id="{38A2D3F9-4BB5-4C35-9E13-A5A6E1FCF9AA}"/>
              </a:ext>
            </a:extLst>
          </p:cNvPr>
          <p:cNvSpPr txBox="1"/>
          <p:nvPr/>
        </p:nvSpPr>
        <p:spPr>
          <a:xfrm>
            <a:off x="6921500" y="6488668"/>
            <a:ext cx="1502655" cy="276999"/>
          </a:xfrm>
          <a:prstGeom prst="rect">
            <a:avLst/>
          </a:prstGeom>
          <a:noFill/>
        </p:spPr>
        <p:txBody>
          <a:bodyPr wrap="none" rtlCol="0">
            <a:spAutoFit/>
          </a:bodyPr>
          <a:lstStyle/>
          <a:p>
            <a:r>
              <a:rPr lang="en-GB" sz="1200" dirty="0"/>
              <a:t>Wikimedia commons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40964">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40964">
                                            <p:txEl>
                                              <p:pRg st="2" end="2"/>
                                            </p:txEl>
                                          </p:spTgt>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40964">
                                            <p:txEl>
                                              <p:pRg st="3" end="3"/>
                                            </p:txEl>
                                          </p:spTgt>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40964">
                                            <p:txEl>
                                              <p:pRg st="4" end="4"/>
                                            </p:txEl>
                                          </p:spTgt>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40964">
                                            <p:txEl>
                                              <p:pRg st="5" end="5"/>
                                            </p:txEl>
                                          </p:spTgt>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40964">
                                            <p:txEl>
                                              <p:pRg st="6" end="6"/>
                                            </p:txEl>
                                          </p:spTgt>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childTnLst>
                                    <p:set>
                                      <p:cBhvr>
                                        <p:cTn id="27" dur="1" fill="hold">
                                          <p:stCondLst>
                                            <p:cond delay="0"/>
                                          </p:stCondLst>
                                        </p:cTn>
                                        <p:tgtEl>
                                          <p:spTgt spid="40964">
                                            <p:txEl>
                                              <p:pRg st="7" end="7"/>
                                            </p:txEl>
                                          </p:spTgt>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0"/>
                                          </p:stCondLst>
                                        </p:cTn>
                                        <p:tgtEl>
                                          <p:spTgt spid="4096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96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able, fence, chair, man&#10;&#10;Description automatically generated">
            <a:extLst>
              <a:ext uri="{FF2B5EF4-FFF2-40B4-BE49-F238E27FC236}">
                <a16:creationId xmlns:a16="http://schemas.microsoft.com/office/drawing/2014/main" id="{D12C89E3-D7BB-4725-8976-FBACDBC7790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581389" y="0"/>
            <a:ext cx="13773389" cy="6858000"/>
          </a:xfrm>
          <a:prstGeom prst="rect">
            <a:avLst/>
          </a:prstGeom>
        </p:spPr>
      </p:pic>
      <p:sp>
        <p:nvSpPr>
          <p:cNvPr id="43012" name="Rectangle 3"/>
          <p:cNvSpPr>
            <a:spLocks noGrp="1" noChangeArrowheads="1"/>
          </p:cNvSpPr>
          <p:nvPr>
            <p:ph sz="half" idx="1"/>
          </p:nvPr>
        </p:nvSpPr>
        <p:spPr/>
        <p:txBody>
          <a:bodyPr/>
          <a:lstStyle/>
          <a:p>
            <a:pPr eaLnBrk="1" hangingPunct="1">
              <a:lnSpc>
                <a:spcPct val="90000"/>
              </a:lnSpc>
            </a:pPr>
            <a:r>
              <a:rPr lang="en-GB" dirty="0"/>
              <a:t>Gears</a:t>
            </a:r>
          </a:p>
          <a:p>
            <a:pPr lvl="1" eaLnBrk="1" hangingPunct="1">
              <a:lnSpc>
                <a:spcPct val="90000"/>
              </a:lnSpc>
            </a:pPr>
            <a:r>
              <a:rPr lang="en-GB" dirty="0"/>
              <a:t>Most common</a:t>
            </a:r>
          </a:p>
          <a:p>
            <a:pPr eaLnBrk="1" hangingPunct="1">
              <a:lnSpc>
                <a:spcPct val="90000"/>
              </a:lnSpc>
            </a:pPr>
            <a:r>
              <a:rPr lang="en-GB" dirty="0"/>
              <a:t>Tendons</a:t>
            </a:r>
          </a:p>
          <a:p>
            <a:pPr lvl="1"/>
            <a:r>
              <a:rPr lang="en-GB" dirty="0"/>
              <a:t>Used for remote of the power from the actuator </a:t>
            </a:r>
          </a:p>
          <a:p>
            <a:pPr lvl="1" eaLnBrk="1" hangingPunct="1">
              <a:lnSpc>
                <a:spcPct val="90000"/>
              </a:lnSpc>
            </a:pPr>
            <a:r>
              <a:rPr lang="en-GB" dirty="0"/>
              <a:t>Wires</a:t>
            </a:r>
          </a:p>
          <a:p>
            <a:pPr lvl="1" eaLnBrk="1" hangingPunct="1">
              <a:lnSpc>
                <a:spcPct val="90000"/>
              </a:lnSpc>
            </a:pPr>
            <a:r>
              <a:rPr lang="en-GB" dirty="0"/>
              <a:t>Chains</a:t>
            </a:r>
          </a:p>
          <a:p>
            <a:pPr lvl="1" eaLnBrk="1" hangingPunct="1">
              <a:lnSpc>
                <a:spcPct val="90000"/>
              </a:lnSpc>
            </a:pPr>
            <a:endParaRPr lang="en-GB" dirty="0"/>
          </a:p>
          <a:p>
            <a:pPr eaLnBrk="1" hangingPunct="1">
              <a:lnSpc>
                <a:spcPct val="90000"/>
              </a:lnSpc>
              <a:buFontTx/>
              <a:buNone/>
            </a:pPr>
            <a:endParaRPr lang="en-GB" dirty="0"/>
          </a:p>
        </p:txBody>
      </p:sp>
      <p:sp>
        <p:nvSpPr>
          <p:cNvPr id="43013" name="Rectangle 4"/>
          <p:cNvSpPr>
            <a:spLocks noGrp="1" noChangeArrowheads="1"/>
          </p:cNvSpPr>
          <p:nvPr>
            <p:ph sz="half" idx="2"/>
          </p:nvPr>
        </p:nvSpPr>
        <p:spPr/>
        <p:txBody>
          <a:bodyPr/>
          <a:lstStyle/>
          <a:p>
            <a:pPr eaLnBrk="1" hangingPunct="1">
              <a:lnSpc>
                <a:spcPct val="90000"/>
              </a:lnSpc>
            </a:pPr>
            <a:r>
              <a:rPr lang="en-GB" dirty="0"/>
              <a:t>Linkage</a:t>
            </a:r>
          </a:p>
          <a:p>
            <a:pPr lvl="1" eaLnBrk="1" hangingPunct="1">
              <a:lnSpc>
                <a:spcPct val="90000"/>
              </a:lnSpc>
            </a:pPr>
            <a:r>
              <a:rPr lang="en-GB" dirty="0"/>
              <a:t>Stiff construction compared with tendons</a:t>
            </a:r>
          </a:p>
          <a:p>
            <a:pPr eaLnBrk="1" hangingPunct="1">
              <a:lnSpc>
                <a:spcPct val="90000"/>
              </a:lnSpc>
            </a:pPr>
            <a:r>
              <a:rPr lang="en-GB" dirty="0"/>
              <a:t>Disadvantages</a:t>
            </a:r>
          </a:p>
          <a:p>
            <a:pPr lvl="1" eaLnBrk="1" hangingPunct="1">
              <a:lnSpc>
                <a:spcPct val="90000"/>
              </a:lnSpc>
            </a:pPr>
            <a:r>
              <a:rPr lang="en-GB" dirty="0"/>
              <a:t>Poor dynamic response</a:t>
            </a:r>
          </a:p>
          <a:p>
            <a:pPr lvl="1" eaLnBrk="1" hangingPunct="1">
              <a:lnSpc>
                <a:spcPct val="90000"/>
              </a:lnSpc>
            </a:pPr>
            <a:r>
              <a:rPr lang="en-GB" dirty="0"/>
              <a:t>Difficult to achieve fine movements</a:t>
            </a:r>
          </a:p>
          <a:p>
            <a:pPr lvl="1" eaLnBrk="1" hangingPunct="1">
              <a:lnSpc>
                <a:spcPct val="90000"/>
              </a:lnSpc>
            </a:pPr>
            <a:r>
              <a:rPr lang="en-GB" dirty="0"/>
              <a:t>Additional mechanics are needed </a:t>
            </a:r>
          </a:p>
        </p:txBody>
      </p:sp>
      <p:sp>
        <p:nvSpPr>
          <p:cNvPr id="3" name="Title 2">
            <a:extLst>
              <a:ext uri="{FF2B5EF4-FFF2-40B4-BE49-F238E27FC236}">
                <a16:creationId xmlns:a16="http://schemas.microsoft.com/office/drawing/2014/main" id="{0E9939A8-44F8-4B60-9B21-F42D2F8AE4E8}"/>
              </a:ext>
            </a:extLst>
          </p:cNvPr>
          <p:cNvSpPr>
            <a:spLocks noGrp="1"/>
          </p:cNvSpPr>
          <p:nvPr>
            <p:ph type="title"/>
          </p:nvPr>
        </p:nvSpPr>
        <p:spPr/>
        <p:txBody>
          <a:bodyPr/>
          <a:lstStyle/>
          <a:p>
            <a:r>
              <a:rPr lang="en-GB" dirty="0"/>
              <a:t>Transmission Elements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499"/>
                                          </p:stCondLst>
                                        </p:cTn>
                                        <p:tgtEl>
                                          <p:spTgt spid="43012">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3012">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500"/>
                                  </p:stCondLst>
                                  <p:childTnLst>
                                    <p:set>
                                      <p:cBhvr>
                                        <p:cTn id="16" dur="1" fill="hold">
                                          <p:stCondLst>
                                            <p:cond delay="0"/>
                                          </p:stCondLst>
                                        </p:cTn>
                                        <p:tgtEl>
                                          <p:spTgt spid="43012">
                                            <p:txEl>
                                              <p:pRg st="3" end="3"/>
                                            </p:txEl>
                                          </p:spTgt>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500"/>
                                  </p:stCondLst>
                                  <p:childTnLst>
                                    <p:set>
                                      <p:cBhvr>
                                        <p:cTn id="19" dur="1" fill="hold">
                                          <p:stCondLst>
                                            <p:cond delay="0"/>
                                          </p:stCondLst>
                                        </p:cTn>
                                        <p:tgtEl>
                                          <p:spTgt spid="43012">
                                            <p:txEl>
                                              <p:pRg st="4" end="4"/>
                                            </p:txEl>
                                          </p:spTgt>
                                        </p:tgtEl>
                                        <p:attrNameLst>
                                          <p:attrName>style.visibility</p:attrName>
                                        </p:attrNameLst>
                                      </p:cBhvr>
                                      <p:to>
                                        <p:strVal val="visible"/>
                                      </p:to>
                                    </p:set>
                                  </p:childTnLst>
                                </p:cTn>
                              </p:par>
                            </p:childTnLst>
                          </p:cTn>
                        </p:par>
                        <p:par>
                          <p:cTn id="20" fill="hold">
                            <p:stCondLst>
                              <p:cond delay="1000"/>
                            </p:stCondLst>
                            <p:childTnLst>
                              <p:par>
                                <p:cTn id="21" presetID="1" presetClass="entr" presetSubtype="0" fill="hold" grpId="0" nodeType="afterEffect">
                                  <p:stCondLst>
                                    <p:cond delay="500"/>
                                  </p:stCondLst>
                                  <p:childTnLst>
                                    <p:set>
                                      <p:cBhvr>
                                        <p:cTn id="22" dur="1" fill="hold">
                                          <p:stCondLst>
                                            <p:cond delay="0"/>
                                          </p:stCondLst>
                                        </p:cTn>
                                        <p:tgtEl>
                                          <p:spTgt spid="4301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3">
                                            <p:txEl>
                                              <p:pRg st="0" end="0"/>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500"/>
                                  </p:stCondLst>
                                  <p:childTnLst>
                                    <p:set>
                                      <p:cBhvr>
                                        <p:cTn id="29" dur="1" fill="hold">
                                          <p:stCondLst>
                                            <p:cond delay="0"/>
                                          </p:stCondLst>
                                        </p:cTn>
                                        <p:tgtEl>
                                          <p:spTgt spid="43013">
                                            <p:txEl>
                                              <p:pRg st="1" end="1"/>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3013">
                                            <p:txEl>
                                              <p:pRg st="2" end="2"/>
                                            </p:txEl>
                                          </p:spTgt>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500"/>
                                  </p:stCondLst>
                                  <p:childTnLst>
                                    <p:set>
                                      <p:cBhvr>
                                        <p:cTn id="36" dur="1" fill="hold">
                                          <p:stCondLst>
                                            <p:cond delay="0"/>
                                          </p:stCondLst>
                                        </p:cTn>
                                        <p:tgtEl>
                                          <p:spTgt spid="43013">
                                            <p:txEl>
                                              <p:pRg st="3" end="3"/>
                                            </p:txEl>
                                          </p:spTgt>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grpId="0" nodeType="afterEffect">
                                  <p:stCondLst>
                                    <p:cond delay="500"/>
                                  </p:stCondLst>
                                  <p:childTnLst>
                                    <p:set>
                                      <p:cBhvr>
                                        <p:cTn id="39" dur="1" fill="hold">
                                          <p:stCondLst>
                                            <p:cond delay="0"/>
                                          </p:stCondLst>
                                        </p:cTn>
                                        <p:tgtEl>
                                          <p:spTgt spid="43013">
                                            <p:txEl>
                                              <p:pRg st="4" end="4"/>
                                            </p:txEl>
                                          </p:spTgt>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grpId="0" nodeType="afterEffect">
                                  <p:stCondLst>
                                    <p:cond delay="500"/>
                                  </p:stCondLst>
                                  <p:childTnLst>
                                    <p:set>
                                      <p:cBhvr>
                                        <p:cTn id="42" dur="1" fill="hold">
                                          <p:stCondLst>
                                            <p:cond delay="0"/>
                                          </p:stCondLst>
                                        </p:cTn>
                                        <p:tgtEl>
                                          <p:spTgt spid="430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uiExpand="1" build="p"/>
      <p:bldP spid="4301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B6954D-9BA3-4326-8F73-7FDBFB1E64EE}"/>
              </a:ext>
            </a:extLst>
          </p:cNvPr>
          <p:cNvSpPr>
            <a:spLocks noGrp="1"/>
          </p:cNvSpPr>
          <p:nvPr>
            <p:ph type="title"/>
          </p:nvPr>
        </p:nvSpPr>
        <p:spPr/>
        <p:txBody>
          <a:bodyPr/>
          <a:lstStyle/>
          <a:p>
            <a:r>
              <a:rPr lang="en-US" dirty="0"/>
              <a:t>Gearbox</a:t>
            </a:r>
            <a:endParaRPr lang="en-GB" dirty="0"/>
          </a:p>
        </p:txBody>
      </p:sp>
      <p:sp>
        <p:nvSpPr>
          <p:cNvPr id="11" name="TextBox 10">
            <a:extLst>
              <a:ext uri="{FF2B5EF4-FFF2-40B4-BE49-F238E27FC236}">
                <a16:creationId xmlns:a16="http://schemas.microsoft.com/office/drawing/2014/main" id="{277B5B95-F671-4995-8E7C-08FF78759554}"/>
              </a:ext>
            </a:extLst>
          </p:cNvPr>
          <p:cNvSpPr txBox="1"/>
          <p:nvPr/>
        </p:nvSpPr>
        <p:spPr>
          <a:xfrm>
            <a:off x="8513492" y="6581001"/>
            <a:ext cx="3678508" cy="276999"/>
          </a:xfrm>
          <a:prstGeom prst="rect">
            <a:avLst/>
          </a:prstGeom>
          <a:noFill/>
        </p:spPr>
        <p:txBody>
          <a:bodyPr wrap="none" rtlCol="0">
            <a:spAutoFit/>
          </a:bodyPr>
          <a:lstStyle/>
          <a:p>
            <a:r>
              <a:rPr lang="en-GB" sz="1200" dirty="0"/>
              <a:t>https://www.flickr.com/photos/burgerfeet/6135487397</a:t>
            </a:r>
          </a:p>
        </p:txBody>
      </p:sp>
      <p:pic>
        <p:nvPicPr>
          <p:cNvPr id="6" name="Picture 5" descr="A picture containing toy&#10;&#10;Description automatically generated">
            <a:extLst>
              <a:ext uri="{FF2B5EF4-FFF2-40B4-BE49-F238E27FC236}">
                <a16:creationId xmlns:a16="http://schemas.microsoft.com/office/drawing/2014/main" id="{16B31CEA-1F34-45CC-BF6F-89029F5E5E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52525"/>
            <a:ext cx="5353050" cy="5705475"/>
          </a:xfrm>
          <a:prstGeom prst="rect">
            <a:avLst/>
          </a:prstGeom>
        </p:spPr>
      </p:pic>
      <p:pic>
        <p:nvPicPr>
          <p:cNvPr id="9" name="Picture 8" descr="https://www.flickr.com/photos/burgerfeet/6135487397">
            <a:extLst>
              <a:ext uri="{FF2B5EF4-FFF2-40B4-BE49-F238E27FC236}">
                <a16:creationId xmlns:a16="http://schemas.microsoft.com/office/drawing/2014/main" id="{DE0B97E1-AC0C-442D-B524-63CC7DAF4F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4640" y="2835656"/>
            <a:ext cx="5390349" cy="3745345"/>
          </a:xfrm>
          <a:prstGeom prst="rect">
            <a:avLst/>
          </a:prstGeom>
        </p:spPr>
      </p:pic>
      <p:sp>
        <p:nvSpPr>
          <p:cNvPr id="44034" name="Content Placeholder 7"/>
          <p:cNvSpPr>
            <a:spLocks noGrp="1"/>
          </p:cNvSpPr>
          <p:nvPr>
            <p:ph sz="half" idx="2"/>
          </p:nvPr>
        </p:nvSpPr>
        <p:spPr>
          <a:xfrm>
            <a:off x="4480988" y="1166018"/>
            <a:ext cx="4038600" cy="4525963"/>
          </a:xfrm>
        </p:spPr>
        <p:txBody>
          <a:bodyPr/>
          <a:lstStyle/>
          <a:p>
            <a:r>
              <a:rPr lang="en-US" dirty="0"/>
              <a:t>Increase/ decrease rotation speed.</a:t>
            </a:r>
          </a:p>
          <a:p>
            <a:endParaRPr lang="en-US" dirty="0"/>
          </a:p>
        </p:txBody>
      </p:sp>
      <p:pic>
        <p:nvPicPr>
          <p:cNvPr id="8" name="Picture 7" descr="A picture containing toy, table, filled, truck&#10;&#10;Description automatically generated">
            <a:extLst>
              <a:ext uri="{FF2B5EF4-FFF2-40B4-BE49-F238E27FC236}">
                <a16:creationId xmlns:a16="http://schemas.microsoft.com/office/drawing/2014/main" id="{AB48A9AA-C65A-4D29-A412-960DE90E0154}"/>
              </a:ext>
            </a:extLst>
          </p:cNvPr>
          <p:cNvPicPr>
            <a:picLocks noChangeAspect="1"/>
          </p:cNvPicPr>
          <p:nvPr/>
        </p:nvPicPr>
        <p:blipFill>
          <a:blip r:embed="rId5">
            <a:alphaModFix amt="20000"/>
            <a:extLst>
              <a:ext uri="{28A0092B-C50C-407E-A947-70E740481C1C}">
                <a14:useLocalDpi xmlns:a14="http://schemas.microsoft.com/office/drawing/2010/main" val="0"/>
              </a:ext>
            </a:extLst>
          </a:blip>
          <a:stretch>
            <a:fillRect/>
          </a:stretch>
        </p:blipFill>
        <p:spPr>
          <a:xfrm>
            <a:off x="-3793907" y="0"/>
            <a:ext cx="15990848"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oy, table, filled, truck&#10;&#10;Description automatically generated">
            <a:extLst>
              <a:ext uri="{FF2B5EF4-FFF2-40B4-BE49-F238E27FC236}">
                <a16:creationId xmlns:a16="http://schemas.microsoft.com/office/drawing/2014/main" id="{C2FE3AA6-C060-4BA6-BA58-E4EAB7E65C3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3793907" y="0"/>
            <a:ext cx="15990848" cy="6858000"/>
          </a:xfrm>
          <a:prstGeom prst="rect">
            <a:avLst/>
          </a:prstGeom>
        </p:spPr>
      </p:pic>
      <p:sp>
        <p:nvSpPr>
          <p:cNvPr id="46083" name="Rectangle 2"/>
          <p:cNvSpPr>
            <a:spLocks noGrp="1" noChangeArrowheads="1"/>
          </p:cNvSpPr>
          <p:nvPr>
            <p:ph type="title"/>
          </p:nvPr>
        </p:nvSpPr>
        <p:spPr/>
        <p:txBody>
          <a:bodyPr/>
          <a:lstStyle/>
          <a:p>
            <a:pPr eaLnBrk="1" hangingPunct="1"/>
            <a:r>
              <a:rPr lang="en-GB"/>
              <a:t>Sensors</a:t>
            </a:r>
          </a:p>
        </p:txBody>
      </p:sp>
      <p:sp>
        <p:nvSpPr>
          <p:cNvPr id="46084" name="Rectangle 3"/>
          <p:cNvSpPr>
            <a:spLocks noGrp="1" noChangeArrowheads="1"/>
          </p:cNvSpPr>
          <p:nvPr>
            <p:ph type="body" sz="quarter" idx="10"/>
          </p:nvPr>
        </p:nvSpPr>
        <p:spPr/>
        <p:txBody>
          <a:bodyPr>
            <a:normAutofit/>
          </a:bodyPr>
          <a:lstStyle/>
          <a:p>
            <a:pPr eaLnBrk="1" hangingPunct="1"/>
            <a:r>
              <a:rPr lang="en-GB" dirty="0"/>
              <a:t>Internal</a:t>
            </a:r>
          </a:p>
          <a:p>
            <a:pPr lvl="1" eaLnBrk="1" hangingPunct="1"/>
            <a:r>
              <a:rPr lang="en-GB" dirty="0"/>
              <a:t>Joint angle</a:t>
            </a:r>
          </a:p>
          <a:p>
            <a:pPr lvl="1" eaLnBrk="1" hangingPunct="1"/>
            <a:r>
              <a:rPr lang="en-GB" dirty="0"/>
              <a:t>Wrist force</a:t>
            </a:r>
          </a:p>
          <a:p>
            <a:pPr eaLnBrk="1" hangingPunct="1"/>
            <a:r>
              <a:rPr lang="en-GB" dirty="0"/>
              <a:t>External (Environment)</a:t>
            </a:r>
          </a:p>
          <a:p>
            <a:pPr lvl="1" eaLnBrk="1" hangingPunct="1"/>
            <a:r>
              <a:rPr lang="en-GB" dirty="0"/>
              <a:t>Range</a:t>
            </a:r>
          </a:p>
          <a:p>
            <a:pPr lvl="1" eaLnBrk="1" hangingPunct="1"/>
            <a:r>
              <a:rPr lang="en-GB" dirty="0"/>
              <a:t>Vision</a:t>
            </a:r>
          </a:p>
          <a:p>
            <a:pPr lvl="1" eaLnBrk="1" hangingPunct="1"/>
            <a:r>
              <a:rPr lang="en-GB" dirty="0"/>
              <a:t>Voice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46084">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4608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084">
                                            <p:txEl>
                                              <p:pRg st="3" end="3"/>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500"/>
                                  </p:stCondLst>
                                  <p:childTnLst>
                                    <p:set>
                                      <p:cBhvr>
                                        <p:cTn id="19" dur="1" fill="hold">
                                          <p:stCondLst>
                                            <p:cond delay="0"/>
                                          </p:stCondLst>
                                        </p:cTn>
                                        <p:tgtEl>
                                          <p:spTgt spid="46084">
                                            <p:txEl>
                                              <p:pRg st="4" end="4"/>
                                            </p:txEl>
                                          </p:spTgt>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500"/>
                                  </p:stCondLst>
                                  <p:childTnLst>
                                    <p:set>
                                      <p:cBhvr>
                                        <p:cTn id="22" dur="1" fill="hold">
                                          <p:stCondLst>
                                            <p:cond delay="0"/>
                                          </p:stCondLst>
                                        </p:cTn>
                                        <p:tgtEl>
                                          <p:spTgt spid="46084">
                                            <p:txEl>
                                              <p:pRg st="5" end="5"/>
                                            </p:txEl>
                                          </p:spTgt>
                                        </p:tgtEl>
                                        <p:attrNameLst>
                                          <p:attrName>style.visibility</p:attrName>
                                        </p:attrNameLst>
                                      </p:cBhvr>
                                      <p:to>
                                        <p:strVal val="visible"/>
                                      </p:to>
                                    </p:set>
                                  </p:childTnLst>
                                </p:cTn>
                              </p:par>
                            </p:childTnLst>
                          </p:cTn>
                        </p:par>
                        <p:par>
                          <p:cTn id="23" fill="hold">
                            <p:stCondLst>
                              <p:cond delay="1000"/>
                            </p:stCondLst>
                            <p:childTnLst>
                              <p:par>
                                <p:cTn id="24" presetID="1" presetClass="entr" presetSubtype="0" fill="hold" grpId="0" nodeType="afterEffect">
                                  <p:stCondLst>
                                    <p:cond delay="500"/>
                                  </p:stCondLst>
                                  <p:childTnLst>
                                    <p:set>
                                      <p:cBhvr>
                                        <p:cTn id="25" dur="1" fill="hold">
                                          <p:stCondLst>
                                            <p:cond delay="0"/>
                                          </p:stCondLst>
                                        </p:cTn>
                                        <p:tgtEl>
                                          <p:spTgt spid="4608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oy, table, filled, truck&#10;&#10;Description automatically generated">
            <a:extLst>
              <a:ext uri="{FF2B5EF4-FFF2-40B4-BE49-F238E27FC236}">
                <a16:creationId xmlns:a16="http://schemas.microsoft.com/office/drawing/2014/main" id="{12AC2A6B-AFAE-400E-A50A-DD3DF3CB3A59}"/>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0"/>
            <a:ext cx="15990848" cy="6858000"/>
          </a:xfrm>
          <a:prstGeom prst="rect">
            <a:avLst/>
          </a:prstGeom>
        </p:spPr>
      </p:pic>
      <p:sp>
        <p:nvSpPr>
          <p:cNvPr id="3" name="Title 2">
            <a:extLst>
              <a:ext uri="{FF2B5EF4-FFF2-40B4-BE49-F238E27FC236}">
                <a16:creationId xmlns:a16="http://schemas.microsoft.com/office/drawing/2014/main" id="{5D83CBFE-4C4E-4EDF-B025-D17965B580DA}"/>
              </a:ext>
            </a:extLst>
          </p:cNvPr>
          <p:cNvSpPr>
            <a:spLocks noGrp="1"/>
          </p:cNvSpPr>
          <p:nvPr>
            <p:ph type="title"/>
          </p:nvPr>
        </p:nvSpPr>
        <p:spPr/>
        <p:txBody>
          <a:bodyPr/>
          <a:lstStyle/>
          <a:p>
            <a:r>
              <a:rPr lang="en-GB" dirty="0"/>
              <a:t>Materials</a:t>
            </a:r>
          </a:p>
        </p:txBody>
      </p:sp>
      <p:sp>
        <p:nvSpPr>
          <p:cNvPr id="47108" name="Rectangle 3"/>
          <p:cNvSpPr>
            <a:spLocks noGrp="1" noChangeArrowheads="1"/>
          </p:cNvSpPr>
          <p:nvPr>
            <p:ph type="body" sz="quarter" idx="10"/>
          </p:nvPr>
        </p:nvSpPr>
        <p:spPr/>
        <p:txBody>
          <a:bodyPr/>
          <a:lstStyle/>
          <a:p>
            <a:pPr eaLnBrk="1" hangingPunct="1"/>
            <a:r>
              <a:rPr lang="en-GB" dirty="0"/>
              <a:t>Demands</a:t>
            </a:r>
          </a:p>
          <a:p>
            <a:pPr lvl="1" eaLnBrk="1" hangingPunct="1"/>
            <a:r>
              <a:rPr lang="en-GB" dirty="0"/>
              <a:t>Steel and aluminium are most common</a:t>
            </a:r>
          </a:p>
          <a:p>
            <a:pPr lvl="1" eaLnBrk="1" hangingPunct="1"/>
            <a:r>
              <a:rPr lang="en-GB" dirty="0"/>
              <a:t>Composite (light)</a:t>
            </a:r>
          </a:p>
          <a:p>
            <a:pPr lvl="1" eaLnBrk="1" hangingPunct="1"/>
            <a:r>
              <a:rPr lang="en-GB" dirty="0"/>
              <a:t>Application dependent 	</a:t>
            </a:r>
          </a:p>
        </p:txBody>
      </p:sp>
      <p:pic>
        <p:nvPicPr>
          <p:cNvPr id="47109" name="Picture 4" descr="645"/>
          <p:cNvPicPr>
            <a:picLocks noGrp="1" noChangeAspect="1" noChangeArrowheads="1"/>
          </p:cNvPicPr>
          <p:nvPr>
            <p:ph sz="half" idx="4294967295"/>
          </p:nvPr>
        </p:nvPicPr>
        <p:blipFill>
          <a:blip r:embed="rId3" cstate="print"/>
          <a:srcRect/>
          <a:stretch>
            <a:fillRect/>
          </a:stretch>
        </p:blipFill>
        <p:spPr>
          <a:xfrm>
            <a:off x="8913813" y="1268413"/>
            <a:ext cx="3278187" cy="4929187"/>
          </a:xfr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47108">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47108">
                                            <p:txEl>
                                              <p:pRg st="2" end="2"/>
                                            </p:txEl>
                                          </p:spTgt>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500"/>
                                  </p:stCondLst>
                                  <p:childTnLst>
                                    <p:set>
                                      <p:cBhvr>
                                        <p:cTn id="15" dur="1" fill="hold">
                                          <p:stCondLst>
                                            <p:cond delay="0"/>
                                          </p:stCondLst>
                                        </p:cTn>
                                        <p:tgtEl>
                                          <p:spTgt spid="4710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kaels HV Eng mall.potx" id="{01CC7A3E-3EB7-42D8-A531-55C5F3FB8D50}" vid="{609F412A-B0E9-4730-BB39-A809CCF969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1834</Words>
  <Application>Microsoft Office PowerPoint</Application>
  <PresentationFormat>Widescreen</PresentationFormat>
  <Paragraphs>322</Paragraphs>
  <Slides>47</Slides>
  <Notes>19</Notes>
  <HiddenSlides>2</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Office Theme</vt:lpstr>
      <vt:lpstr>Components and Subsystems</vt:lpstr>
      <vt:lpstr>Robot classification</vt:lpstr>
      <vt:lpstr>Decomposition of a robot system</vt:lpstr>
      <vt:lpstr>Vocabulary</vt:lpstr>
      <vt:lpstr>Vocabulary</vt:lpstr>
      <vt:lpstr>Remember Coordinate system</vt:lpstr>
      <vt:lpstr>Robot characteristics</vt:lpstr>
      <vt:lpstr>Robot characteristics</vt:lpstr>
      <vt:lpstr>PowerPoint Presentation</vt:lpstr>
      <vt:lpstr>Robot classification – mobile robots</vt:lpstr>
      <vt:lpstr>Mobile robots classification</vt:lpstr>
      <vt:lpstr>From flying insects to large objects</vt:lpstr>
      <vt:lpstr>Flying (semi) autonomous vehicles (UAV) or Drone    </vt:lpstr>
      <vt:lpstr>PowerPoint Presentation</vt:lpstr>
      <vt:lpstr>UAVs military applications</vt:lpstr>
      <vt:lpstr>Example on ongoing research/development @ Innovatum</vt:lpstr>
      <vt:lpstr>Underwater Rovers</vt:lpstr>
      <vt:lpstr>Movability for a robot</vt:lpstr>
      <vt:lpstr>Wheeled Vehicles</vt:lpstr>
      <vt:lpstr>Wheeled Vehicles</vt:lpstr>
      <vt:lpstr>Different wheel types</vt:lpstr>
      <vt:lpstr>Wheeled Vehicles</vt:lpstr>
      <vt:lpstr>Legged Vehicle</vt:lpstr>
      <vt:lpstr>Legged Vehicle</vt:lpstr>
      <vt:lpstr>One legged jumper</vt:lpstr>
      <vt:lpstr>Honda Asimo – 20 years</vt:lpstr>
      <vt:lpstr>PowerPoint Presentation</vt:lpstr>
      <vt:lpstr>Robot design – Manipulator arm</vt:lpstr>
      <vt:lpstr>Manipulator Arm</vt:lpstr>
      <vt:lpstr>Manipulator Arm</vt:lpstr>
      <vt:lpstr>Construction of robot arm</vt:lpstr>
      <vt:lpstr>Coordinates</vt:lpstr>
      <vt:lpstr>Wrists</vt:lpstr>
      <vt:lpstr>Wrists</vt:lpstr>
      <vt:lpstr>End effectors</vt:lpstr>
      <vt:lpstr>Industry end effectors</vt:lpstr>
      <vt:lpstr>Industry end effectors</vt:lpstr>
      <vt:lpstr>Tool exchange systems</vt:lpstr>
      <vt:lpstr>Actuators</vt:lpstr>
      <vt:lpstr>Actuators</vt:lpstr>
      <vt:lpstr>Linear Actuators - examples</vt:lpstr>
      <vt:lpstr>Electrical motors</vt:lpstr>
      <vt:lpstr>Batteries</vt:lpstr>
      <vt:lpstr>Transmission Elements</vt:lpstr>
      <vt:lpstr>Gearbox</vt:lpstr>
      <vt:lpstr>Sensors</vt:lpstr>
      <vt:lpstr>Materials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Components and Subsystems</dc:title>
  <dc:creator>Mikael Ericsson</dc:creator>
  <cp:lastModifiedBy>Mikael Ericsson (HV)</cp:lastModifiedBy>
  <cp:revision>1</cp:revision>
  <dcterms:created xsi:type="dcterms:W3CDTF">2019-11-14T20:59:32Z</dcterms:created>
  <dcterms:modified xsi:type="dcterms:W3CDTF">2023-11-13T07:20:16Z</dcterms:modified>
</cp:coreProperties>
</file>