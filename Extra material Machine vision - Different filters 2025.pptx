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sldIdLst>
    <p:sldId id="283" r:id="rId5"/>
    <p:sldId id="480" r:id="rId6"/>
    <p:sldId id="404" r:id="rId7"/>
    <p:sldId id="405" r:id="rId8"/>
    <p:sldId id="406" r:id="rId9"/>
    <p:sldId id="478" r:id="rId10"/>
    <p:sldId id="424" r:id="rId11"/>
    <p:sldId id="477" r:id="rId12"/>
    <p:sldId id="481" r:id="rId13"/>
    <p:sldId id="479" r:id="rId14"/>
    <p:sldId id="262" r:id="rId15"/>
  </p:sldIdLst>
  <p:sldSz cx="12192000" cy="6858000"/>
  <p:notesSz cx="6858000" cy="9144000"/>
  <p:defaultTextStyle>
    <a:defPPr>
      <a:defRPr lang="sv-S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1F8"/>
    <a:srgbClr val="E3EFD1"/>
    <a:srgbClr val="FCEBC7"/>
    <a:srgbClr val="F7DCEA"/>
    <a:srgbClr val="F9DEDA"/>
    <a:srgbClr val="E3D9E6"/>
    <a:srgbClr val="00757E"/>
    <a:srgbClr val="81B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4C0D54-E97D-4C67-A5EF-B493B9AE1E02}" v="6" dt="2025-09-24T05:50:38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2" autoAdjust="0"/>
    <p:restoredTop sz="96357"/>
  </p:normalViewPr>
  <p:slideViewPr>
    <p:cSldViewPr snapToGrid="0" snapToObjects="1">
      <p:cViewPr varScale="1">
        <p:scale>
          <a:sx n="100" d="100"/>
          <a:sy n="100" d="100"/>
        </p:scale>
        <p:origin x="47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ael Ericsson (HV)" userId="8506a6f4-de41-4831-9818-e418b33149bf" providerId="ADAL" clId="{00C7B285-A85D-4BCB-A42B-2B9F71F3F080}"/>
    <pc:docChg chg="custSel addSld modSld">
      <pc:chgData name="Mikael Ericsson (HV)" userId="8506a6f4-de41-4831-9818-e418b33149bf" providerId="ADAL" clId="{00C7B285-A85D-4BCB-A42B-2B9F71F3F080}" dt="2025-09-24T05:53:52.975" v="171" actId="1076"/>
      <pc:docMkLst>
        <pc:docMk/>
      </pc:docMkLst>
      <pc:sldChg chg="modSp add mod">
        <pc:chgData name="Mikael Ericsson (HV)" userId="8506a6f4-de41-4831-9818-e418b33149bf" providerId="ADAL" clId="{00C7B285-A85D-4BCB-A42B-2B9F71F3F080}" dt="2025-09-23T08:40:08.622" v="34" actId="20577"/>
        <pc:sldMkLst>
          <pc:docMk/>
          <pc:sldMk cId="3947062236" sldId="480"/>
        </pc:sldMkLst>
        <pc:spChg chg="mod">
          <ac:chgData name="Mikael Ericsson (HV)" userId="8506a6f4-de41-4831-9818-e418b33149bf" providerId="ADAL" clId="{00C7B285-A85D-4BCB-A42B-2B9F71F3F080}" dt="2025-09-23T08:40:08.622" v="34" actId="20577"/>
          <ac:spMkLst>
            <pc:docMk/>
            <pc:sldMk cId="3947062236" sldId="480"/>
            <ac:spMk id="52227" creationId="{5D364CF7-2AEC-4E64-00BF-84F91AF66954}"/>
          </ac:spMkLst>
        </pc:spChg>
      </pc:sldChg>
      <pc:sldChg chg="addSp delSp modSp new mod">
        <pc:chgData name="Mikael Ericsson (HV)" userId="8506a6f4-de41-4831-9818-e418b33149bf" providerId="ADAL" clId="{00C7B285-A85D-4BCB-A42B-2B9F71F3F080}" dt="2025-09-24T05:53:52.975" v="171" actId="1076"/>
        <pc:sldMkLst>
          <pc:docMk/>
          <pc:sldMk cId="336127563" sldId="481"/>
        </pc:sldMkLst>
        <pc:spChg chg="mod">
          <ac:chgData name="Mikael Ericsson (HV)" userId="8506a6f4-de41-4831-9818-e418b33149bf" providerId="ADAL" clId="{00C7B285-A85D-4BCB-A42B-2B9F71F3F080}" dt="2025-09-24T05:50:16.879" v="64" actId="20577"/>
          <ac:spMkLst>
            <pc:docMk/>
            <pc:sldMk cId="336127563" sldId="481"/>
            <ac:spMk id="2" creationId="{1777F2EB-7129-06E7-353F-94102B7DFA61}"/>
          </ac:spMkLst>
        </pc:spChg>
        <pc:spChg chg="mod">
          <ac:chgData name="Mikael Ericsson (HV)" userId="8506a6f4-de41-4831-9818-e418b33149bf" providerId="ADAL" clId="{00C7B285-A85D-4BCB-A42B-2B9F71F3F080}" dt="2025-09-24T05:53:22.289" v="168" actId="404"/>
          <ac:spMkLst>
            <pc:docMk/>
            <pc:sldMk cId="336127563" sldId="481"/>
            <ac:spMk id="3" creationId="{E3FC1BD4-DCEB-3940-215D-64CCD4C408D7}"/>
          </ac:spMkLst>
        </pc:spChg>
        <pc:spChg chg="add mod">
          <ac:chgData name="Mikael Ericsson (HV)" userId="8506a6f4-de41-4831-9818-e418b33149bf" providerId="ADAL" clId="{00C7B285-A85D-4BCB-A42B-2B9F71F3F080}" dt="2025-09-24T05:52:02.512" v="102" actId="1582"/>
          <ac:spMkLst>
            <pc:docMk/>
            <pc:sldMk cId="336127563" sldId="481"/>
            <ac:spMk id="9" creationId="{90642C1C-1A49-AF60-20F6-94F51E0A6542}"/>
          </ac:spMkLst>
        </pc:spChg>
        <pc:picChg chg="add mod">
          <ac:chgData name="Mikael Ericsson (HV)" userId="8506a6f4-de41-4831-9818-e418b33149bf" providerId="ADAL" clId="{00C7B285-A85D-4BCB-A42B-2B9F71F3F080}" dt="2025-09-24T05:51:08.911" v="75" actId="1076"/>
          <ac:picMkLst>
            <pc:docMk/>
            <pc:sldMk cId="336127563" sldId="481"/>
            <ac:picMk id="4" creationId="{7BA6557C-3278-3FB1-BF0E-8F0678B72464}"/>
          </ac:picMkLst>
        </pc:picChg>
        <pc:picChg chg="add del mod">
          <ac:chgData name="Mikael Ericsson (HV)" userId="8506a6f4-de41-4831-9818-e418b33149bf" providerId="ADAL" clId="{00C7B285-A85D-4BCB-A42B-2B9F71F3F080}" dt="2025-09-24T05:50:35.371" v="69" actId="478"/>
          <ac:picMkLst>
            <pc:docMk/>
            <pc:sldMk cId="336127563" sldId="481"/>
            <ac:picMk id="5" creationId="{624647E0-5701-AE51-B524-6635CB56F3E9}"/>
          </ac:picMkLst>
        </pc:picChg>
        <pc:picChg chg="add mod">
          <ac:chgData name="Mikael Ericsson (HV)" userId="8506a6f4-de41-4831-9818-e418b33149bf" providerId="ADAL" clId="{00C7B285-A85D-4BCB-A42B-2B9F71F3F080}" dt="2025-09-24T05:53:52.975" v="171" actId="1076"/>
          <ac:picMkLst>
            <pc:docMk/>
            <pc:sldMk cId="336127563" sldId="481"/>
            <ac:picMk id="6" creationId="{EED560DE-358E-5647-513A-265EB323DBE1}"/>
          </ac:picMkLst>
        </pc:picChg>
        <pc:picChg chg="add mod">
          <ac:chgData name="Mikael Ericsson (HV)" userId="8506a6f4-de41-4831-9818-e418b33149bf" providerId="ADAL" clId="{00C7B285-A85D-4BCB-A42B-2B9F71F3F080}" dt="2025-09-24T05:51:20.871" v="98" actId="1037"/>
          <ac:picMkLst>
            <pc:docMk/>
            <pc:sldMk cId="336127563" sldId="481"/>
            <ac:picMk id="7" creationId="{E7D66457-AFE0-705B-6150-52B0D05F9182}"/>
          </ac:picMkLst>
        </pc:picChg>
        <pc:picChg chg="add mod">
          <ac:chgData name="Mikael Ericsson (HV)" userId="8506a6f4-de41-4831-9818-e418b33149bf" providerId="ADAL" clId="{00C7B285-A85D-4BCB-A42B-2B9F71F3F080}" dt="2025-09-24T05:53:42.926" v="170" actId="1076"/>
          <ac:picMkLst>
            <pc:docMk/>
            <pc:sldMk cId="336127563" sldId="481"/>
            <ac:picMk id="8" creationId="{E0C891F4-F77B-ED68-5A56-0DDD2BE49234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5T08:38:24.269"/>
    </inkml:context>
    <inkml:brush xml:id="br0">
      <inkml:brushProperty name="width" value="0.07056" units="cm"/>
      <inkml:brushProperty name="height" value="0.07056" units="cm"/>
      <inkml:brushProperty name="color" value="#66CC00"/>
      <inkml:brushProperty name="transparency" value="119"/>
    </inkml:brush>
  </inkml:definitions>
  <inkml:trace contextRef="#ctx0" brushRef="#br0">882 8 24575,'-18'0'0,"2"0"0,5-3 0,-5 2 0,4-3 0,-16 4 0,8 0 0,-25 10 0,24-8 0,-30 18 0,22-8 0,-25 10 0,25-3 0,-16 7 0,7 3 0,-8 11 0,-9 16 0,19-18 0,0 12 0,7-4 0,-6-2 0,9 10 0,-2-16 0,16-14 0,-1 6 0,1-5 0,0-5 0,5 2 0,-3-2 0,2 10 0,-5 2 0,0 0 0,-1 9 0,7-12 0,-6 27 0,11-27 0,-5 8 0,1-8 0,4 5 0,-4-2 0,6-2 0,0-6 0,0 6 0,5 3 0,4 24 0,6-15 0,-1 11 0,8-3 0,-13-22 0,9 9 0,-17-19 0,16 5 0,-13-8 0,12 8 0,-3-4 0,-1-4 0,7 7 0,-4-7 0,14 16 0,-9-10 0,8 11 0,-12-18 0,4 9 0,-2-12 0,-1 6 0,-7-9 0,-5 1 0,11 4 0,-3-4 0,5 4 0,3 0 0,3 1 0,2 5 0,27 8 0,-23-11 0,17 9 0,-16-9 0,-6-2 0,12 0 0,-6 0 0,8-3 0,27 11 0,-13-9 0,16 4 0,-15-6 0,-6-1 0,9 1 0,0 0 0,-9-5 0,8 4 0,-16-9 0,34 11 0,-21-11 0,9 5 0,-18-6 0,-18 0 0,4 0 0,-7 0 0,1-4 0,-1 3 0,7-8 0,2 3 0,7-4 0,0 0 0,8-5 0,-7 4 0,6-9 0,4-4 0,-22 8 0,6-4 0,-19 7 0,11-7 0,-5-1 0,5-8 0,-8 4 0,14-36 0,-8 24 0,17-55 0,-25 55 0,6-18 0,-9 26 0,-2 5 0,5-28 0,-10 16 0,9-22 0,-14 21 0,5-2 0,-6-3 0,0-11 0,0 10 0,0-2 0,-5 21 0,4 5 0,-9 1 0,-5-11 0,2 2 0,-6-4 0,6 3 0,0 2 0,0-4 0,-4 5 0,-5-17 0,-2 19 0,-4-19 0,10 22 0,-5-3 0,3 0 0,-12-4 0,5-4 0,-15-1 0,7-1 0,0 2 0,3 0 0,0 4 0,-5-15 0,5 18 0,4-13 0,5 19 0,5 0 0,-6-6 0,0 5 0,5-4 0,-3 5 0,10 3 0,-10-2 0,11 8 0,-6-3 0,6 4 0,1 0 0,0 3 0,-1-2 0,1 3 0,-6-6 0,3 2 0,-2-1 0,-1 5 0,3-3 0,-2 2 0,-1-3 0,-2-1 0,-19 0 0,15 0 0,-15 3 0,19 2 0,-12-1 0,11 4 0,-10-8 0,5 8 0,-1-7 0,-6 7 0,14-6 0,-5 6 0,4-3 0,1 4 0,-5 0 0,11-3 0,-6 2 0,6-3 0,1 4 0,0 0 0,-1 0 0,1 0 0,5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5T08:39:32.6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5T08:38:24.269"/>
    </inkml:context>
    <inkml:brush xml:id="br0">
      <inkml:brushProperty name="width" value="0.07056" units="cm"/>
      <inkml:brushProperty name="height" value="0.07056" units="cm"/>
      <inkml:brushProperty name="color" value="#66CC00"/>
      <inkml:brushProperty name="transparency" value="119"/>
    </inkml:brush>
  </inkml:definitions>
  <inkml:trace contextRef="#ctx0" brushRef="#br0">882 8 24575,'-18'0'0,"2"0"0,5-3 0,-5 2 0,4-3 0,-16 4 0,8 0 0,-25 10 0,24-8 0,-30 18 0,22-8 0,-25 10 0,25-3 0,-16 7 0,7 3 0,-8 11 0,-9 16 0,19-18 0,0 12 0,7-4 0,-6-2 0,9 10 0,-2-16 0,16-14 0,-1 6 0,1-5 0,0-5 0,5 2 0,-3-2 0,2 10 0,-5 2 0,0 0 0,-1 9 0,7-12 0,-6 27 0,11-27 0,-5 8 0,1-8 0,4 5 0,-4-2 0,6-2 0,0-6 0,0 6 0,5 3 0,4 24 0,6-15 0,-1 11 0,8-3 0,-13-22 0,9 9 0,-17-19 0,16 5 0,-13-8 0,12 8 0,-3-4 0,-1-4 0,7 7 0,-4-7 0,14 16 0,-9-10 0,8 11 0,-12-18 0,4 9 0,-2-12 0,-1 6 0,-7-9 0,-5 1 0,11 4 0,-3-4 0,5 4 0,3 0 0,3 1 0,2 5 0,27 8 0,-23-11 0,17 9 0,-16-9 0,-6-2 0,12 0 0,-6 0 0,8-3 0,27 11 0,-13-9 0,16 4 0,-15-6 0,-6-1 0,9 1 0,0 0 0,-9-5 0,8 4 0,-16-9 0,34 11 0,-21-11 0,9 5 0,-18-6 0,-18 0 0,4 0 0,-7 0 0,1-4 0,-1 3 0,7-8 0,2 3 0,7-4 0,0 0 0,8-5 0,-7 4 0,6-9 0,4-4 0,-22 8 0,6-4 0,-19 7 0,11-7 0,-5-1 0,5-8 0,-8 4 0,14-36 0,-8 24 0,17-55 0,-25 55 0,6-18 0,-9 26 0,-2 5 0,5-28 0,-10 16 0,9-22 0,-14 21 0,5-2 0,-6-3 0,0-11 0,0 10 0,0-2 0,-5 21 0,4 5 0,-9 1 0,-5-11 0,2 2 0,-6-4 0,6 3 0,0 2 0,0-4 0,-4 5 0,-5-17 0,-2 19 0,-4-19 0,10 22 0,-5-3 0,3 0 0,-12-4 0,5-4 0,-15-1 0,7-1 0,0 2 0,3 0 0,0 4 0,-5-15 0,5 18 0,4-13 0,5 19 0,5 0 0,-6-6 0,0 5 0,5-4 0,-3 5 0,10 3 0,-10-2 0,11 8 0,-6-3 0,6 4 0,1 0 0,0 3 0,-1-2 0,1 3 0,-6-6 0,3 2 0,-2-1 0,-1 5 0,3-3 0,-2 2 0,-1-3 0,-2-1 0,-19 0 0,15 0 0,-15 3 0,19 2 0,-12-1 0,11 4 0,-10-8 0,5 8 0,-1-7 0,-6 7 0,14-6 0,-5 6 0,4-3 0,1 4 0,-5 0 0,11-3 0,-6 2 0,6-3 0,1 4 0,0 0 0,-1 0 0,1 0 0,5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5T08:39:32.6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A607014A-D5D8-47E4-6682-090442012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53971D66-2EDB-701E-51DC-D39D2DCADA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0ADDB4D-A80E-442F-B01E-49AEA3E81CB5}" type="datetimeFigureOut">
              <a:rPr lang="sv-SE"/>
              <a:pPr>
                <a:defRPr/>
              </a:pPr>
              <a:t>2025-09-24</a:t>
            </a:fld>
            <a:endParaRPr lang="sv-SE"/>
          </a:p>
        </p:txBody>
      </p:sp>
      <p:sp>
        <p:nvSpPr>
          <p:cNvPr id="4" name="Platshållare för bildobjekt 3">
            <a:extLst>
              <a:ext uri="{FF2B5EF4-FFF2-40B4-BE49-F238E27FC236}">
                <a16:creationId xmlns:a16="http://schemas.microsoft.com/office/drawing/2014/main" id="{74A7281A-41C9-EFE3-E9EF-82C1515282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sv-SE" noProof="0"/>
          </a:p>
        </p:txBody>
      </p:sp>
      <p:sp>
        <p:nvSpPr>
          <p:cNvPr id="5" name="Platshållare för anteckningar 4">
            <a:extLst>
              <a:ext uri="{FF2B5EF4-FFF2-40B4-BE49-F238E27FC236}">
                <a16:creationId xmlns:a16="http://schemas.microsoft.com/office/drawing/2014/main" id="{568FD398-2716-13A5-2E6D-0D089C939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D3323872-71A2-3F7A-B37A-B521E881E6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88BE2432-5C57-8C4A-66D9-76309160A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39C6B45-5011-489D-BDC7-826E5A315B0E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customXml" Target="../ink/ink2.xm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image" Target="../media/image100.png"/><Relationship Id="rId5" Type="http://schemas.openxmlformats.org/officeDocument/2006/relationships/customXml" Target="../ink/ink1.xml"/><Relationship Id="rId4" Type="http://schemas.openxmlformats.org/officeDocument/2006/relationships/image" Target="../media/image10.png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customXml" Target="../ink/ink4.xm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image" Target="../media/image100.png"/><Relationship Id="rId5" Type="http://schemas.openxmlformats.org/officeDocument/2006/relationships/customXml" Target="../ink/ink3.xml"/><Relationship Id="rId4" Type="http://schemas.openxmlformats.org/officeDocument/2006/relationships/image" Target="../media/image10.png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Platshållare för bildobjekt 1">
            <a:extLst>
              <a:ext uri="{FF2B5EF4-FFF2-40B4-BE49-F238E27FC236}">
                <a16:creationId xmlns:a16="http://schemas.microsoft.com/office/drawing/2014/main" id="{4FC61366-3077-447D-2BE8-39F3667725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Platshållare för bildnummer 3">
            <a:extLst>
              <a:ext uri="{FF2B5EF4-FFF2-40B4-BE49-F238E27FC236}">
                <a16:creationId xmlns:a16="http://schemas.microsoft.com/office/drawing/2014/main" id="{F85C72FF-CABC-A521-F8F7-52AB64DF06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FBF7AE6-1A9F-4472-8684-7D3715E08C48}" type="slidenum">
              <a:rPr lang="sv-SE" altLang="sv-SE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sv-SE" altLang="sv-SE">
              <a:latin typeface="Calibri" panose="020F0502020204030204" pitchFamily="34" charset="0"/>
            </a:endParaRPr>
          </a:p>
        </p:txBody>
      </p:sp>
      <p:sp>
        <p:nvSpPr>
          <p:cNvPr id="53252" name="Platshållare för anteckningar 2">
            <a:extLst>
              <a:ext uri="{FF2B5EF4-FFF2-40B4-BE49-F238E27FC236}">
                <a16:creationId xmlns:a16="http://schemas.microsoft.com/office/drawing/2014/main" id="{21252F06-E6B0-073C-B1BF-82A4088DF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sv-SE" altLang="sv-SE" sz="1100"/>
              <a:t>Exempelsidorna som följer visa hur layouten är tänkt med bilder och layoutflöde.</a:t>
            </a:r>
          </a:p>
          <a:p>
            <a:pPr eaLnBrk="1" hangingPunct="1">
              <a:spcBef>
                <a:spcPct val="0"/>
              </a:spcBef>
            </a:pPr>
            <a:r>
              <a:rPr lang="sv-SE" altLang="sv-SE" sz="1100"/>
              <a:t>Under ”Ny bild”</a:t>
            </a:r>
            <a:r>
              <a:rPr lang="sv-SE" altLang="sv-SE" sz="1100" baseline="30000"/>
              <a:t>1</a:t>
            </a:r>
            <a:r>
              <a:rPr lang="sv-SE" altLang="sv-SE" sz="1100"/>
              <a:t> finns fler layoutmallar</a:t>
            </a:r>
            <a:r>
              <a:rPr lang="sv-SE" altLang="sv-SE" sz="1100" baseline="30000"/>
              <a:t>2</a:t>
            </a:r>
            <a:r>
              <a:rPr lang="sv-SE" altLang="sv-SE" sz="1100"/>
              <a:t> än de som ligger på exempelsidorna nedan.</a:t>
            </a:r>
          </a:p>
        </p:txBody>
      </p:sp>
      <p:pic>
        <p:nvPicPr>
          <p:cNvPr id="53253" name="Bildobjekt 4">
            <a:extLst>
              <a:ext uri="{FF2B5EF4-FFF2-40B4-BE49-F238E27FC236}">
                <a16:creationId xmlns:a16="http://schemas.microsoft.com/office/drawing/2014/main" id="{784E12CB-4C3F-694D-8A73-05D0B897F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822"/>
          <a:stretch>
            <a:fillRect/>
          </a:stretch>
        </p:blipFill>
        <p:spPr bwMode="auto">
          <a:xfrm>
            <a:off x="2805113" y="5348288"/>
            <a:ext cx="348932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Bildobjekt 5">
            <a:extLst>
              <a:ext uri="{FF2B5EF4-FFF2-40B4-BE49-F238E27FC236}">
                <a16:creationId xmlns:a16="http://schemas.microsoft.com/office/drawing/2014/main" id="{3847D8A2-65CD-7E4F-B1D9-7AD150A62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5348288"/>
            <a:ext cx="2095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Pennanteckning 6">
                <a:extLst>
                  <a:ext uri="{FF2B5EF4-FFF2-40B4-BE49-F238E27FC236}">
                    <a16:creationId xmlns:a16="http://schemas.microsoft.com/office/drawing/2014/main" id="{6D790716-B38C-8384-167D-5C7F34803D22}"/>
                  </a:ext>
                </a:extLst>
              </p14:cNvPr>
              <p14:cNvContentPartPr/>
              <p14:nvPr/>
            </p14:nvContentPartPr>
            <p14:xfrm>
              <a:off x="1355245" y="5604696"/>
              <a:ext cx="851648" cy="747975"/>
            </p14:xfrm>
          </p:contentPart>
        </mc:Choice>
        <mc:Fallback xmlns="">
          <p:pic>
            <p:nvPicPr>
              <p:cNvPr id="7" name="Pennanteckning 6">
                <a:extLst>
                  <a:ext uri="{FF2B5EF4-FFF2-40B4-BE49-F238E27FC236}">
                    <a16:creationId xmlns:a16="http://schemas.microsoft.com/office/drawing/2014/main" id="{6D790716-B38C-8384-167D-5C7F34803D2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2641" y="5592098"/>
                <a:ext cx="876855" cy="7731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Pennanteckning 14">
                <a:extLst>
                  <a:ext uri="{FF2B5EF4-FFF2-40B4-BE49-F238E27FC236}">
                    <a16:creationId xmlns:a16="http://schemas.microsoft.com/office/drawing/2014/main" id="{A3DEBD09-B9B6-0C94-C2FC-02B26D8804F5}"/>
                  </a:ext>
                </a:extLst>
              </p14:cNvPr>
              <p14:cNvContentPartPr/>
              <p14:nvPr/>
            </p14:nvContentPartPr>
            <p14:xfrm>
              <a:off x="3733045" y="7312837"/>
              <a:ext cx="360" cy="360"/>
            </p14:xfrm>
          </p:contentPart>
        </mc:Choice>
        <mc:Fallback xmlns="">
          <p:pic>
            <p:nvPicPr>
              <p:cNvPr id="15" name="Pennanteckning 14">
                <a:extLst>
                  <a:ext uri="{FF2B5EF4-FFF2-40B4-BE49-F238E27FC236}">
                    <a16:creationId xmlns:a16="http://schemas.microsoft.com/office/drawing/2014/main" id="{A3DEBD09-B9B6-0C94-C2FC-02B26D8804F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15045" y="7294837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53257" name="Platshållare för anteckningar 2">
            <a:extLst>
              <a:ext uri="{FF2B5EF4-FFF2-40B4-BE49-F238E27FC236}">
                <a16:creationId xmlns:a16="http://schemas.microsoft.com/office/drawing/2014/main" id="{D1A99D14-4842-C8EA-6E4A-97F1535F6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027613"/>
            <a:ext cx="347662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sv-SE" altLang="sv-SE"/>
              <a:t>1.</a:t>
            </a:r>
          </a:p>
        </p:txBody>
      </p:sp>
      <p:sp>
        <p:nvSpPr>
          <p:cNvPr id="53258" name="Platshållare för anteckningar 2">
            <a:extLst>
              <a:ext uri="{FF2B5EF4-FFF2-40B4-BE49-F238E27FC236}">
                <a16:creationId xmlns:a16="http://schemas.microsoft.com/office/drawing/2014/main" id="{237ECB1B-D1E1-6BA2-AB57-31023D5F1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1613" y="5027613"/>
            <a:ext cx="347662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sv-SE" altLang="sv-SE"/>
              <a:t>2.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088F2-0653-9959-EA8F-5B966AB4A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Platshållare för bildobjekt 1">
            <a:extLst>
              <a:ext uri="{FF2B5EF4-FFF2-40B4-BE49-F238E27FC236}">
                <a16:creationId xmlns:a16="http://schemas.microsoft.com/office/drawing/2014/main" id="{5AB2C404-8E17-FAF3-A9B9-3F1599B99C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Platshållare för bildnummer 3">
            <a:extLst>
              <a:ext uri="{FF2B5EF4-FFF2-40B4-BE49-F238E27FC236}">
                <a16:creationId xmlns:a16="http://schemas.microsoft.com/office/drawing/2014/main" id="{A8A94535-368E-865A-27EA-6A25EBA917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FBF7AE6-1A9F-4472-8684-7D3715E08C48}" type="slidenum">
              <a:rPr lang="sv-SE" altLang="sv-SE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sv-SE" altLang="sv-SE">
              <a:latin typeface="Calibri" panose="020F0502020204030204" pitchFamily="34" charset="0"/>
            </a:endParaRPr>
          </a:p>
        </p:txBody>
      </p:sp>
      <p:sp>
        <p:nvSpPr>
          <p:cNvPr id="53252" name="Platshållare för anteckningar 2">
            <a:extLst>
              <a:ext uri="{FF2B5EF4-FFF2-40B4-BE49-F238E27FC236}">
                <a16:creationId xmlns:a16="http://schemas.microsoft.com/office/drawing/2014/main" id="{39936D1D-141F-2510-4965-F1BD32EB2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sv-SE" altLang="sv-SE" sz="1100"/>
              <a:t>Exempelsidorna som följer visa hur layouten är tänkt med bilder och layoutflöde.</a:t>
            </a:r>
          </a:p>
          <a:p>
            <a:pPr eaLnBrk="1" hangingPunct="1">
              <a:spcBef>
                <a:spcPct val="0"/>
              </a:spcBef>
            </a:pPr>
            <a:r>
              <a:rPr lang="sv-SE" altLang="sv-SE" sz="1100"/>
              <a:t>Under ”Ny bild”</a:t>
            </a:r>
            <a:r>
              <a:rPr lang="sv-SE" altLang="sv-SE" sz="1100" baseline="30000"/>
              <a:t>1</a:t>
            </a:r>
            <a:r>
              <a:rPr lang="sv-SE" altLang="sv-SE" sz="1100"/>
              <a:t> finns fler layoutmallar</a:t>
            </a:r>
            <a:r>
              <a:rPr lang="sv-SE" altLang="sv-SE" sz="1100" baseline="30000"/>
              <a:t>2</a:t>
            </a:r>
            <a:r>
              <a:rPr lang="sv-SE" altLang="sv-SE" sz="1100"/>
              <a:t> än de som ligger på exempelsidorna nedan.</a:t>
            </a:r>
          </a:p>
        </p:txBody>
      </p:sp>
      <p:pic>
        <p:nvPicPr>
          <p:cNvPr id="53253" name="Bildobjekt 4">
            <a:extLst>
              <a:ext uri="{FF2B5EF4-FFF2-40B4-BE49-F238E27FC236}">
                <a16:creationId xmlns:a16="http://schemas.microsoft.com/office/drawing/2014/main" id="{85A9CB4E-8CE2-F879-1400-B342A85F7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822"/>
          <a:stretch>
            <a:fillRect/>
          </a:stretch>
        </p:blipFill>
        <p:spPr bwMode="auto">
          <a:xfrm>
            <a:off x="2805113" y="5348288"/>
            <a:ext cx="348932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Bildobjekt 5">
            <a:extLst>
              <a:ext uri="{FF2B5EF4-FFF2-40B4-BE49-F238E27FC236}">
                <a16:creationId xmlns:a16="http://schemas.microsoft.com/office/drawing/2014/main" id="{02DB41DE-CD4C-D4C4-6FBB-ED455D9C5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5348288"/>
            <a:ext cx="2095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Pennanteckning 6">
                <a:extLst>
                  <a:ext uri="{FF2B5EF4-FFF2-40B4-BE49-F238E27FC236}">
                    <a16:creationId xmlns:a16="http://schemas.microsoft.com/office/drawing/2014/main" id="{71FB9747-C2B9-CA80-486F-BDC8EF83CDBF}"/>
                  </a:ext>
                </a:extLst>
              </p14:cNvPr>
              <p14:cNvContentPartPr/>
              <p14:nvPr/>
            </p14:nvContentPartPr>
            <p14:xfrm>
              <a:off x="1355245" y="5604696"/>
              <a:ext cx="851648" cy="747975"/>
            </p14:xfrm>
          </p:contentPart>
        </mc:Choice>
        <mc:Fallback xmlns="">
          <p:pic>
            <p:nvPicPr>
              <p:cNvPr id="7" name="Pennanteckning 6">
                <a:extLst>
                  <a:ext uri="{FF2B5EF4-FFF2-40B4-BE49-F238E27FC236}">
                    <a16:creationId xmlns:a16="http://schemas.microsoft.com/office/drawing/2014/main" id="{6D790716-B38C-8384-167D-5C7F34803D2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2641" y="5592098"/>
                <a:ext cx="876855" cy="7731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Pennanteckning 14">
                <a:extLst>
                  <a:ext uri="{FF2B5EF4-FFF2-40B4-BE49-F238E27FC236}">
                    <a16:creationId xmlns:a16="http://schemas.microsoft.com/office/drawing/2014/main" id="{77A85CDD-626F-AB2C-0C55-E09F896C1E80}"/>
                  </a:ext>
                </a:extLst>
              </p14:cNvPr>
              <p14:cNvContentPartPr/>
              <p14:nvPr/>
            </p14:nvContentPartPr>
            <p14:xfrm>
              <a:off x="3733045" y="7312837"/>
              <a:ext cx="360" cy="360"/>
            </p14:xfrm>
          </p:contentPart>
        </mc:Choice>
        <mc:Fallback xmlns="">
          <p:pic>
            <p:nvPicPr>
              <p:cNvPr id="15" name="Pennanteckning 14">
                <a:extLst>
                  <a:ext uri="{FF2B5EF4-FFF2-40B4-BE49-F238E27FC236}">
                    <a16:creationId xmlns:a16="http://schemas.microsoft.com/office/drawing/2014/main" id="{A3DEBD09-B9B6-0C94-C2FC-02B26D8804F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15045" y="7294837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53257" name="Platshållare för anteckningar 2">
            <a:extLst>
              <a:ext uri="{FF2B5EF4-FFF2-40B4-BE49-F238E27FC236}">
                <a16:creationId xmlns:a16="http://schemas.microsoft.com/office/drawing/2014/main" id="{3EB23A9D-0587-DE69-6720-3CFB4F31A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027613"/>
            <a:ext cx="347662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sv-SE" altLang="sv-SE"/>
              <a:t>1.</a:t>
            </a:r>
          </a:p>
        </p:txBody>
      </p:sp>
      <p:sp>
        <p:nvSpPr>
          <p:cNvPr id="53258" name="Platshållare för anteckningar 2">
            <a:extLst>
              <a:ext uri="{FF2B5EF4-FFF2-40B4-BE49-F238E27FC236}">
                <a16:creationId xmlns:a16="http://schemas.microsoft.com/office/drawing/2014/main" id="{0B0EBA78-EB81-DB85-A012-376830EA3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1613" y="5027613"/>
            <a:ext cx="347662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sv-SE" altLang="sv-SE"/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2583655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DCA4E0-9D6D-4C98-8A5F-36F4BADC1B62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89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1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10049F-7FFD-40C7-8EFD-355A9B671565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90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74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0E3094-44B7-475C-AFAE-69C1A8121E9D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542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17FDF9-8392-4FE4-88F1-4AD0E7EB15D4}" type="slidenum"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6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Platshållare för bildobjekt 1">
            <a:extLst>
              <a:ext uri="{FF2B5EF4-FFF2-40B4-BE49-F238E27FC236}">
                <a16:creationId xmlns:a16="http://schemas.microsoft.com/office/drawing/2014/main" id="{B080A086-03F0-5AB6-AB8B-3DCC05926D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Platshållare för anteckningar 2">
            <a:extLst>
              <a:ext uri="{FF2B5EF4-FFF2-40B4-BE49-F238E27FC236}">
                <a16:creationId xmlns:a16="http://schemas.microsoft.com/office/drawing/2014/main" id="{81AB6211-1D0E-5DFB-2A9B-F98DB50AF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sv-SE" altLang="sv-SE"/>
          </a:p>
        </p:txBody>
      </p:sp>
      <p:sp>
        <p:nvSpPr>
          <p:cNvPr id="95236" name="Platshållare för bildnummer 3">
            <a:extLst>
              <a:ext uri="{FF2B5EF4-FFF2-40B4-BE49-F238E27FC236}">
                <a16:creationId xmlns:a16="http://schemas.microsoft.com/office/drawing/2014/main" id="{5578A663-8CE6-CD33-3F60-94CDE0A932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85DFFB1-F6EB-4946-9024-64370E779615}" type="slidenum">
              <a:rPr lang="sv-SE" altLang="sv-SE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sv-SE" altLang="sv-SE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9CABB5C8-340B-9E9E-122C-97AB716EB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6032500"/>
            <a:ext cx="1752600" cy="13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EF93EA58-B3FB-B108-B550-51FA3A9D610E}"/>
              </a:ext>
            </a:extLst>
          </p:cNvPr>
          <p:cNvSpPr/>
          <p:nvPr/>
        </p:nvSpPr>
        <p:spPr>
          <a:xfrm>
            <a:off x="10169525" y="5610225"/>
            <a:ext cx="2022475" cy="1247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58410208-3A3D-D6BD-BA17-6FFADA98E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3" y="4678363"/>
            <a:ext cx="1984375" cy="119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604435" y="2899692"/>
            <a:ext cx="10934052" cy="820544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sp>
        <p:nvSpPr>
          <p:cNvPr id="14" name="Rubrik 13"/>
          <p:cNvSpPr>
            <a:spLocks noGrp="1"/>
          </p:cNvSpPr>
          <p:nvPr>
            <p:ph type="title"/>
          </p:nvPr>
        </p:nvSpPr>
        <p:spPr>
          <a:xfrm>
            <a:off x="604434" y="2121078"/>
            <a:ext cx="10934053" cy="757638"/>
          </a:xfrm>
          <a:prstGeom prst="rect">
            <a:avLst/>
          </a:prstGeo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1549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4969AB7-7904-F03E-A52B-47EFDDBE95BB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FC0813F0-A0C2-267B-E537-8B04227EC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763" y="6026150"/>
            <a:ext cx="1778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B0D56339-838D-6645-D58C-54919E634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802188"/>
            <a:ext cx="1828800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604435" y="2899692"/>
            <a:ext cx="10934052" cy="820544"/>
          </a:xfrm>
        </p:spPr>
        <p:txBody>
          <a:bodyPr>
            <a:noAutofit/>
          </a:bodyPr>
          <a:lstStyle>
            <a:lvl1pPr marL="0" indent="0" algn="ctr">
              <a:lnSpc>
                <a:spcPts val="24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sp>
        <p:nvSpPr>
          <p:cNvPr id="7" name="Rubrik 13"/>
          <p:cNvSpPr>
            <a:spLocks noGrp="1"/>
          </p:cNvSpPr>
          <p:nvPr>
            <p:ph type="title"/>
          </p:nvPr>
        </p:nvSpPr>
        <p:spPr>
          <a:xfrm>
            <a:off x="604434" y="2121078"/>
            <a:ext cx="10934053" cy="757638"/>
          </a:xfrm>
          <a:prstGeom prst="rect">
            <a:avLst/>
          </a:prstGeom>
        </p:spPr>
        <p:txBody>
          <a:bodyPr anchor="b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56626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 – blå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DDB5AE-8DCA-F8A8-E760-2F1AB041ADE6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>
              <a:solidFill>
                <a:schemeClr val="tx2"/>
              </a:solidFill>
            </a:endParaRP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48E872D3-5370-953E-4FE3-7BD3107ED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63FA4C47-413F-E596-28AE-474BECE03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2107768"/>
            <a:ext cx="9838516" cy="130573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3401568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D9B02A48-3507-A213-A64C-AA56CDAB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A8EBAADE-C99E-D97A-3C9D-48C792D34C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DD00C6A-390C-40C6-BE46-A8A21CCB25A0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1092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vsnittsrubrik – blå 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107C8D-B169-5A35-4D87-665501223838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>
              <a:solidFill>
                <a:schemeClr val="tx2"/>
              </a:solidFill>
            </a:endParaRP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BE689E16-F433-6A62-F863-7572C5C42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7A2178A4-E12F-3377-7E1A-DCCDAE441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2107768"/>
            <a:ext cx="9838516" cy="130573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3401568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FAFAC6D6-11C0-BFB0-29FC-7CED40B6C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191C2DB8-BA5B-9E9D-8B31-469F800BE0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43C6192-FFF1-4301-8996-65EB2DAA520C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18726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vsnittsrubrik – bild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6333DF-AA7D-6D9A-B436-40D55F28B2EA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>
              <a:solidFill>
                <a:schemeClr val="tx2"/>
              </a:solidFill>
            </a:endParaRP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0C87EE27-4AB0-407C-2CFD-D0CB76BC1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B0C7A4AE-599E-268D-C1A4-ECF583A2F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2162014"/>
            <a:ext cx="9838516" cy="1251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3429000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51AB873E-1DF4-29CF-489E-EA768236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786C4311-892A-DAD5-D704-48A6A8DE1A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918AF36-B8A2-4543-9C83-9CF41F87FACD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58334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vsnittsrubrik – bild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197768-E3A9-BC96-147C-E0D7C670CB3E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>
              <a:solidFill>
                <a:schemeClr val="tx2"/>
              </a:solidFill>
            </a:endParaRP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1A57F4E7-260E-D4EF-E115-E07446ADD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4506F34B-ADFE-496D-8D55-A602D2033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2162014"/>
            <a:ext cx="9838516" cy="1251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3429000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3756AC6A-F318-9FB7-2463-B87E809A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C2AAD270-EBEB-2B60-1EA4-3F5EFFA18C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CBEFC39-6316-4C5F-AA1F-57961B198AA2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3611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rubrik – bildbak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1">
            <a:extLst>
              <a:ext uri="{FF2B5EF4-FFF2-40B4-BE49-F238E27FC236}">
                <a16:creationId xmlns:a16="http://schemas.microsoft.com/office/drawing/2014/main" id="{61F4D4C5-15A7-572B-200C-BD58756C9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4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BB6BD613-E5AD-EC81-9A1E-305681788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latshållare för bild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2162014"/>
            <a:ext cx="9838516" cy="1251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3429000"/>
            <a:ext cx="9838516" cy="1500187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1647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 i 2-spalt - v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1">
            <a:extLst>
              <a:ext uri="{FF2B5EF4-FFF2-40B4-BE49-F238E27FC236}">
                <a16:creationId xmlns:a16="http://schemas.microsoft.com/office/drawing/2014/main" id="{7EF68D48-A400-841D-552E-371667050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1040607"/>
            <a:ext cx="9470598" cy="16002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45FBD42-6C42-57BC-5F4F-CF6ED064A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1D5E4E06-DF50-D0BD-4D98-2C91B5F547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D53AC6D-AA17-467C-8E61-9A5AB4BA3BC5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409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ubrik, text i 2-spalt -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9BDB35-5D4A-8E80-5057-91C1D5230708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F81B8D56-78DD-723D-6F76-E5FF56847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F58FCCC6-1867-3E99-A75C-16F0BEC8F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1125400"/>
            <a:ext cx="9470598" cy="150764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2E2CBA1B-12C2-4453-EAE6-79E58D774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11F955D1-44EF-E3D5-3C9C-52C0E7BFBA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32E7E73-F5CE-4AF2-BE6E-7D708E348AA6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70330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ubrik, text i 2-spalt -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FB38C7-EB09-3D4C-47EB-4BE932DB11E3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A06ADA01-F592-7A88-EC3A-895457670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13A20253-126E-0100-D94F-3EA1AE6BD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1125400"/>
            <a:ext cx="9470598" cy="150764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D1227E6D-9189-570E-04A0-8DD5D79A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D92E67F3-5F0B-4567-23B4-0608088D72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5AA027E-CF57-4E0F-A4EB-74ACCC554461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40195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 i 2-spalt -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C71033-0092-6F4D-131B-9A62A9BDBCA0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AE763879-13F2-F896-17EF-0A756ADBE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4C0078D4-BB0E-56CC-FC82-8E5802BEB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1125400"/>
            <a:ext cx="9470598" cy="150764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5F0BA6E5-FEDC-E47C-A6B1-8DDCC59D5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DB66D496-2964-318C-D58E-B521F14877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68C293-DAB8-4B0C-A8C6-20024B513B71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63648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ubrik, text i 2-spalt - gr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ECC389-C793-9CBA-29D8-78C8AB4373D1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90CD6116-CB5C-D0AF-E1EF-A3233A1A1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BEBF649D-DEC5-0BA1-1461-0AD99D1FC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6" y="1125400"/>
            <a:ext cx="9470598" cy="1507646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04026" y="2688609"/>
            <a:ext cx="9838516" cy="2902424"/>
          </a:xfrm>
        </p:spPr>
        <p:txBody>
          <a:bodyPr numCol="2"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0993AA17-1D99-EF99-5540-33D5E9528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6181D1EB-9732-94B8-3985-86F84018EB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E6BA68C-5849-4404-8879-E7834E576B74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21318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, 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objekt 1">
            <a:extLst>
              <a:ext uri="{FF2B5EF4-FFF2-40B4-BE49-F238E27FC236}">
                <a16:creationId xmlns:a16="http://schemas.microsoft.com/office/drawing/2014/main" id="{6DA5BE1B-8A3C-FDD5-85B7-93CF25561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quarter" idx="14"/>
          </p:nvPr>
        </p:nvSpPr>
        <p:spPr>
          <a:xfrm>
            <a:off x="7494588" y="1303338"/>
            <a:ext cx="4067175" cy="4237037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2568AA1A-B5B2-B602-8224-37B62DA085B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5699D86-2974-9F2C-07C5-5EC83BBCF8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FA55DBA-B7E5-487A-8AD3-509AA939A1BD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11665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ubrik, text, faktar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0B890D11-45EB-0602-C062-E0B6AD794A0D}"/>
              </a:ext>
            </a:extLst>
          </p:cNvPr>
          <p:cNvSpPr/>
          <p:nvPr/>
        </p:nvSpPr>
        <p:spPr>
          <a:xfrm>
            <a:off x="8502650" y="0"/>
            <a:ext cx="36893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9439D154-6002-B923-18F0-0C7C208E2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5C1E1388-A13A-739C-81CB-C6E597218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quarter" idx="14"/>
          </p:nvPr>
        </p:nvSpPr>
        <p:spPr>
          <a:xfrm>
            <a:off x="8919327" y="788503"/>
            <a:ext cx="2839536" cy="4973657"/>
          </a:xfrm>
          <a:noFill/>
        </p:spPr>
        <p:txBody>
          <a:bodyPr/>
          <a:lstStyle>
            <a:lvl1pPr marL="0" indent="0">
              <a:lnSpc>
                <a:spcPts val="2400"/>
              </a:lnSpc>
              <a:buNone/>
              <a:defRPr sz="2000" i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32E733A9-7120-A2CD-2C25-1F71E9A94C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13FAFD17-A27C-A580-BBAE-57A3CE7592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E7A4DDE-F952-43A4-BC8A-E3CA76947DE6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07549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ubrik, text, faktar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16210DCC-0E85-1EB1-7511-48E1D4022349}"/>
              </a:ext>
            </a:extLst>
          </p:cNvPr>
          <p:cNvSpPr/>
          <p:nvPr/>
        </p:nvSpPr>
        <p:spPr>
          <a:xfrm>
            <a:off x="8502650" y="0"/>
            <a:ext cx="3689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38D70E9B-A4D6-0B24-5238-4207675F1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D8670BB1-9810-565D-6B10-C154D7A26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quarter" idx="14"/>
          </p:nvPr>
        </p:nvSpPr>
        <p:spPr>
          <a:xfrm>
            <a:off x="8919327" y="788503"/>
            <a:ext cx="2839536" cy="4973657"/>
          </a:xfrm>
          <a:noFill/>
        </p:spPr>
        <p:txBody>
          <a:bodyPr/>
          <a:lstStyle>
            <a:lvl1pPr marL="0" indent="0">
              <a:lnSpc>
                <a:spcPts val="2400"/>
              </a:lnSpc>
              <a:buNone/>
              <a:defRPr sz="2000" i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18C0E406-2C5B-A0F1-848A-3A67064E6EE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CDBDE0B1-349B-33D9-4A8A-6EBBB22031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DFC723F-543C-4B20-8B7F-8FEA45394ECA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74424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, faktar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257A6385-220F-4E98-B8A1-93B786432C97}"/>
              </a:ext>
            </a:extLst>
          </p:cNvPr>
          <p:cNvSpPr/>
          <p:nvPr/>
        </p:nvSpPr>
        <p:spPr>
          <a:xfrm>
            <a:off x="8502650" y="0"/>
            <a:ext cx="3689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D52B80F8-39F3-08B6-BF79-9886C26E6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01AF7F78-4601-21FE-B5DB-1A9CBEBFB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quarter" idx="14"/>
          </p:nvPr>
        </p:nvSpPr>
        <p:spPr>
          <a:xfrm>
            <a:off x="8919327" y="788503"/>
            <a:ext cx="2839536" cy="4973657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A47748BB-8EEC-6E1F-1BE8-6EE2F367BB4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BDA6F4AB-F6F1-027B-2895-B566695722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2C301CE-CC1D-4003-B3E3-3473FF6B6DF7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44035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ubrik, text, faktar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729CA432-4F7B-8E8F-189F-E8C3AE3F2016}"/>
              </a:ext>
            </a:extLst>
          </p:cNvPr>
          <p:cNvSpPr/>
          <p:nvPr/>
        </p:nvSpPr>
        <p:spPr>
          <a:xfrm>
            <a:off x="8502650" y="0"/>
            <a:ext cx="368935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ED20AB41-459F-81CC-F195-58C59975F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D14AAA45-900D-CFF1-0A9F-CE43EAFFB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04025" y="1303389"/>
            <a:ext cx="6111175" cy="132556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1204026" y="2704991"/>
            <a:ext cx="6111174" cy="2835275"/>
          </a:xfrm>
        </p:spPr>
        <p:txBody>
          <a:bodyPr>
            <a:noAutofit/>
          </a:bodyPr>
          <a:lstStyle>
            <a:lvl1pPr marL="0" indent="0">
              <a:lnSpc>
                <a:spcPts val="2900"/>
              </a:lnSpc>
              <a:spcBef>
                <a:spcPts val="600"/>
              </a:spcBef>
              <a:buNone/>
              <a:defRPr sz="24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quarter" idx="14"/>
          </p:nvPr>
        </p:nvSpPr>
        <p:spPr>
          <a:xfrm>
            <a:off x="8919327" y="788503"/>
            <a:ext cx="2839536" cy="4973657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000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9977406D-A541-B389-66B9-17FA97D263C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26A0275C-C654-5927-8E0A-D79F8A8EEFF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E0AAFA6-5782-4B91-A166-1599BE72B4F1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693477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korta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7DF4A8B6-A8FC-4E16-73F8-6EFDCB3F879B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cxnSp>
        <p:nvCxnSpPr>
          <p:cNvPr id="4" name="Rak 10">
            <a:extLst>
              <a:ext uri="{FF2B5EF4-FFF2-40B4-BE49-F238E27FC236}">
                <a16:creationId xmlns:a16="http://schemas.microsoft.com/office/drawing/2014/main" id="{F8F11C23-DB71-8667-EE23-825DF66DADBC}"/>
              </a:ext>
            </a:extLst>
          </p:cNvPr>
          <p:cNvCxnSpPr/>
          <p:nvPr/>
        </p:nvCxnSpPr>
        <p:spPr>
          <a:xfrm>
            <a:off x="3859213" y="2341563"/>
            <a:ext cx="0" cy="19018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ildobjekt 5">
            <a:extLst>
              <a:ext uri="{FF2B5EF4-FFF2-40B4-BE49-F238E27FC236}">
                <a16:creationId xmlns:a16="http://schemas.microsoft.com/office/drawing/2014/main" id="{9F43DDF5-D7C3-00A7-A2EE-69DEE8243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7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7B932B5A-4A3F-2A86-23AE-0CEF4EF7D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72021" y="2299715"/>
            <a:ext cx="2999232" cy="1901952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lnSpc>
                <a:spcPts val="36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Platshållare för text 2"/>
          <p:cNvSpPr>
            <a:spLocks noGrp="1"/>
          </p:cNvSpPr>
          <p:nvPr>
            <p:ph type="body" idx="1"/>
          </p:nvPr>
        </p:nvSpPr>
        <p:spPr>
          <a:xfrm>
            <a:off x="4039057" y="2299715"/>
            <a:ext cx="6715379" cy="1943101"/>
          </a:xfrm>
        </p:spPr>
        <p:txBody>
          <a:bodyPr spcCol="360000" anchor="ctr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4F9DAD25-D68B-7212-06BC-F8261A5AF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551DFFD1-E3F1-09C0-D10A-44305255CD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4DBB884-41D8-4AA1-A482-499D9F784ECC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77240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ubrik, korta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452A2BD8-5589-6919-2B4A-5FEC1E217DFE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cxnSp>
        <p:nvCxnSpPr>
          <p:cNvPr id="4" name="Rak 10">
            <a:extLst>
              <a:ext uri="{FF2B5EF4-FFF2-40B4-BE49-F238E27FC236}">
                <a16:creationId xmlns:a16="http://schemas.microsoft.com/office/drawing/2014/main" id="{0137FEB2-53C1-A603-4A4E-2C10593E6F84}"/>
              </a:ext>
            </a:extLst>
          </p:cNvPr>
          <p:cNvCxnSpPr/>
          <p:nvPr/>
        </p:nvCxnSpPr>
        <p:spPr>
          <a:xfrm>
            <a:off x="3859213" y="2341563"/>
            <a:ext cx="0" cy="19018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ildobjekt 5">
            <a:extLst>
              <a:ext uri="{FF2B5EF4-FFF2-40B4-BE49-F238E27FC236}">
                <a16:creationId xmlns:a16="http://schemas.microsoft.com/office/drawing/2014/main" id="{09E52492-F627-A1B4-2E6E-E5EDF8524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7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F82A512E-9139-55E7-C95B-2FFC113A3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72021" y="2299715"/>
            <a:ext cx="2999232" cy="1901952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lnSpc>
                <a:spcPts val="36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Platshållare för text 2"/>
          <p:cNvSpPr>
            <a:spLocks noGrp="1"/>
          </p:cNvSpPr>
          <p:nvPr>
            <p:ph type="body" idx="1"/>
          </p:nvPr>
        </p:nvSpPr>
        <p:spPr>
          <a:xfrm>
            <a:off x="4039057" y="2299715"/>
            <a:ext cx="6715379" cy="1943101"/>
          </a:xfrm>
        </p:spPr>
        <p:txBody>
          <a:bodyPr spcCol="360000" anchor="ctr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1CD2C563-CAEB-8AA6-63AB-4198064BD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FBCA779A-96EB-74F7-8C29-A9287BCA70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01C19D2-FA80-4C6E-A463-0C3E7BC96A26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39632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ubrik, korta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9AE989D4-147D-8D4A-F7E6-D34CBEA547DC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cxnSp>
        <p:nvCxnSpPr>
          <p:cNvPr id="4" name="Rak 10">
            <a:extLst>
              <a:ext uri="{FF2B5EF4-FFF2-40B4-BE49-F238E27FC236}">
                <a16:creationId xmlns:a16="http://schemas.microsoft.com/office/drawing/2014/main" id="{79638172-73B6-60BA-6B79-FF6E14F79CAF}"/>
              </a:ext>
            </a:extLst>
          </p:cNvPr>
          <p:cNvCxnSpPr/>
          <p:nvPr/>
        </p:nvCxnSpPr>
        <p:spPr>
          <a:xfrm>
            <a:off x="3859213" y="2341563"/>
            <a:ext cx="0" cy="190182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ildobjekt 5">
            <a:extLst>
              <a:ext uri="{FF2B5EF4-FFF2-40B4-BE49-F238E27FC236}">
                <a16:creationId xmlns:a16="http://schemas.microsoft.com/office/drawing/2014/main" id="{66ECD3EB-8A9F-F912-7144-922D0FB6C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7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82729E3F-B9FB-3305-6613-63234BFF3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72021" y="2299715"/>
            <a:ext cx="2999232" cy="1901952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lnSpc>
                <a:spcPts val="36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Platshållare för text 2"/>
          <p:cNvSpPr>
            <a:spLocks noGrp="1"/>
          </p:cNvSpPr>
          <p:nvPr>
            <p:ph type="body" idx="1"/>
          </p:nvPr>
        </p:nvSpPr>
        <p:spPr>
          <a:xfrm>
            <a:off x="4039057" y="2299715"/>
            <a:ext cx="6715379" cy="1943101"/>
          </a:xfrm>
        </p:spPr>
        <p:txBody>
          <a:bodyPr spcCol="360000" anchor="ctr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679590F8-EA25-4868-2E6F-E567130A3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8CE779A7-D82D-D9D9-A73B-DC2F16F2E7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63230E-5DF3-4872-918C-88A5C5FD4841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140660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ubrik, korta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7911B11D-A615-0A62-9B1B-B981E77DB2A7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cxnSp>
        <p:nvCxnSpPr>
          <p:cNvPr id="4" name="Rak 10">
            <a:extLst>
              <a:ext uri="{FF2B5EF4-FFF2-40B4-BE49-F238E27FC236}">
                <a16:creationId xmlns:a16="http://schemas.microsoft.com/office/drawing/2014/main" id="{218C6AEF-864B-BA34-B9F6-85ED1BCFD92B}"/>
              </a:ext>
            </a:extLst>
          </p:cNvPr>
          <p:cNvCxnSpPr/>
          <p:nvPr/>
        </p:nvCxnSpPr>
        <p:spPr>
          <a:xfrm>
            <a:off x="3859213" y="2341563"/>
            <a:ext cx="0" cy="190182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Bildobjekt 5">
            <a:extLst>
              <a:ext uri="{FF2B5EF4-FFF2-40B4-BE49-F238E27FC236}">
                <a16:creationId xmlns:a16="http://schemas.microsoft.com/office/drawing/2014/main" id="{05DEFF8B-63F6-E15A-B5F4-1137EB197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7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E38525AD-27D7-ED74-55B0-F8D18A748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672021" y="2299715"/>
            <a:ext cx="2999232" cy="1901952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lnSpc>
                <a:spcPts val="3600"/>
              </a:lnSpc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Platshållare för text 2"/>
          <p:cNvSpPr>
            <a:spLocks noGrp="1"/>
          </p:cNvSpPr>
          <p:nvPr>
            <p:ph type="body" idx="1"/>
          </p:nvPr>
        </p:nvSpPr>
        <p:spPr>
          <a:xfrm>
            <a:off x="4039057" y="2299715"/>
            <a:ext cx="6715379" cy="1943101"/>
          </a:xfrm>
        </p:spPr>
        <p:txBody>
          <a:bodyPr spcCol="360000" anchor="ctr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27DF1011-6A40-B441-6D4B-C1342073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BADEB595-29CE-ADB4-64F7-CC764C7507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651DE45-E979-4375-B78D-683677995D12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111120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+ stort utry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Rak 10">
            <a:extLst>
              <a:ext uri="{FF2B5EF4-FFF2-40B4-BE49-F238E27FC236}">
                <a16:creationId xmlns:a16="http://schemas.microsoft.com/office/drawing/2014/main" id="{06B40C58-573E-6459-5D4B-FDBFD445F75C}"/>
              </a:ext>
            </a:extLst>
          </p:cNvPr>
          <p:cNvCxnSpPr>
            <a:cxnSpLocks/>
          </p:cNvCxnSpPr>
          <p:nvPr/>
        </p:nvCxnSpPr>
        <p:spPr>
          <a:xfrm>
            <a:off x="3409950" y="777875"/>
            <a:ext cx="0" cy="5305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Bildobjekt 4">
            <a:extLst>
              <a:ext uri="{FF2B5EF4-FFF2-40B4-BE49-F238E27FC236}">
                <a16:creationId xmlns:a16="http://schemas.microsoft.com/office/drawing/2014/main" id="{26DBE24A-5D8B-2FD1-7692-8D908C66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210313" y="770793"/>
            <a:ext cx="2999232" cy="1579215"/>
          </a:xfrm>
          <a:prstGeom prst="rect">
            <a:avLst/>
          </a:prstGeom>
        </p:spPr>
        <p:txBody>
          <a:bodyPr anchor="t">
            <a:noAutofit/>
          </a:bodyPr>
          <a:lstStyle>
            <a:lvl1pPr algn="r">
              <a:lnSpc>
                <a:spcPts val="36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Platshållare för text 2"/>
          <p:cNvSpPr>
            <a:spLocks noGrp="1"/>
          </p:cNvSpPr>
          <p:nvPr>
            <p:ph type="body" idx="1"/>
          </p:nvPr>
        </p:nvSpPr>
        <p:spPr>
          <a:xfrm>
            <a:off x="3611880" y="777240"/>
            <a:ext cx="7483749" cy="5305508"/>
          </a:xfrm>
        </p:spPr>
        <p:txBody>
          <a:bodyPr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6B2B6F23-A3EB-2A3E-6F6C-2FFAB757C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37804AC-8535-0D2E-056F-34BA721A0F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15B16EC-C313-4DC4-9E2B-AC9E2332202A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07944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ubrik + stort utry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Rak 10">
            <a:extLst>
              <a:ext uri="{FF2B5EF4-FFF2-40B4-BE49-F238E27FC236}">
                <a16:creationId xmlns:a16="http://schemas.microsoft.com/office/drawing/2014/main" id="{AD22A595-697E-CC7A-6B5D-9F634288EE38}"/>
              </a:ext>
            </a:extLst>
          </p:cNvPr>
          <p:cNvCxnSpPr>
            <a:cxnSpLocks/>
          </p:cNvCxnSpPr>
          <p:nvPr/>
        </p:nvCxnSpPr>
        <p:spPr>
          <a:xfrm>
            <a:off x="3409950" y="777875"/>
            <a:ext cx="0" cy="53054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Bildobjekt 4">
            <a:extLst>
              <a:ext uri="{FF2B5EF4-FFF2-40B4-BE49-F238E27FC236}">
                <a16:creationId xmlns:a16="http://schemas.microsoft.com/office/drawing/2014/main" id="{4D2BD9DF-514C-D45E-8AAE-1446FE634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210313" y="770793"/>
            <a:ext cx="2999232" cy="1579215"/>
          </a:xfrm>
          <a:prstGeom prst="rect">
            <a:avLst/>
          </a:prstGeom>
        </p:spPr>
        <p:txBody>
          <a:bodyPr anchor="t">
            <a:noAutofit/>
          </a:bodyPr>
          <a:lstStyle>
            <a:lvl1pPr algn="r">
              <a:lnSpc>
                <a:spcPts val="36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Platshållare för text 2"/>
          <p:cNvSpPr>
            <a:spLocks noGrp="1"/>
          </p:cNvSpPr>
          <p:nvPr>
            <p:ph type="body" idx="1"/>
          </p:nvPr>
        </p:nvSpPr>
        <p:spPr>
          <a:xfrm>
            <a:off x="3611880" y="777240"/>
            <a:ext cx="7483749" cy="5305508"/>
          </a:xfrm>
        </p:spPr>
        <p:txBody>
          <a:bodyPr spcCol="360000"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2F2E8538-44A1-4E2B-74A7-F5E0974F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BA7CC24-0D17-80E1-E703-10AAF38458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AE8B118-B0CC-41D1-9492-41FB09218D8A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82872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ximal y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4201F0C0-6B68-C75C-3AFE-AC7F0C58B94E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7D2613A7-A5CD-937A-7F3E-7BB9782B639E}"/>
              </a:ext>
            </a:extLst>
          </p:cNvPr>
          <p:cNvSpPr/>
          <p:nvPr/>
        </p:nvSpPr>
        <p:spPr>
          <a:xfrm>
            <a:off x="798513" y="736600"/>
            <a:ext cx="10607675" cy="524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5" name="Bildobjekt 5">
            <a:extLst>
              <a:ext uri="{FF2B5EF4-FFF2-40B4-BE49-F238E27FC236}">
                <a16:creationId xmlns:a16="http://schemas.microsoft.com/office/drawing/2014/main" id="{5650630A-B55B-4AAC-98FD-6F84C33EE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objekt 7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D9D7C579-1F86-1CC3-58E2-7EC522A6A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914401" y="875655"/>
            <a:ext cx="3739895" cy="110859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6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914401" y="5029199"/>
            <a:ext cx="5181599" cy="95314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spcBef>
                <a:spcPts val="600"/>
              </a:spcBef>
              <a:buFont typeface="Arial" panose="020B0604020202020204" pitchFamily="34" charset="0"/>
              <a:buNone/>
              <a:defRPr sz="1600"/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datum 3">
            <a:extLst>
              <a:ext uri="{FF2B5EF4-FFF2-40B4-BE49-F238E27FC236}">
                <a16:creationId xmlns:a16="http://schemas.microsoft.com/office/drawing/2014/main" id="{79688DA4-00A1-F96B-0C31-36723AECE92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Platshållare för bildnummer 5">
            <a:extLst>
              <a:ext uri="{FF2B5EF4-FFF2-40B4-BE49-F238E27FC236}">
                <a16:creationId xmlns:a16="http://schemas.microsoft.com/office/drawing/2014/main" id="{5DBF7A7E-628A-0985-7501-2143D6060D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5CD83B8-B7AB-42D2-8070-1013C41BE50B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717782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EE92B253-6EC8-62AE-918B-EB99D0F7E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31612CD7-8737-91FD-B997-A90646E6D64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9559F06D-2184-1F65-1870-317DCBE092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FA4DB56-C040-4BDF-B08F-47B751288E50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67224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CA483A24-003D-713B-DA34-C46092CA255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29D124B0-CCED-1231-FD3F-ACE6D6234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CE688788-AA15-BECF-F96A-2CF9F034E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20B67619-8EE7-7377-5A99-C2B47C84C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0B36387-45A7-C25D-8FFD-86B871124D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D2EB1FA-08F7-462F-AD61-B794F9A7D897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243779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F8391A42-F0FC-667E-975A-E972B3C03B3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602DE247-4C14-8EBD-81E4-DFAABA1EE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A3236386-557E-D76B-9518-CD7E3C067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86DED435-BFEE-E04A-9145-BFDDD26B86A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B3BCCB0-A129-903E-B540-F6FF5B237F4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330D47A-929B-4A3A-A1C3-321C9F34F20B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365776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9028B7AC-9C26-045E-4015-35CCBAA5E623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8A77E86D-B76A-8C87-A62C-30CAD3E3B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53DEBD58-3A12-89CF-4120-9D1F8BA45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6DAA06A9-7495-0B89-5E53-2A4F3BB452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E449ACC-0EB4-942D-D4E3-8DFC66D89E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2CE667F-980A-4260-AE01-C65C2381B2B7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789290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d till vänst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46B8598F-24D8-2A0F-04B2-CDCA12999AE2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BCB01E01-4D3C-33C1-2065-156E7F780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2491F087-0F62-749C-2BF9-3477577C2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6780006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6780006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-1" y="6928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C323095E-BEA1-E481-6292-1696C8CCD32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60281FD-DE18-C76F-F61F-2C2C9FE473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AFEE74-2FDF-44A8-905C-1995F2928ACB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26804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9815C3B6-D316-956F-A408-766AF4CFF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A896A6B8-9C6D-0AF5-831F-C831A4E0A25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0AF97CC2-6C40-B514-AC53-F2608EE6E06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E74B058-04C7-46DA-AFF6-D8B11B4114B7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808486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75AB18A0-94ED-6A39-5AA6-C41C5EAD466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>
              <a:solidFill>
                <a:schemeClr val="bg1"/>
              </a:solidFill>
            </a:endParaRPr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A07D13B4-5F62-C792-58E6-CABEAB6E8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rgbClr val="E4F1F8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14E1C84-A607-551F-A24E-3E4F2A2A03F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48C37520-0726-99BF-1333-89863ECFBE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CE33C39-BB55-4FF7-9F24-E9F2263D9D18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450770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2CE2456F-D523-039E-FFA4-3E8EE6D7478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>
              <a:solidFill>
                <a:schemeClr val="bg1"/>
              </a:solidFill>
            </a:endParaRPr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CC75C4FB-83F6-1E87-D4F9-32330A0A7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rgbClr val="E4F1F8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FD9A787-EABC-79D1-26BB-7E40250E914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99441FCC-AF32-E389-929F-CF9B4BF60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F34C24A-2604-437F-9E70-CA2E8426AE76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014651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346BE9BC-C4DA-A7C3-32F2-7137F12A3E55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5EAAEAC1-61D2-9FA1-1DBB-38B1BA2A3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53E3C65-ED71-61F5-8588-6DB11234743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4ED07282-73D1-1814-9246-83146FDC2B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8C7A06-B488-4789-BC08-015C6DD23B30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334894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 till hög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099CF53-6780-A765-35E4-D4306BE2633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3E1C363D-34AB-968D-C027-855C6A4E0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63254" y="561054"/>
            <a:ext cx="4623337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9" name="Platshållare för text 9"/>
          <p:cNvSpPr>
            <a:spLocks noGrp="1"/>
          </p:cNvSpPr>
          <p:nvPr>
            <p:ph type="body" sz="quarter" idx="13"/>
          </p:nvPr>
        </p:nvSpPr>
        <p:spPr>
          <a:xfrm>
            <a:off x="763254" y="2212161"/>
            <a:ext cx="4623337" cy="3672301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1900"/>
              </a:lnSpc>
              <a:buNone/>
              <a:defRPr sz="1600"/>
            </a:lvl2pPr>
            <a:lvl3pPr marL="914400" indent="0">
              <a:lnSpc>
                <a:spcPts val="1900"/>
              </a:lnSpc>
              <a:buNone/>
              <a:defRPr sz="1600"/>
            </a:lvl3pPr>
            <a:lvl4pPr marL="1371600" indent="0">
              <a:lnSpc>
                <a:spcPts val="1900"/>
              </a:lnSpc>
              <a:buNone/>
              <a:defRPr sz="1600"/>
            </a:lvl4pPr>
            <a:lvl5pPr marL="1828800" indent="0">
              <a:lnSpc>
                <a:spcPts val="1900"/>
              </a:lnSpc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1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081A6E-67F0-2EE5-0B88-6BA6BBC13D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9BD769EE-9D6D-BAD1-B1AC-C67CEE0A55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8012655-23D5-4D37-AFB2-072CF040D58B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837070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30C77B84-B57B-DB84-D506-4072E5FB5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445456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/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CD34110-F13B-178A-F759-6F2D2A1AD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C9489FF6-42FD-0390-6ED6-3DD77F1923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08B08D3-7A46-4EDD-A898-4BF66BC0C9E0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780079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2A1D5F46-5733-FA2B-7E01-2BB718047A71}"/>
              </a:ext>
            </a:extLst>
          </p:cNvPr>
          <p:cNvSpPr/>
          <p:nvPr/>
        </p:nvSpPr>
        <p:spPr>
          <a:xfrm>
            <a:off x="4445000" y="0"/>
            <a:ext cx="7747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F916D9A7-BD64-E314-AC82-775DA66A5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B2DADF10-F5A6-8038-1163-6061C7417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445456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4B385FCB-A34C-D4B3-2EF5-8B6412EBD4B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16FD892B-C69B-FA51-5240-1781A72C1C6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EC371E8-E097-4E63-B060-565A8D5CB8F3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179083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C99C992F-A573-234B-A371-B81D3A888111}"/>
              </a:ext>
            </a:extLst>
          </p:cNvPr>
          <p:cNvSpPr/>
          <p:nvPr/>
        </p:nvSpPr>
        <p:spPr>
          <a:xfrm>
            <a:off x="4445000" y="0"/>
            <a:ext cx="7747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59CD719B-ABC4-68EE-72BF-539DAB920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DCD85FD2-02BE-5E12-0A0E-CF7ED656B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445456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4F6E011E-2127-B2AA-58E5-10B34A85329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D88A8EAA-05C0-EE90-E64E-4071FE5D68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6E38AF7-E3C5-4B98-81B3-7E6777DA4957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357621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5BE8C533-7E46-513B-8683-126DD7C5B273}"/>
              </a:ext>
            </a:extLst>
          </p:cNvPr>
          <p:cNvSpPr/>
          <p:nvPr/>
        </p:nvSpPr>
        <p:spPr>
          <a:xfrm>
            <a:off x="4445000" y="0"/>
            <a:ext cx="7747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8DE5E6C7-9C6D-447A-8B03-46A7E369D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CF9FBEC4-C340-19F4-BE98-DF87A1203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445456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0B0F1393-7ABB-7375-3392-0FFB4693FC2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42C0D175-E053-4C49-1557-E4F80122D9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1CE3D50-786A-49EF-8003-4F108B376AB8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377496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7FA90DBE-3016-BA06-90FB-BF6F61B1AF25}"/>
              </a:ext>
            </a:extLst>
          </p:cNvPr>
          <p:cNvSpPr/>
          <p:nvPr/>
        </p:nvSpPr>
        <p:spPr>
          <a:xfrm>
            <a:off x="4445000" y="0"/>
            <a:ext cx="7747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/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E51247FE-94DA-D382-24CE-5E55CD29F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objekt 5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3D79ACCD-9D7B-7CB7-C452-597651585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502920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445456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5029200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D1D464CC-3C1C-1BE4-95C3-903DF9078F5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BB22E0C7-E175-4D7F-A6FE-CF140A95F6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04E8C00-83DB-4E18-BF7E-704B1BAB626F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303163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914DBC74-94AA-EE3B-2AC4-914DAD8C5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427788"/>
            <a:ext cx="1466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7746544" y="0"/>
            <a:ext cx="4445456" cy="6858000"/>
          </a:xfrm>
          <a:noFill/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/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0E04168-70EE-AD71-3A03-168C8FB761D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A8F49EB3-0246-DA73-031B-A133FC34420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4EC2303-421F-453E-9406-E96073B09C8C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44722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FB326351-923C-BD6E-9FC6-446DEE471D19}"/>
              </a:ext>
            </a:extLst>
          </p:cNvPr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>
              <a:solidFill>
                <a:schemeClr val="bg1"/>
              </a:solidFill>
            </a:endParaRPr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4DA8567D-E6B3-5347-3580-04311A50D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7746544" y="0"/>
            <a:ext cx="4445456" cy="6858000"/>
          </a:xfrm>
          <a:solidFill>
            <a:schemeClr val="bg1"/>
          </a:solidFill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F150DCB1-F276-8C2E-F2A7-A11BADFE9F6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BA72D99-E538-DB57-298C-94372BFEBCC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83A5FCE-73CF-4643-848F-16C9787F7A01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209409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827E5FE-4082-0002-E58E-ECFC6C3F01D5}"/>
              </a:ext>
            </a:extLst>
          </p:cNvPr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>
              <a:solidFill>
                <a:schemeClr val="bg1"/>
              </a:solidFill>
            </a:endParaRPr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F3976ADC-7206-E8E9-8C3C-DF9E5CD79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7746544" y="0"/>
            <a:ext cx="4445456" cy="6858000"/>
          </a:xfrm>
          <a:solidFill>
            <a:schemeClr val="bg1"/>
          </a:solidFill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6528B8D6-2F73-745E-D0EF-BA4AD12A046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3CEA2A2-B00A-57CE-0FDB-B9344C19E3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9A1831A-75A8-4C75-BD04-3F90F94704EC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27391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F0343C72-313B-9001-61EE-B4C0D4570A16}"/>
              </a:ext>
            </a:extLst>
          </p:cNvPr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>
              <a:solidFill>
                <a:schemeClr val="bg1"/>
              </a:solidFill>
            </a:endParaRPr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CD79762D-94C2-BE84-6B3C-5D1986C56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7746544" y="0"/>
            <a:ext cx="4445456" cy="6858000"/>
          </a:xfrm>
          <a:solidFill>
            <a:schemeClr val="bg1"/>
          </a:solidFill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17254471-B5D5-D183-58C5-BF53E58ACC8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5898A8B-E221-BCE2-16C4-B1A4A33A7E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25A19D9-5D95-4A4E-9212-470C83D34050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602603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mal bild, rubrik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5FAAA388-EB75-E343-C91A-F05255E80B23}"/>
              </a:ext>
            </a:extLst>
          </p:cNvPr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>
              <a:solidFill>
                <a:schemeClr val="bg1"/>
              </a:solidFill>
            </a:endParaRPr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1FDCDCC6-A790-27C1-4CE8-CF40F3AD7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ubrik 1"/>
          <p:cNvSpPr>
            <a:spLocks noGrp="1"/>
          </p:cNvSpPr>
          <p:nvPr>
            <p:ph type="title"/>
          </p:nvPr>
        </p:nvSpPr>
        <p:spPr>
          <a:xfrm>
            <a:off x="770371" y="555882"/>
            <a:ext cx="6035039" cy="155957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2" name="Platshållare för bild 11"/>
          <p:cNvSpPr>
            <a:spLocks noGrp="1"/>
          </p:cNvSpPr>
          <p:nvPr>
            <p:ph type="pic" sz="quarter" idx="14"/>
          </p:nvPr>
        </p:nvSpPr>
        <p:spPr>
          <a:xfrm>
            <a:off x="7746544" y="0"/>
            <a:ext cx="4445456" cy="6858000"/>
          </a:xfrm>
          <a:solidFill>
            <a:schemeClr val="bg1"/>
          </a:solidFill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5"/>
          </p:nvPr>
        </p:nvSpPr>
        <p:spPr>
          <a:xfrm>
            <a:off x="770371" y="2212161"/>
            <a:ext cx="6035040" cy="368063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60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lnSpc>
                <a:spcPts val="2100"/>
              </a:lnSpc>
              <a:spcBef>
                <a:spcPts val="600"/>
              </a:spcBef>
              <a:buNone/>
              <a:defRPr sz="1600"/>
            </a:lvl2pPr>
            <a:lvl3pPr marL="914400" indent="0">
              <a:lnSpc>
                <a:spcPts val="2100"/>
              </a:lnSpc>
              <a:spcBef>
                <a:spcPts val="600"/>
              </a:spcBef>
              <a:buNone/>
              <a:defRPr sz="1600"/>
            </a:lvl3pPr>
            <a:lvl4pPr marL="1371600" indent="0">
              <a:lnSpc>
                <a:spcPts val="2100"/>
              </a:lnSpc>
              <a:spcBef>
                <a:spcPts val="600"/>
              </a:spcBef>
              <a:buNone/>
              <a:defRPr sz="1600"/>
            </a:lvl4pPr>
            <a:lvl5pPr marL="1828800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1638BA6A-A11E-02FF-AC8D-6E31BB97227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D62B90E-DFF2-DE68-63D2-8279D261CF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A5EBB66-8989-4B1C-A80F-0D7B522E7F3C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745251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lm med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A993B9C-F745-F2A7-4B0E-E227546A9A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CC0169-2BA8-EE64-49CA-18A9883E3947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137BAB26-CF77-3C52-88AE-7ED275BA0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6430963"/>
            <a:ext cx="1457325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Bildobjekt 7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BA986ECE-00D2-F0FF-9F55-91F07E0CA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013" y="6084888"/>
            <a:ext cx="8366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ubrik 4"/>
          <p:cNvSpPr>
            <a:spLocks noGrp="1"/>
          </p:cNvSpPr>
          <p:nvPr>
            <p:ph type="title"/>
          </p:nvPr>
        </p:nvSpPr>
        <p:spPr>
          <a:xfrm>
            <a:off x="1625600" y="457406"/>
            <a:ext cx="9109264" cy="51287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media 2"/>
          <p:cNvSpPr>
            <a:spLocks noGrp="1"/>
          </p:cNvSpPr>
          <p:nvPr>
            <p:ph type="media" sz="quarter" idx="15"/>
          </p:nvPr>
        </p:nvSpPr>
        <p:spPr>
          <a:xfrm>
            <a:off x="1724939" y="970279"/>
            <a:ext cx="8742122" cy="4917442"/>
          </a:xfrm>
          <a:solidFill>
            <a:schemeClr val="bg1"/>
          </a:solidFill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media</a:t>
            </a:r>
            <a:endParaRPr lang="sv-SE" noProof="0" dirty="0"/>
          </a:p>
        </p:txBody>
      </p:sp>
      <p:sp>
        <p:nvSpPr>
          <p:cNvPr id="8" name="Platshållare för datum 3">
            <a:extLst>
              <a:ext uri="{FF2B5EF4-FFF2-40B4-BE49-F238E27FC236}">
                <a16:creationId xmlns:a16="http://schemas.microsoft.com/office/drawing/2014/main" id="{421C5B11-B2B2-96B9-C5BA-193C36F7A76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9" name="Platshållare för bildnummer 5">
            <a:extLst>
              <a:ext uri="{FF2B5EF4-FFF2-40B4-BE49-F238E27FC236}">
                <a16:creationId xmlns:a16="http://schemas.microsoft.com/office/drawing/2014/main" id="{752F7ABB-0129-E75C-7483-75A8B3BAEF2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C2F7B25-8B1C-4013-8E85-A030059AA01C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443328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fallande bild + textbox till vän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B3D815C4-3574-49D0-A548-B35ED6AB2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Bildobjekt 4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7B05EA52-F71F-E943-1CF7-0CD66AD8E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rtlCol="0">
            <a:noAutofit/>
          </a:bodyPr>
          <a:lstStyle>
            <a:lvl1pPr marL="0" indent="0">
              <a:buNone/>
              <a:defRPr sz="1200" b="1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13" name="Platshållare för text 3"/>
          <p:cNvSpPr>
            <a:spLocks noGrp="1"/>
          </p:cNvSpPr>
          <p:nvPr>
            <p:ph type="body" sz="half" idx="10"/>
          </p:nvPr>
        </p:nvSpPr>
        <p:spPr>
          <a:xfrm>
            <a:off x="791897" y="2069023"/>
            <a:ext cx="6588125" cy="3693137"/>
          </a:xfrm>
          <a:solidFill>
            <a:schemeClr val="bg1">
              <a:alpha val="90000"/>
            </a:schemeClr>
          </a:solidFill>
        </p:spPr>
        <p:txBody>
          <a:bodyPr lIns="432000" tIns="46800" rIns="432000" bIns="432000"/>
          <a:lstStyle>
            <a:lvl1pPr marL="0" marR="0" indent="0" algn="l" defTabSz="914400" rtl="0" eaLnBrk="1" fontAlgn="auto" latinLnBrk="0" hangingPunct="1">
              <a:lnSpc>
                <a:spcPts val="25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ubrik 4"/>
          <p:cNvSpPr>
            <a:spLocks noGrp="1"/>
          </p:cNvSpPr>
          <p:nvPr>
            <p:ph type="title"/>
          </p:nvPr>
        </p:nvSpPr>
        <p:spPr>
          <a:xfrm>
            <a:off x="791898" y="1085654"/>
            <a:ext cx="6588124" cy="983369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468000" tIns="396000" rIns="360000" bIns="46800"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6" name="Platshållare för datum 3">
            <a:extLst>
              <a:ext uri="{FF2B5EF4-FFF2-40B4-BE49-F238E27FC236}">
                <a16:creationId xmlns:a16="http://schemas.microsoft.com/office/drawing/2014/main" id="{A5919395-D38C-81C2-1C12-094E10D0611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6B203336-A905-9580-86AE-AD60AC25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D33CC5D-8A71-4F80-A57E-20A9B2CCEDE7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358689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fallande bild + textbox till hö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objekt 1">
            <a:extLst>
              <a:ext uri="{FF2B5EF4-FFF2-40B4-BE49-F238E27FC236}">
                <a16:creationId xmlns:a16="http://schemas.microsoft.com/office/drawing/2014/main" id="{B41819CC-542C-BC71-04FF-E9DD58FCE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427788"/>
            <a:ext cx="1458913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Bildobjekt 4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C9965B32-FD7D-3188-DDED-81C2A15F9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rtlCol="0"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sv-SE" noProof="0" dirty="0"/>
          </a:p>
        </p:txBody>
      </p:sp>
      <p:sp>
        <p:nvSpPr>
          <p:cNvPr id="11" name="Platshållare för text 3"/>
          <p:cNvSpPr>
            <a:spLocks noGrp="1"/>
          </p:cNvSpPr>
          <p:nvPr>
            <p:ph type="body" sz="half" idx="10"/>
          </p:nvPr>
        </p:nvSpPr>
        <p:spPr>
          <a:xfrm>
            <a:off x="4813563" y="2069023"/>
            <a:ext cx="6588125" cy="3693137"/>
          </a:xfrm>
          <a:solidFill>
            <a:schemeClr val="bg1">
              <a:alpha val="90000"/>
            </a:schemeClr>
          </a:solidFill>
        </p:spPr>
        <p:txBody>
          <a:bodyPr lIns="432000" tIns="46800" rIns="432000" bIns="432000"/>
          <a:lstStyle>
            <a:lvl1pPr marL="0" marR="0" indent="0" algn="l" defTabSz="914400" rtl="0" eaLnBrk="1" fontAlgn="auto" latinLnBrk="0" hangingPunct="1">
              <a:lnSpc>
                <a:spcPts val="25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ubrik 4"/>
          <p:cNvSpPr>
            <a:spLocks noGrp="1"/>
          </p:cNvSpPr>
          <p:nvPr>
            <p:ph type="title"/>
          </p:nvPr>
        </p:nvSpPr>
        <p:spPr>
          <a:xfrm>
            <a:off x="4813563" y="1085654"/>
            <a:ext cx="6588124" cy="983369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468000" tIns="396000" rIns="360000" bIns="46800"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5" name="Platshållare för datum 3">
            <a:extLst>
              <a:ext uri="{FF2B5EF4-FFF2-40B4-BE49-F238E27FC236}">
                <a16:creationId xmlns:a16="http://schemas.microsoft.com/office/drawing/2014/main" id="{4F225459-249B-9ADC-A2E5-FBD364B0CBF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algn="l"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5B5A72D-B68E-BF68-7E51-2C7AF612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18DA53-657B-4C6C-B2B8-269ADC731C9B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582749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ut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E30D752-BB31-AE59-8EB1-AA55AE4A72E8}"/>
              </a:ext>
            </a:extLst>
          </p:cNvPr>
          <p:cNvSpPr/>
          <p:nvPr/>
        </p:nvSpPr>
        <p:spPr>
          <a:xfrm>
            <a:off x="200025" y="180975"/>
            <a:ext cx="11799888" cy="647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sv-SE" dirty="0"/>
          </a:p>
        </p:txBody>
      </p:sp>
      <p:pic>
        <p:nvPicPr>
          <p:cNvPr id="3" name="Bildobjekt 4">
            <a:extLst>
              <a:ext uri="{FF2B5EF4-FFF2-40B4-BE49-F238E27FC236}">
                <a16:creationId xmlns:a16="http://schemas.microsoft.com/office/drawing/2014/main" id="{ACDB51E3-32EB-8509-0CA4-412F2EFB9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763" y="6026150"/>
            <a:ext cx="1778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Bildobjekt 5" descr="En bild som visar text, skärmbild, Teckensnitt, Grafik&#10;&#10;Automatiskt genererad beskrivning">
            <a:extLst>
              <a:ext uri="{FF2B5EF4-FFF2-40B4-BE49-F238E27FC236}">
                <a16:creationId xmlns:a16="http://schemas.microsoft.com/office/drawing/2014/main" id="{F1C29B9A-915C-53EB-EB0F-D1BB13DD8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802188"/>
            <a:ext cx="1828800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2191631"/>
            <a:ext cx="12192000" cy="1642138"/>
          </a:xfrm>
        </p:spPr>
        <p:txBody>
          <a:bodyPr>
            <a:normAutofit lnSpcReduction="10000"/>
          </a:bodyPr>
          <a:lstStyle>
            <a:lvl1pPr marL="0" indent="0">
              <a:lnSpc>
                <a:spcPct val="110000"/>
              </a:lnSpc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73287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36B980-2509-4A78-A4DF-2FFDFC268E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1" y="503030"/>
            <a:ext cx="1962147" cy="101065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72BDFF6-4D02-4538-9F0F-B33661EB8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13947" cy="115887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70EBB-D1D3-45D5-BF99-F6E6EF072A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893888"/>
            <a:ext cx="10801350" cy="44608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7622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36B980-2509-4A78-A4DF-2FFDFC268E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1" y="503030"/>
            <a:ext cx="1962147" cy="101065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72BDFF6-4D02-4538-9F0F-B33661EB8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13947" cy="115887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34D2F2E6-F10D-4713-9B05-D3E5F64395C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2459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tshållare för text 2">
            <a:extLst>
              <a:ext uri="{FF2B5EF4-FFF2-40B4-BE49-F238E27FC236}">
                <a16:creationId xmlns:a16="http://schemas.microsoft.com/office/drawing/2014/main" id="{690DBEBD-F5BD-C8D3-83E9-C031F1FE66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3146425"/>
            <a:ext cx="10515600" cy="245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altLang="sv-SE"/>
              <a:t>Klicka här för att ändra format på bakgrundstexten</a:t>
            </a:r>
          </a:p>
          <a:p>
            <a:pPr lvl="1"/>
            <a:r>
              <a:rPr lang="sv-SE" altLang="sv-SE"/>
              <a:t>Nivå två</a:t>
            </a:r>
          </a:p>
          <a:p>
            <a:pPr lvl="2"/>
            <a:r>
              <a:rPr lang="sv-SE" altLang="sv-SE"/>
              <a:t>Nivå tre</a:t>
            </a:r>
          </a:p>
          <a:p>
            <a:pPr lvl="3"/>
            <a:r>
              <a:rPr lang="sv-SE" altLang="sv-SE"/>
              <a:t>Nivå fyra</a:t>
            </a:r>
          </a:p>
          <a:p>
            <a:pPr lvl="4"/>
            <a:r>
              <a:rPr lang="sv-SE" altLang="sv-SE"/>
              <a:t>Nivå fem</a:t>
            </a:r>
          </a:p>
        </p:txBody>
      </p:sp>
      <p:sp>
        <p:nvSpPr>
          <p:cNvPr id="9" name="Platshållare för datum 3">
            <a:extLst>
              <a:ext uri="{FF2B5EF4-FFF2-40B4-BE49-F238E27FC236}">
                <a16:creationId xmlns:a16="http://schemas.microsoft.com/office/drawing/2014/main" id="{CAD366BC-1BF8-1E5D-DE7E-4EC83DFEC0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4000" y="6045200"/>
            <a:ext cx="2462213" cy="169863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7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11" name="Platshållare för bildnummer 5">
            <a:extLst>
              <a:ext uri="{FF2B5EF4-FFF2-40B4-BE49-F238E27FC236}">
                <a16:creationId xmlns:a16="http://schemas.microsoft.com/office/drawing/2014/main" id="{7CCE6608-63A4-1128-2810-834A2FDB6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000" y="6178550"/>
            <a:ext cx="520700" cy="169863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7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A869864-78B1-4758-9932-753406C2CE55}" type="slidenum">
              <a:rPr lang="sv-SE"/>
              <a:pPr>
                <a:defRPr/>
              </a:pPr>
              <a:t>‹#›</a:t>
            </a:fld>
            <a:endParaRPr lang="sv-SE" dirty="0"/>
          </a:p>
        </p:txBody>
      </p:sp>
      <p:sp>
        <p:nvSpPr>
          <p:cNvPr id="1029" name="Platshållare för rubrik 3">
            <a:extLst>
              <a:ext uri="{FF2B5EF4-FFF2-40B4-BE49-F238E27FC236}">
                <a16:creationId xmlns:a16="http://schemas.microsoft.com/office/drawing/2014/main" id="{A5416ED7-688E-EAEB-4EFE-506A44C09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v-SE" altLang="sv-SE"/>
              <a:t>Klicka här för att ändra mall för rubrikformat</a:t>
            </a:r>
          </a:p>
        </p:txBody>
      </p:sp>
      <p:pic>
        <p:nvPicPr>
          <p:cNvPr id="1030" name="Bildobjekt 6" descr="En bild som visar skärmbild, Grafik, mönster, design&#10;&#10;Automatiskt genererad beskrivning">
            <a:extLst>
              <a:ext uri="{FF2B5EF4-FFF2-40B4-BE49-F238E27FC236}">
                <a16:creationId xmlns:a16="http://schemas.microsoft.com/office/drawing/2014/main" id="{D4374442-423E-F707-8BD8-AFA9C843B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600" y="6080125"/>
            <a:ext cx="850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  <p:sldLayoutId id="2147483771" r:id="rId20"/>
    <p:sldLayoutId id="2147483772" r:id="rId21"/>
    <p:sldLayoutId id="2147483773" r:id="rId22"/>
    <p:sldLayoutId id="2147483774" r:id="rId23"/>
    <p:sldLayoutId id="2147483775" r:id="rId24"/>
    <p:sldLayoutId id="2147483776" r:id="rId25"/>
    <p:sldLayoutId id="2147483777" r:id="rId26"/>
    <p:sldLayoutId id="2147483778" r:id="rId27"/>
    <p:sldLayoutId id="2147483779" r:id="rId28"/>
    <p:sldLayoutId id="2147483780" r:id="rId29"/>
    <p:sldLayoutId id="2147483781" r:id="rId30"/>
    <p:sldLayoutId id="2147483782" r:id="rId31"/>
    <p:sldLayoutId id="2147483783" r:id="rId32"/>
    <p:sldLayoutId id="2147483784" r:id="rId33"/>
    <p:sldLayoutId id="2147483785" r:id="rId34"/>
    <p:sldLayoutId id="2147483786" r:id="rId35"/>
    <p:sldLayoutId id="2147483787" r:id="rId36"/>
    <p:sldLayoutId id="2147483788" r:id="rId37"/>
    <p:sldLayoutId id="2147483789" r:id="rId38"/>
    <p:sldLayoutId id="2147483790" r:id="rId39"/>
    <p:sldLayoutId id="2147483791" r:id="rId40"/>
    <p:sldLayoutId id="2147483792" r:id="rId41"/>
    <p:sldLayoutId id="2147483793" r:id="rId42"/>
    <p:sldLayoutId id="2147483794" r:id="rId43"/>
    <p:sldLayoutId id="2147483795" r:id="rId44"/>
    <p:sldLayoutId id="2147483796" r:id="rId45"/>
    <p:sldLayoutId id="2147483797" r:id="rId46"/>
    <p:sldLayoutId id="2147483798" r:id="rId47"/>
    <p:sldLayoutId id="2147483799" r:id="rId48"/>
    <p:sldLayoutId id="2147483800" r:id="rId49"/>
    <p:sldLayoutId id="2147483801" r:id="rId50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ts val="25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rtl="0" eaLnBrk="1" fontAlgn="base" hangingPunct="1">
        <a:lnSpc>
          <a:spcPts val="25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rtl="0" eaLnBrk="1" fontAlgn="base" hangingPunct="1">
        <a:lnSpc>
          <a:spcPts val="25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rtl="0" eaLnBrk="1" fontAlgn="base" hangingPunct="1">
        <a:lnSpc>
          <a:spcPts val="25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eaLnBrk="1" fontAlgn="base" hangingPunct="1">
        <a:lnSpc>
          <a:spcPts val="25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Underrubrik 1">
            <a:extLst>
              <a:ext uri="{FF2B5EF4-FFF2-40B4-BE49-F238E27FC236}">
                <a16:creationId xmlns:a16="http://schemas.microsoft.com/office/drawing/2014/main" id="{67CDCD5D-7A67-4644-3550-45542000F5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04838" y="2900363"/>
            <a:ext cx="10933112" cy="819150"/>
          </a:xfrm>
        </p:spPr>
        <p:txBody>
          <a:bodyPr/>
          <a:lstStyle/>
          <a:p>
            <a:r>
              <a:rPr lang="sv-SE" altLang="sv-SE" dirty="0"/>
              <a:t>Dr. Mikael Ericsson</a:t>
            </a:r>
          </a:p>
          <a:p>
            <a:r>
              <a:rPr lang="sv-SE" altLang="sv-SE" dirty="0"/>
              <a:t>2025</a:t>
            </a:r>
          </a:p>
        </p:txBody>
      </p:sp>
      <p:sp>
        <p:nvSpPr>
          <p:cNvPr id="52227" name="Rubrik 2">
            <a:extLst>
              <a:ext uri="{FF2B5EF4-FFF2-40B4-BE49-F238E27FC236}">
                <a16:creationId xmlns:a16="http://schemas.microsoft.com/office/drawing/2014/main" id="{3FAC4F44-E960-69F9-C3EB-2C3F3452BA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4838" y="2120900"/>
            <a:ext cx="10933112" cy="757238"/>
          </a:xfrm>
        </p:spPr>
        <p:txBody>
          <a:bodyPr/>
          <a:lstStyle/>
          <a:p>
            <a:r>
              <a:rPr lang="sv-SE" altLang="sv-SE" dirty="0" err="1"/>
              <a:t>Machine</a:t>
            </a:r>
            <a:r>
              <a:rPr lang="sv-SE" altLang="sv-SE" dirty="0"/>
              <a:t> vision – Different filters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CC7F3-17E7-CF7B-A035-5ACE21D12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Underrubrik 1">
            <a:extLst>
              <a:ext uri="{FF2B5EF4-FFF2-40B4-BE49-F238E27FC236}">
                <a16:creationId xmlns:a16="http://schemas.microsoft.com/office/drawing/2014/main" id="{A1B97840-C3CE-6E10-8E74-07D70FE97B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04838" y="2900363"/>
            <a:ext cx="10933112" cy="819150"/>
          </a:xfrm>
        </p:spPr>
        <p:txBody>
          <a:bodyPr/>
          <a:lstStyle/>
          <a:p>
            <a:r>
              <a:rPr lang="sv-SE" altLang="sv-SE" dirty="0"/>
              <a:t>Dr. Mikael Ericsson</a:t>
            </a:r>
          </a:p>
          <a:p>
            <a:r>
              <a:rPr lang="sv-SE" altLang="sv-SE" dirty="0"/>
              <a:t>2025</a:t>
            </a:r>
          </a:p>
        </p:txBody>
      </p:sp>
      <p:sp>
        <p:nvSpPr>
          <p:cNvPr id="52227" name="Rubrik 2">
            <a:extLst>
              <a:ext uri="{FF2B5EF4-FFF2-40B4-BE49-F238E27FC236}">
                <a16:creationId xmlns:a16="http://schemas.microsoft.com/office/drawing/2014/main" id="{5D364CF7-2AEC-4E64-00BF-84F91AF669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4838" y="2120900"/>
            <a:ext cx="10933112" cy="757238"/>
          </a:xfrm>
        </p:spPr>
        <p:txBody>
          <a:bodyPr/>
          <a:lstStyle/>
          <a:p>
            <a:r>
              <a:rPr lang="sv-SE" altLang="sv-SE" dirty="0"/>
              <a:t>Q  &amp; A session </a:t>
            </a:r>
            <a:r>
              <a:rPr lang="sv-SE" altLang="sv-SE"/>
              <a:t>Robot system 250922</a:t>
            </a:r>
            <a:endParaRPr lang="sv-SE" altLang="sv-SE" dirty="0"/>
          </a:p>
        </p:txBody>
      </p:sp>
    </p:spTree>
    <p:extLst>
      <p:ext uri="{BB962C8B-B14F-4D97-AF65-F5344CB8AC3E}">
        <p14:creationId xmlns:p14="http://schemas.microsoft.com/office/powerpoint/2010/main" val="3947062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Linear filter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Weighted sums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Gaussian smoothing filter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Non-linear filter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Everything else, such as the Median filter</a:t>
            </a:r>
          </a:p>
        </p:txBody>
      </p:sp>
    </p:spTree>
    <p:extLst>
      <p:ext uri="{BB962C8B-B14F-4D97-AF65-F5344CB8AC3E}">
        <p14:creationId xmlns:p14="http://schemas.microsoft.com/office/powerpoint/2010/main" val="2984238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7" name="Rectangle 14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Types of neibourhood</a:t>
            </a:r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1D7D6E-4A08-11D6-E696-AC6588E99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8345" name="Group 15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11799973"/>
              </p:ext>
            </p:extLst>
          </p:nvPr>
        </p:nvGraphicFramePr>
        <p:xfrm>
          <a:off x="3983038" y="1524000"/>
          <a:ext cx="8208962" cy="4145280"/>
        </p:xfrm>
        <a:graphic>
          <a:graphicData uri="http://schemas.openxmlformats.org/drawingml/2006/table">
            <a:tbl>
              <a:tblPr/>
              <a:tblGrid>
                <a:gridCol w="42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49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29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343" name="Text Box 151"/>
          <p:cNvSpPr txBox="1">
            <a:spLocks noChangeArrowheads="1"/>
          </p:cNvSpPr>
          <p:nvPr/>
        </p:nvSpPr>
        <p:spPr bwMode="auto">
          <a:xfrm>
            <a:off x="2752726" y="4797425"/>
            <a:ext cx="2613025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2800">
                <a:solidFill>
                  <a:srgbClr val="000000"/>
                </a:solidFill>
                <a:latin typeface="Arial" charset="0"/>
              </a:rPr>
              <a:t>4 neighbours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344" name="Text Box 152"/>
          <p:cNvSpPr txBox="1">
            <a:spLocks noChangeArrowheads="1"/>
          </p:cNvSpPr>
          <p:nvPr/>
        </p:nvSpPr>
        <p:spPr bwMode="auto">
          <a:xfrm>
            <a:off x="6927851" y="4797425"/>
            <a:ext cx="2613025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2800">
                <a:solidFill>
                  <a:srgbClr val="000000"/>
                </a:solidFill>
                <a:latin typeface="Arial" charset="0"/>
              </a:rPr>
              <a:t>8 neighbours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615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Moving window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B08776-11BB-2D8A-0C56-FE47D65C05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12301" name="Group 13"/>
          <p:cNvGrpSpPr>
            <a:grpSpLocks/>
          </p:cNvGrpSpPr>
          <p:nvPr/>
        </p:nvGrpSpPr>
        <p:grpSpPr bwMode="auto">
          <a:xfrm>
            <a:off x="4224339" y="1628776"/>
            <a:ext cx="4795837" cy="4348163"/>
            <a:chOff x="1701" y="1026"/>
            <a:chExt cx="3021" cy="2739"/>
          </a:xfrm>
        </p:grpSpPr>
        <p:pic>
          <p:nvPicPr>
            <p:cNvPr id="12292" name="Picture 4" descr="indipimg2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701" y="1026"/>
              <a:ext cx="2812" cy="2739"/>
            </a:xfrm>
            <a:prstGeom prst="rect">
              <a:avLst/>
            </a:prstGeom>
            <a:noFill/>
            <a:ln/>
            <a:effectLst/>
          </p:spPr>
        </p:pic>
        <p:sp>
          <p:nvSpPr>
            <p:cNvPr id="12298" name="Text Box 10"/>
            <p:cNvSpPr txBox="1">
              <a:spLocks noChangeArrowheads="1"/>
            </p:cNvSpPr>
            <p:nvPr/>
          </p:nvSpPr>
          <p:spPr bwMode="auto">
            <a:xfrm>
              <a:off x="3742" y="1344"/>
              <a:ext cx="868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>
                  <a:solidFill>
                    <a:srgbClr val="000000"/>
                  </a:solidFill>
                  <a:latin typeface="Arial" charset="0"/>
                </a:rPr>
                <a:t>Input image</a:t>
              </a:r>
            </a:p>
          </p:txBody>
        </p:sp>
        <p:sp>
          <p:nvSpPr>
            <p:cNvPr id="12299" name="Text Box 11"/>
            <p:cNvSpPr txBox="1">
              <a:spLocks noChangeArrowheads="1"/>
            </p:cNvSpPr>
            <p:nvPr/>
          </p:nvSpPr>
          <p:spPr bwMode="auto">
            <a:xfrm>
              <a:off x="3696" y="2024"/>
              <a:ext cx="868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>
                  <a:solidFill>
                    <a:srgbClr val="000000"/>
                  </a:solidFill>
                  <a:latin typeface="Arial" charset="0"/>
                </a:rPr>
                <a:t>Filter kernel</a:t>
              </a:r>
            </a:p>
          </p:txBody>
        </p:sp>
        <p:sp>
          <p:nvSpPr>
            <p:cNvPr id="12300" name="Text Box 12"/>
            <p:cNvSpPr txBox="1">
              <a:spLocks noChangeArrowheads="1"/>
            </p:cNvSpPr>
            <p:nvPr/>
          </p:nvSpPr>
          <p:spPr bwMode="auto">
            <a:xfrm>
              <a:off x="3742" y="3294"/>
              <a:ext cx="980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>
                  <a:solidFill>
                    <a:srgbClr val="000000"/>
                  </a:solidFill>
                  <a:latin typeface="Arial" charset="0"/>
                </a:rPr>
                <a:t>Output image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3170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5926E4-62ED-3E5A-F1B1-C6A34D035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Filter types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8B5F73-E0C5-485B-F327-9DD082E5A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0758" y="777240"/>
            <a:ext cx="7483749" cy="5305508"/>
          </a:xfrm>
        </p:spPr>
        <p:txBody>
          <a:bodyPr/>
          <a:lstStyle/>
          <a:p>
            <a:r>
              <a:rPr lang="en-GB" dirty="0"/>
              <a:t>Smoothing filter - </a:t>
            </a:r>
            <a:r>
              <a:rPr lang="en-US" dirty="0"/>
              <a:t>Low pass filter used to suppress noise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Are based on average, all pixels with the same weight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Destroys edges </a:t>
            </a:r>
          </a:p>
          <a:p>
            <a:endParaRPr lang="en-US" dirty="0"/>
          </a:p>
          <a:p>
            <a:r>
              <a:rPr lang="en-US" dirty="0"/>
              <a:t>Gaussian filter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Optimal smoothing filter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Using integral filter weights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Kernel sizes 3x3 or 5x5 or bigger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 be customized</a:t>
            </a:r>
          </a:p>
          <a:p>
            <a:endParaRPr lang="en-US" dirty="0"/>
          </a:p>
          <a:p>
            <a:r>
              <a:rPr lang="en-US" dirty="0"/>
              <a:t>Median Filter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Are effective in removing salt and pepper noise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Sorting and selecting the median pixel value by grey level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Time-consuming due to the sorting of all pixels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239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Example</a:t>
            </a:r>
          </a:p>
        </p:txBody>
      </p:sp>
      <p:pic>
        <p:nvPicPr>
          <p:cNvPr id="158723" name="Picture 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579687" y="1066006"/>
            <a:ext cx="7032625" cy="4725988"/>
          </a:xfrm>
          <a:prstGeom prst="rect">
            <a:avLst/>
          </a:prstGeom>
          <a:noFill/>
          <a:ln/>
        </p:spPr>
      </p:pic>
    </p:spTree>
    <p:extLst>
      <p:ext uri="{BB962C8B-B14F-4D97-AF65-F5344CB8AC3E}">
        <p14:creationId xmlns:p14="http://schemas.microsoft.com/office/powerpoint/2010/main" val="2967738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3654A8B-A3D7-ECE1-FE9E-8EFEF4A98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filter results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DAE7D6-31B8-AE9B-53D9-491E7FF01C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2650B7-80B6-FAE2-8703-F61D6AFAD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975" y="2005012"/>
            <a:ext cx="5734050" cy="2847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038ED4-426C-57E5-2768-DC673DE6B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975" y="2005012"/>
            <a:ext cx="5734050" cy="28479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BB4070-E41D-C34B-8FE4-FC883F403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975" y="2005012"/>
            <a:ext cx="573405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6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F2EB-7129-06E7-353F-94102B7DF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different filters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C1BD4-DCEB-3940-215D-64CCD4C408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sz="1400" dirty="0"/>
              <a:t>Comparison between filters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400" dirty="0"/>
              <a:t>Smoothing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400" dirty="0"/>
              <a:t>Gaussian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400" dirty="0"/>
              <a:t>Median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6557C-3278-3FB1-BF0E-8F0678B72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75" y="2126479"/>
            <a:ext cx="2686050" cy="2486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D560DE-358E-5647-513A-265EB323D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146" y="2185013"/>
            <a:ext cx="2686050" cy="2486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D66457-AFE0-705B-6150-52B0D05F9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985" y="3428027"/>
            <a:ext cx="2686050" cy="2486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C891F4-F77B-ED68-5A56-0DDD2BE492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3985" y="875655"/>
            <a:ext cx="2686050" cy="2486025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90642C1C-1A49-AF60-20F6-94F51E0A6542}"/>
              </a:ext>
            </a:extLst>
          </p:cNvPr>
          <p:cNvSpPr/>
          <p:nvPr/>
        </p:nvSpPr>
        <p:spPr>
          <a:xfrm>
            <a:off x="4142433" y="3069978"/>
            <a:ext cx="1178805" cy="716097"/>
          </a:xfrm>
          <a:prstGeom prst="rightArrow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27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A2F9D61-E591-66A2-BBC1-3631187E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78FAFF0-74AD-DFC0-CCE3-B5A5A7F8F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All filters remove/reduce the noise</a:t>
            </a:r>
          </a:p>
          <a:p>
            <a:r>
              <a:rPr lang="en-GB" dirty="0"/>
              <a:t>The smoothing filter destroys the border most</a:t>
            </a:r>
          </a:p>
          <a:p>
            <a:r>
              <a:rPr lang="en-GB" dirty="0"/>
              <a:t>Median destroys corners </a:t>
            </a:r>
          </a:p>
        </p:txBody>
      </p:sp>
    </p:spTree>
    <p:extLst>
      <p:ext uri="{BB962C8B-B14F-4D97-AF65-F5344CB8AC3E}">
        <p14:creationId xmlns:p14="http://schemas.microsoft.com/office/powerpoint/2010/main" val="4122682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Högskolan Väst">
      <a:dk1>
        <a:srgbClr val="000000"/>
      </a:dk1>
      <a:lt1>
        <a:srgbClr val="FFFFFF"/>
      </a:lt1>
      <a:dk2>
        <a:srgbClr val="003B5B"/>
      </a:dk2>
      <a:lt2>
        <a:srgbClr val="D1EAEE"/>
      </a:lt2>
      <a:accent1>
        <a:srgbClr val="1380A3"/>
      </a:accent1>
      <a:accent2>
        <a:srgbClr val="E3F1F8"/>
      </a:accent2>
      <a:accent3>
        <a:srgbClr val="C61C2C"/>
      </a:accent3>
      <a:accent4>
        <a:srgbClr val="D3097F"/>
      </a:accent4>
      <a:accent5>
        <a:srgbClr val="FDBF00"/>
      </a:accent5>
      <a:accent6>
        <a:srgbClr val="81BA4F"/>
      </a:accent6>
      <a:hlink>
        <a:srgbClr val="00757E"/>
      </a:hlink>
      <a:folHlink>
        <a:srgbClr val="59337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7E2071A-55C1-40E9-BC6B-756061B07A3F}" vid="{031A7619-2231-4DAA-857A-41BFB1DD0047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E3943E192E3444187D3A3F4D41F24A2" ma:contentTypeVersion="4" ma:contentTypeDescription="Skapa ett nytt dokument." ma:contentTypeScope="" ma:versionID="cb0fc1fd52788442b80f750cedc6c647">
  <xsd:schema xmlns:xsd="http://www.w3.org/2001/XMLSchema" xmlns:xs="http://www.w3.org/2001/XMLSchema" xmlns:p="http://schemas.microsoft.com/office/2006/metadata/properties" xmlns:ns2="02ec2a50-9d7d-40dd-929a-07569389b712" targetNamespace="http://schemas.microsoft.com/office/2006/metadata/properties" ma:root="true" ma:fieldsID="30c29f5b5a78e1cb0de6b7c5d46771b1" ns2:_="">
    <xsd:import namespace="02ec2a50-9d7d-40dd-929a-07569389b7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ec2a50-9d7d-40dd-929a-07569389b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F2F68F-72C2-4102-B6E9-D8B46276BE7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0B1FBD7-CF40-4B7A-BB9D-D94C3A98F7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5080A6-EA4D-4C32-A244-ABE80739C4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ec2a50-9d7d-40dd-929a-07569389b7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HV_PPT_mall2024_ENG</Template>
  <TotalTime>21</TotalTime>
  <Words>234</Words>
  <Application>Microsoft Office PowerPoint</Application>
  <PresentationFormat>Widescreen</PresentationFormat>
  <Paragraphs>61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Office-tema</vt:lpstr>
      <vt:lpstr>Machine vision – Different filters</vt:lpstr>
      <vt:lpstr>Q  &amp; A session Robot system 250922</vt:lpstr>
      <vt:lpstr>Filter</vt:lpstr>
      <vt:lpstr>Types of neibourhood</vt:lpstr>
      <vt:lpstr>Moving window</vt:lpstr>
      <vt:lpstr>Filter types</vt:lpstr>
      <vt:lpstr>Example</vt:lpstr>
      <vt:lpstr>Comparison filter results</vt:lpstr>
      <vt:lpstr>Summary different filters</vt:lpstr>
      <vt:lpstr>Comments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Mikael Ericsson (HV)</dc:creator>
  <cp:lastModifiedBy>Mikael Ericsson (HV)</cp:lastModifiedBy>
  <cp:revision>1</cp:revision>
  <dcterms:created xsi:type="dcterms:W3CDTF">2025-09-22T11:23:14Z</dcterms:created>
  <dcterms:modified xsi:type="dcterms:W3CDTF">2025-09-24T05:54:01Z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0x0101007E3943E192E3444187D3A3F4D41F24A2</vt:lpwstr>
  </property>
  <property fmtid="{D5CDD505-2E9C-101B-9397-08002B2CF9AE}" pid="3" name="Order">
    <vt:r8>2600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TemplateUrl">
    <vt:lpwstr/>
  </property>
  <property fmtid="{D5CDD505-2E9C-101B-9397-08002B2CF9AE}" pid="9" name="ComplianceAssetId">
    <vt:lpwstr/>
  </property>
</Properties>
</file>